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jpg" ContentType="image/jp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276A8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marL="4508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-29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76A8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marL="4508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-29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76A8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marL="4508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-29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76A8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marL="4508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-29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marL="4508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-29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79241" y="122376"/>
            <a:ext cx="11129517" cy="14784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276A8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66799" y="3953255"/>
            <a:ext cx="15154910" cy="5458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763489" y="8703792"/>
            <a:ext cx="280669" cy="285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marL="4508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-29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0.png"/><Relationship Id="rId8" Type="http://schemas.openxmlformats.org/officeDocument/2006/relationships/image" Target="../media/image3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Relationship Id="rId3" Type="http://schemas.openxmlformats.org/officeDocument/2006/relationships/image" Target="../media/image3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Relationship Id="rId13" Type="http://schemas.openxmlformats.org/officeDocument/2006/relationships/image" Target="../media/image51.png"/><Relationship Id="rId14" Type="http://schemas.openxmlformats.org/officeDocument/2006/relationships/image" Target="../media/image52.png"/><Relationship Id="rId15" Type="http://schemas.openxmlformats.org/officeDocument/2006/relationships/image" Target="../media/image53.png"/><Relationship Id="rId16" Type="http://schemas.openxmlformats.org/officeDocument/2006/relationships/image" Target="../media/image30.png"/><Relationship Id="rId17" Type="http://schemas.openxmlformats.org/officeDocument/2006/relationships/image" Target="../media/image5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3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png"/><Relationship Id="rId3" Type="http://schemas.openxmlformats.org/officeDocument/2006/relationships/image" Target="../media/image30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30.png"/><Relationship Id="rId11" Type="http://schemas.openxmlformats.org/officeDocument/2006/relationships/image" Target="../media/image70.png"/><Relationship Id="rId12" Type="http://schemas.openxmlformats.org/officeDocument/2006/relationships/image" Target="../media/image71.png"/><Relationship Id="rId13" Type="http://schemas.openxmlformats.org/officeDocument/2006/relationships/image" Target="../media/image72.png"/><Relationship Id="rId14" Type="http://schemas.openxmlformats.org/officeDocument/2006/relationships/image" Target="../media/image73.png"/><Relationship Id="rId15" Type="http://schemas.openxmlformats.org/officeDocument/2006/relationships/image" Target="../media/image74.png"/><Relationship Id="rId16" Type="http://schemas.openxmlformats.org/officeDocument/2006/relationships/image" Target="../media/image75.png"/><Relationship Id="rId17" Type="http://schemas.openxmlformats.org/officeDocument/2006/relationships/image" Target="../media/image76.png"/><Relationship Id="rId18" Type="http://schemas.openxmlformats.org/officeDocument/2006/relationships/image" Target="../media/image77.png"/><Relationship Id="rId19" Type="http://schemas.openxmlformats.org/officeDocument/2006/relationships/image" Target="../media/image78.png"/><Relationship Id="rId20" Type="http://schemas.openxmlformats.org/officeDocument/2006/relationships/image" Target="../media/image79.png"/><Relationship Id="rId21" Type="http://schemas.openxmlformats.org/officeDocument/2006/relationships/image" Target="../media/image80.png"/><Relationship Id="rId22" Type="http://schemas.openxmlformats.org/officeDocument/2006/relationships/image" Target="../media/image81.png"/><Relationship Id="rId23" Type="http://schemas.openxmlformats.org/officeDocument/2006/relationships/image" Target="../media/image8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openxmlformats.org/officeDocument/2006/relationships/image" Target="../media/image30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jp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image" Target="../media/image95.png"/><Relationship Id="rId11" Type="http://schemas.openxmlformats.org/officeDocument/2006/relationships/image" Target="../media/image30.png"/><Relationship Id="rId12" Type="http://schemas.openxmlformats.org/officeDocument/2006/relationships/image" Target="../media/image96.png"/><Relationship Id="rId13" Type="http://schemas.openxmlformats.org/officeDocument/2006/relationships/image" Target="../media/image97.png"/><Relationship Id="rId14" Type="http://schemas.openxmlformats.org/officeDocument/2006/relationships/image" Target="../media/image98.png"/><Relationship Id="rId15" Type="http://schemas.openxmlformats.org/officeDocument/2006/relationships/image" Target="../media/image99.png"/><Relationship Id="rId16" Type="http://schemas.openxmlformats.org/officeDocument/2006/relationships/image" Target="../media/image100.png"/><Relationship Id="rId17" Type="http://schemas.openxmlformats.org/officeDocument/2006/relationships/image" Target="../media/image101.png"/><Relationship Id="rId18" Type="http://schemas.openxmlformats.org/officeDocument/2006/relationships/image" Target="../media/image102.png"/><Relationship Id="rId19" Type="http://schemas.openxmlformats.org/officeDocument/2006/relationships/image" Target="../media/image103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4.jpg"/><Relationship Id="rId3" Type="http://schemas.openxmlformats.org/officeDocument/2006/relationships/image" Target="../media/image3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Relationship Id="rId19" Type="http://schemas.openxmlformats.org/officeDocument/2006/relationships/image" Target="../media/image122.png"/><Relationship Id="rId20" Type="http://schemas.openxmlformats.org/officeDocument/2006/relationships/image" Target="../media/image123.png"/><Relationship Id="rId21" Type="http://schemas.openxmlformats.org/officeDocument/2006/relationships/image" Target="../media/image124.png"/><Relationship Id="rId22" Type="http://schemas.openxmlformats.org/officeDocument/2006/relationships/image" Target="../media/image125.png"/><Relationship Id="rId23" Type="http://schemas.openxmlformats.org/officeDocument/2006/relationships/image" Target="../media/image126.png"/><Relationship Id="rId24" Type="http://schemas.openxmlformats.org/officeDocument/2006/relationships/image" Target="../media/image127.png"/><Relationship Id="rId25" Type="http://schemas.openxmlformats.org/officeDocument/2006/relationships/image" Target="../media/image128.png"/><Relationship Id="rId26" Type="http://schemas.openxmlformats.org/officeDocument/2006/relationships/image" Target="../media/image129.png"/><Relationship Id="rId27" Type="http://schemas.openxmlformats.org/officeDocument/2006/relationships/image" Target="../media/image130.png"/><Relationship Id="rId28" Type="http://schemas.openxmlformats.org/officeDocument/2006/relationships/image" Target="../media/image131.png"/><Relationship Id="rId29" Type="http://schemas.openxmlformats.org/officeDocument/2006/relationships/image" Target="../media/image30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3" Type="http://schemas.openxmlformats.org/officeDocument/2006/relationships/image" Target="../media/image132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Relationship Id="rId4" Type="http://schemas.openxmlformats.org/officeDocument/2006/relationships/image" Target="../media/image135.png"/><Relationship Id="rId5" Type="http://schemas.openxmlformats.org/officeDocument/2006/relationships/image" Target="../media/image30.png"/><Relationship Id="rId6" Type="http://schemas.openxmlformats.org/officeDocument/2006/relationships/image" Target="../media/image13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3" Type="http://schemas.openxmlformats.org/officeDocument/2006/relationships/image" Target="../media/image137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20035" y="-3"/>
            <a:ext cx="13648055" cy="10287000"/>
            <a:chOff x="2320035" y="-3"/>
            <a:chExt cx="13648055" cy="10287000"/>
          </a:xfrm>
        </p:grpSpPr>
        <p:sp>
          <p:nvSpPr>
            <p:cNvPr id="3" name="object 3"/>
            <p:cNvSpPr/>
            <p:nvPr/>
          </p:nvSpPr>
          <p:spPr>
            <a:xfrm>
              <a:off x="2320035" y="0"/>
              <a:ext cx="13648055" cy="10287000"/>
            </a:xfrm>
            <a:custGeom>
              <a:avLst/>
              <a:gdLst/>
              <a:ahLst/>
              <a:cxnLst/>
              <a:rect l="l" t="t" r="r" b="b"/>
              <a:pathLst>
                <a:path w="13648055" h="10287000">
                  <a:moveTo>
                    <a:pt x="11308665" y="0"/>
                  </a:moveTo>
                  <a:lnTo>
                    <a:pt x="2339262" y="0"/>
                  </a:lnTo>
                  <a:lnTo>
                    <a:pt x="2303930" y="38100"/>
                  </a:lnTo>
                  <a:lnTo>
                    <a:pt x="2264813" y="76200"/>
                  </a:lnTo>
                  <a:lnTo>
                    <a:pt x="2225966" y="101600"/>
                  </a:lnTo>
                  <a:lnTo>
                    <a:pt x="2149091" y="177800"/>
                  </a:lnTo>
                  <a:lnTo>
                    <a:pt x="2073318" y="254000"/>
                  </a:lnTo>
                  <a:lnTo>
                    <a:pt x="1998662" y="330200"/>
                  </a:lnTo>
                  <a:lnTo>
                    <a:pt x="1961757" y="355600"/>
                  </a:lnTo>
                  <a:lnTo>
                    <a:pt x="1925137" y="393700"/>
                  </a:lnTo>
                  <a:lnTo>
                    <a:pt x="1852756" y="469900"/>
                  </a:lnTo>
                  <a:lnTo>
                    <a:pt x="1781534" y="546100"/>
                  </a:lnTo>
                  <a:lnTo>
                    <a:pt x="1746362" y="596900"/>
                  </a:lnTo>
                  <a:lnTo>
                    <a:pt x="1676904" y="673100"/>
                  </a:lnTo>
                  <a:lnTo>
                    <a:pt x="1608641" y="749300"/>
                  </a:lnTo>
                  <a:lnTo>
                    <a:pt x="1574961" y="787400"/>
                  </a:lnTo>
                  <a:lnTo>
                    <a:pt x="1541585" y="825500"/>
                  </a:lnTo>
                  <a:lnTo>
                    <a:pt x="1508515" y="876300"/>
                  </a:lnTo>
                  <a:lnTo>
                    <a:pt x="1475751" y="914400"/>
                  </a:lnTo>
                  <a:lnTo>
                    <a:pt x="1443297" y="952500"/>
                  </a:lnTo>
                  <a:lnTo>
                    <a:pt x="1411154" y="990600"/>
                  </a:lnTo>
                  <a:lnTo>
                    <a:pt x="1379323" y="1041400"/>
                  </a:lnTo>
                  <a:lnTo>
                    <a:pt x="1347806" y="1079500"/>
                  </a:lnTo>
                  <a:lnTo>
                    <a:pt x="1316605" y="1117600"/>
                  </a:lnTo>
                  <a:lnTo>
                    <a:pt x="1285723" y="1168400"/>
                  </a:lnTo>
                  <a:lnTo>
                    <a:pt x="1255159" y="1206500"/>
                  </a:lnTo>
                  <a:lnTo>
                    <a:pt x="1224917" y="1244600"/>
                  </a:lnTo>
                  <a:lnTo>
                    <a:pt x="1194998" y="1295400"/>
                  </a:lnTo>
                  <a:lnTo>
                    <a:pt x="1165404" y="1333500"/>
                  </a:lnTo>
                  <a:lnTo>
                    <a:pt x="1136136" y="1384300"/>
                  </a:lnTo>
                  <a:lnTo>
                    <a:pt x="1107197" y="1422400"/>
                  </a:lnTo>
                  <a:lnTo>
                    <a:pt x="1078588" y="1460500"/>
                  </a:lnTo>
                  <a:lnTo>
                    <a:pt x="1050311" y="1511300"/>
                  </a:lnTo>
                  <a:lnTo>
                    <a:pt x="1022367" y="1549400"/>
                  </a:lnTo>
                  <a:lnTo>
                    <a:pt x="994758" y="1600200"/>
                  </a:lnTo>
                  <a:lnTo>
                    <a:pt x="967487" y="1651000"/>
                  </a:lnTo>
                  <a:lnTo>
                    <a:pt x="940555" y="1689100"/>
                  </a:lnTo>
                  <a:lnTo>
                    <a:pt x="913963" y="1739900"/>
                  </a:lnTo>
                  <a:lnTo>
                    <a:pt x="887713" y="1778000"/>
                  </a:lnTo>
                  <a:lnTo>
                    <a:pt x="861808" y="1828800"/>
                  </a:lnTo>
                  <a:lnTo>
                    <a:pt x="836248" y="1879600"/>
                  </a:lnTo>
                  <a:lnTo>
                    <a:pt x="811036" y="1917700"/>
                  </a:lnTo>
                  <a:lnTo>
                    <a:pt x="786174" y="1968500"/>
                  </a:lnTo>
                  <a:lnTo>
                    <a:pt x="761663" y="2019300"/>
                  </a:lnTo>
                  <a:lnTo>
                    <a:pt x="737504" y="2057400"/>
                  </a:lnTo>
                  <a:lnTo>
                    <a:pt x="713701" y="2108200"/>
                  </a:lnTo>
                  <a:lnTo>
                    <a:pt x="690253" y="2159000"/>
                  </a:lnTo>
                  <a:lnTo>
                    <a:pt x="667164" y="2197100"/>
                  </a:lnTo>
                  <a:lnTo>
                    <a:pt x="644435" y="2247900"/>
                  </a:lnTo>
                  <a:lnTo>
                    <a:pt x="622067" y="2298700"/>
                  </a:lnTo>
                  <a:lnTo>
                    <a:pt x="600063" y="2349500"/>
                  </a:lnTo>
                  <a:lnTo>
                    <a:pt x="578424" y="2400300"/>
                  </a:lnTo>
                  <a:lnTo>
                    <a:pt x="557152" y="2438400"/>
                  </a:lnTo>
                  <a:lnTo>
                    <a:pt x="536249" y="2489200"/>
                  </a:lnTo>
                  <a:lnTo>
                    <a:pt x="515716" y="2540000"/>
                  </a:lnTo>
                  <a:lnTo>
                    <a:pt x="495556" y="2590800"/>
                  </a:lnTo>
                  <a:lnTo>
                    <a:pt x="475769" y="2641600"/>
                  </a:lnTo>
                  <a:lnTo>
                    <a:pt x="456358" y="2692400"/>
                  </a:lnTo>
                  <a:lnTo>
                    <a:pt x="437325" y="2743200"/>
                  </a:lnTo>
                  <a:lnTo>
                    <a:pt x="418671" y="2794000"/>
                  </a:lnTo>
                  <a:lnTo>
                    <a:pt x="400398" y="2844800"/>
                  </a:lnTo>
                  <a:lnTo>
                    <a:pt x="382507" y="2895600"/>
                  </a:lnTo>
                  <a:lnTo>
                    <a:pt x="365002" y="2946400"/>
                  </a:lnTo>
                  <a:lnTo>
                    <a:pt x="347882" y="2997200"/>
                  </a:lnTo>
                  <a:lnTo>
                    <a:pt x="331150" y="3048000"/>
                  </a:lnTo>
                  <a:lnTo>
                    <a:pt x="314809" y="3098800"/>
                  </a:lnTo>
                  <a:lnTo>
                    <a:pt x="298858" y="3149600"/>
                  </a:lnTo>
                  <a:lnTo>
                    <a:pt x="283302" y="3200400"/>
                  </a:lnTo>
                  <a:lnTo>
                    <a:pt x="268140" y="3251200"/>
                  </a:lnTo>
                  <a:lnTo>
                    <a:pt x="253375" y="3302000"/>
                  </a:lnTo>
                  <a:lnTo>
                    <a:pt x="239008" y="3352800"/>
                  </a:lnTo>
                  <a:lnTo>
                    <a:pt x="225042" y="3403600"/>
                  </a:lnTo>
                  <a:lnTo>
                    <a:pt x="211478" y="3454400"/>
                  </a:lnTo>
                  <a:lnTo>
                    <a:pt x="198317" y="3505200"/>
                  </a:lnTo>
                  <a:lnTo>
                    <a:pt x="185563" y="3568700"/>
                  </a:lnTo>
                  <a:lnTo>
                    <a:pt x="173215" y="3619500"/>
                  </a:lnTo>
                  <a:lnTo>
                    <a:pt x="161277" y="3670300"/>
                  </a:lnTo>
                  <a:lnTo>
                    <a:pt x="149750" y="3721100"/>
                  </a:lnTo>
                  <a:lnTo>
                    <a:pt x="138635" y="3771900"/>
                  </a:lnTo>
                  <a:lnTo>
                    <a:pt x="127934" y="3822700"/>
                  </a:lnTo>
                  <a:lnTo>
                    <a:pt x="117650" y="3886200"/>
                  </a:lnTo>
                  <a:lnTo>
                    <a:pt x="107784" y="3937000"/>
                  </a:lnTo>
                  <a:lnTo>
                    <a:pt x="98337" y="3987800"/>
                  </a:lnTo>
                  <a:lnTo>
                    <a:pt x="89311" y="4038600"/>
                  </a:lnTo>
                  <a:lnTo>
                    <a:pt x="80709" y="4102100"/>
                  </a:lnTo>
                  <a:lnTo>
                    <a:pt x="72532" y="4152900"/>
                  </a:lnTo>
                  <a:lnTo>
                    <a:pt x="64781" y="4203700"/>
                  </a:lnTo>
                  <a:lnTo>
                    <a:pt x="57459" y="4254500"/>
                  </a:lnTo>
                  <a:lnTo>
                    <a:pt x="50567" y="4318000"/>
                  </a:lnTo>
                  <a:lnTo>
                    <a:pt x="44107" y="4368800"/>
                  </a:lnTo>
                  <a:lnTo>
                    <a:pt x="38080" y="4419600"/>
                  </a:lnTo>
                  <a:lnTo>
                    <a:pt x="32489" y="4483100"/>
                  </a:lnTo>
                  <a:lnTo>
                    <a:pt x="27335" y="4533900"/>
                  </a:lnTo>
                  <a:lnTo>
                    <a:pt x="22620" y="4584700"/>
                  </a:lnTo>
                  <a:lnTo>
                    <a:pt x="18346" y="4648200"/>
                  </a:lnTo>
                  <a:lnTo>
                    <a:pt x="14514" y="4699000"/>
                  </a:lnTo>
                  <a:lnTo>
                    <a:pt x="11127" y="4762500"/>
                  </a:lnTo>
                  <a:lnTo>
                    <a:pt x="8185" y="4813300"/>
                  </a:lnTo>
                  <a:lnTo>
                    <a:pt x="5691" y="4864100"/>
                  </a:lnTo>
                  <a:lnTo>
                    <a:pt x="3647" y="4927600"/>
                  </a:lnTo>
                  <a:lnTo>
                    <a:pt x="2054" y="4978400"/>
                  </a:lnTo>
                  <a:lnTo>
                    <a:pt x="914" y="5041900"/>
                  </a:lnTo>
                  <a:lnTo>
                    <a:pt x="228" y="5092700"/>
                  </a:lnTo>
                  <a:lnTo>
                    <a:pt x="0" y="5143500"/>
                  </a:lnTo>
                  <a:lnTo>
                    <a:pt x="228" y="5207000"/>
                  </a:lnTo>
                  <a:lnTo>
                    <a:pt x="914" y="5257800"/>
                  </a:lnTo>
                  <a:lnTo>
                    <a:pt x="2054" y="5321300"/>
                  </a:lnTo>
                  <a:lnTo>
                    <a:pt x="3647" y="5372100"/>
                  </a:lnTo>
                  <a:lnTo>
                    <a:pt x="5691" y="5435600"/>
                  </a:lnTo>
                  <a:lnTo>
                    <a:pt x="8185" y="5486400"/>
                  </a:lnTo>
                  <a:lnTo>
                    <a:pt x="11127" y="5537200"/>
                  </a:lnTo>
                  <a:lnTo>
                    <a:pt x="14514" y="5600700"/>
                  </a:lnTo>
                  <a:lnTo>
                    <a:pt x="18346" y="5651500"/>
                  </a:lnTo>
                  <a:lnTo>
                    <a:pt x="22620" y="5715000"/>
                  </a:lnTo>
                  <a:lnTo>
                    <a:pt x="27335" y="5765800"/>
                  </a:lnTo>
                  <a:lnTo>
                    <a:pt x="32489" y="5816600"/>
                  </a:lnTo>
                  <a:lnTo>
                    <a:pt x="38080" y="5880100"/>
                  </a:lnTo>
                  <a:lnTo>
                    <a:pt x="44107" y="5930900"/>
                  </a:lnTo>
                  <a:lnTo>
                    <a:pt x="50567" y="5981700"/>
                  </a:lnTo>
                  <a:lnTo>
                    <a:pt x="57459" y="6045200"/>
                  </a:lnTo>
                  <a:lnTo>
                    <a:pt x="64781" y="6096000"/>
                  </a:lnTo>
                  <a:lnTo>
                    <a:pt x="72532" y="6146800"/>
                  </a:lnTo>
                  <a:lnTo>
                    <a:pt x="80709" y="6197600"/>
                  </a:lnTo>
                  <a:lnTo>
                    <a:pt x="89311" y="6261100"/>
                  </a:lnTo>
                  <a:lnTo>
                    <a:pt x="98337" y="6311900"/>
                  </a:lnTo>
                  <a:lnTo>
                    <a:pt x="107784" y="6362700"/>
                  </a:lnTo>
                  <a:lnTo>
                    <a:pt x="117650" y="6413500"/>
                  </a:lnTo>
                  <a:lnTo>
                    <a:pt x="127934" y="6477000"/>
                  </a:lnTo>
                  <a:lnTo>
                    <a:pt x="138635" y="6527800"/>
                  </a:lnTo>
                  <a:lnTo>
                    <a:pt x="149750" y="6578600"/>
                  </a:lnTo>
                  <a:lnTo>
                    <a:pt x="161277" y="6629400"/>
                  </a:lnTo>
                  <a:lnTo>
                    <a:pt x="173215" y="6680200"/>
                  </a:lnTo>
                  <a:lnTo>
                    <a:pt x="185563" y="6731000"/>
                  </a:lnTo>
                  <a:lnTo>
                    <a:pt x="198317" y="6794500"/>
                  </a:lnTo>
                  <a:lnTo>
                    <a:pt x="211478" y="6845300"/>
                  </a:lnTo>
                  <a:lnTo>
                    <a:pt x="225042" y="6896100"/>
                  </a:lnTo>
                  <a:lnTo>
                    <a:pt x="239008" y="6946900"/>
                  </a:lnTo>
                  <a:lnTo>
                    <a:pt x="253375" y="6997700"/>
                  </a:lnTo>
                  <a:lnTo>
                    <a:pt x="268140" y="7048500"/>
                  </a:lnTo>
                  <a:lnTo>
                    <a:pt x="283302" y="7099300"/>
                  </a:lnTo>
                  <a:lnTo>
                    <a:pt x="298858" y="7150100"/>
                  </a:lnTo>
                  <a:lnTo>
                    <a:pt x="314809" y="7200900"/>
                  </a:lnTo>
                  <a:lnTo>
                    <a:pt x="331150" y="7251700"/>
                  </a:lnTo>
                  <a:lnTo>
                    <a:pt x="347882" y="7302500"/>
                  </a:lnTo>
                  <a:lnTo>
                    <a:pt x="365002" y="7353300"/>
                  </a:lnTo>
                  <a:lnTo>
                    <a:pt x="382507" y="7404100"/>
                  </a:lnTo>
                  <a:lnTo>
                    <a:pt x="400398" y="7454900"/>
                  </a:lnTo>
                  <a:lnTo>
                    <a:pt x="418671" y="7505700"/>
                  </a:lnTo>
                  <a:lnTo>
                    <a:pt x="437325" y="7556500"/>
                  </a:lnTo>
                  <a:lnTo>
                    <a:pt x="456358" y="7607300"/>
                  </a:lnTo>
                  <a:lnTo>
                    <a:pt x="475769" y="7658100"/>
                  </a:lnTo>
                  <a:lnTo>
                    <a:pt x="495556" y="7708900"/>
                  </a:lnTo>
                  <a:lnTo>
                    <a:pt x="515716" y="7759700"/>
                  </a:lnTo>
                  <a:lnTo>
                    <a:pt x="536249" y="7810500"/>
                  </a:lnTo>
                  <a:lnTo>
                    <a:pt x="557152" y="7861300"/>
                  </a:lnTo>
                  <a:lnTo>
                    <a:pt x="578424" y="7899400"/>
                  </a:lnTo>
                  <a:lnTo>
                    <a:pt x="600063" y="7950200"/>
                  </a:lnTo>
                  <a:lnTo>
                    <a:pt x="622067" y="8001000"/>
                  </a:lnTo>
                  <a:lnTo>
                    <a:pt x="644435" y="8051800"/>
                  </a:lnTo>
                  <a:lnTo>
                    <a:pt x="667164" y="8102600"/>
                  </a:lnTo>
                  <a:lnTo>
                    <a:pt x="690253" y="8140700"/>
                  </a:lnTo>
                  <a:lnTo>
                    <a:pt x="713701" y="8191500"/>
                  </a:lnTo>
                  <a:lnTo>
                    <a:pt x="737504" y="8242300"/>
                  </a:lnTo>
                  <a:lnTo>
                    <a:pt x="761663" y="8280400"/>
                  </a:lnTo>
                  <a:lnTo>
                    <a:pt x="786174" y="8331200"/>
                  </a:lnTo>
                  <a:lnTo>
                    <a:pt x="811036" y="8382000"/>
                  </a:lnTo>
                  <a:lnTo>
                    <a:pt x="836248" y="8420100"/>
                  </a:lnTo>
                  <a:lnTo>
                    <a:pt x="861808" y="8470900"/>
                  </a:lnTo>
                  <a:lnTo>
                    <a:pt x="887713" y="8521700"/>
                  </a:lnTo>
                  <a:lnTo>
                    <a:pt x="913963" y="8559800"/>
                  </a:lnTo>
                  <a:lnTo>
                    <a:pt x="940555" y="8610600"/>
                  </a:lnTo>
                  <a:lnTo>
                    <a:pt x="967487" y="8648700"/>
                  </a:lnTo>
                  <a:lnTo>
                    <a:pt x="994758" y="8699500"/>
                  </a:lnTo>
                  <a:lnTo>
                    <a:pt x="1022367" y="8750300"/>
                  </a:lnTo>
                  <a:lnTo>
                    <a:pt x="1050311" y="8788400"/>
                  </a:lnTo>
                  <a:lnTo>
                    <a:pt x="1078588" y="8839200"/>
                  </a:lnTo>
                  <a:lnTo>
                    <a:pt x="1107197" y="8877300"/>
                  </a:lnTo>
                  <a:lnTo>
                    <a:pt x="1136136" y="8915400"/>
                  </a:lnTo>
                  <a:lnTo>
                    <a:pt x="1165404" y="8966200"/>
                  </a:lnTo>
                  <a:lnTo>
                    <a:pt x="1194998" y="9004300"/>
                  </a:lnTo>
                  <a:lnTo>
                    <a:pt x="1224917" y="9055100"/>
                  </a:lnTo>
                  <a:lnTo>
                    <a:pt x="1255159" y="9093200"/>
                  </a:lnTo>
                  <a:lnTo>
                    <a:pt x="1285723" y="9131300"/>
                  </a:lnTo>
                  <a:lnTo>
                    <a:pt x="1316605" y="9182100"/>
                  </a:lnTo>
                  <a:lnTo>
                    <a:pt x="1347806" y="9220200"/>
                  </a:lnTo>
                  <a:lnTo>
                    <a:pt x="1379323" y="9258300"/>
                  </a:lnTo>
                  <a:lnTo>
                    <a:pt x="1411154" y="9309100"/>
                  </a:lnTo>
                  <a:lnTo>
                    <a:pt x="1443297" y="9347200"/>
                  </a:lnTo>
                  <a:lnTo>
                    <a:pt x="1475751" y="9385300"/>
                  </a:lnTo>
                  <a:lnTo>
                    <a:pt x="1508515" y="9423400"/>
                  </a:lnTo>
                  <a:lnTo>
                    <a:pt x="1541585" y="9474200"/>
                  </a:lnTo>
                  <a:lnTo>
                    <a:pt x="1574961" y="9512300"/>
                  </a:lnTo>
                  <a:lnTo>
                    <a:pt x="1608641" y="9550400"/>
                  </a:lnTo>
                  <a:lnTo>
                    <a:pt x="1676904" y="9626600"/>
                  </a:lnTo>
                  <a:lnTo>
                    <a:pt x="1746362" y="9702800"/>
                  </a:lnTo>
                  <a:lnTo>
                    <a:pt x="1781534" y="9753600"/>
                  </a:lnTo>
                  <a:lnTo>
                    <a:pt x="1816999" y="9791700"/>
                  </a:lnTo>
                  <a:lnTo>
                    <a:pt x="1888802" y="9867900"/>
                  </a:lnTo>
                  <a:lnTo>
                    <a:pt x="1961757" y="9944100"/>
                  </a:lnTo>
                  <a:lnTo>
                    <a:pt x="1998662" y="9969500"/>
                  </a:lnTo>
                  <a:lnTo>
                    <a:pt x="2073318" y="10045700"/>
                  </a:lnTo>
                  <a:lnTo>
                    <a:pt x="2149091" y="10121900"/>
                  </a:lnTo>
                  <a:lnTo>
                    <a:pt x="2225966" y="10198100"/>
                  </a:lnTo>
                  <a:lnTo>
                    <a:pt x="2264813" y="10223500"/>
                  </a:lnTo>
                  <a:lnTo>
                    <a:pt x="2303930" y="10261600"/>
                  </a:lnTo>
                  <a:lnTo>
                    <a:pt x="2339262" y="10287000"/>
                  </a:lnTo>
                  <a:lnTo>
                    <a:pt x="11308665" y="10287000"/>
                  </a:lnTo>
                  <a:lnTo>
                    <a:pt x="11343997" y="10261600"/>
                  </a:lnTo>
                  <a:lnTo>
                    <a:pt x="11383114" y="10223500"/>
                  </a:lnTo>
                  <a:lnTo>
                    <a:pt x="11421961" y="10198100"/>
                  </a:lnTo>
                  <a:lnTo>
                    <a:pt x="11498836" y="10121900"/>
                  </a:lnTo>
                  <a:lnTo>
                    <a:pt x="11574609" y="10045700"/>
                  </a:lnTo>
                  <a:lnTo>
                    <a:pt x="11649265" y="9969500"/>
                  </a:lnTo>
                  <a:lnTo>
                    <a:pt x="11686170" y="9944100"/>
                  </a:lnTo>
                  <a:lnTo>
                    <a:pt x="11759125" y="9867900"/>
                  </a:lnTo>
                  <a:lnTo>
                    <a:pt x="11830928" y="9791700"/>
                  </a:lnTo>
                  <a:lnTo>
                    <a:pt x="11866393" y="9753600"/>
                  </a:lnTo>
                  <a:lnTo>
                    <a:pt x="11901565" y="9702800"/>
                  </a:lnTo>
                  <a:lnTo>
                    <a:pt x="11971023" y="9626600"/>
                  </a:lnTo>
                  <a:lnTo>
                    <a:pt x="12039286" y="9550400"/>
                  </a:lnTo>
                  <a:lnTo>
                    <a:pt x="12072966" y="9512300"/>
                  </a:lnTo>
                  <a:lnTo>
                    <a:pt x="12106342" y="9474200"/>
                  </a:lnTo>
                  <a:lnTo>
                    <a:pt x="12139412" y="9423400"/>
                  </a:lnTo>
                  <a:lnTo>
                    <a:pt x="12172176" y="9385300"/>
                  </a:lnTo>
                  <a:lnTo>
                    <a:pt x="12204630" y="9347200"/>
                  </a:lnTo>
                  <a:lnTo>
                    <a:pt x="12236773" y="9309100"/>
                  </a:lnTo>
                  <a:lnTo>
                    <a:pt x="12268604" y="9258300"/>
                  </a:lnTo>
                  <a:lnTo>
                    <a:pt x="12300121" y="9220200"/>
                  </a:lnTo>
                  <a:lnTo>
                    <a:pt x="12331322" y="9182100"/>
                  </a:lnTo>
                  <a:lnTo>
                    <a:pt x="12362204" y="9131300"/>
                  </a:lnTo>
                  <a:lnTo>
                    <a:pt x="12392768" y="9093200"/>
                  </a:lnTo>
                  <a:lnTo>
                    <a:pt x="12423010" y="9055100"/>
                  </a:lnTo>
                  <a:lnTo>
                    <a:pt x="12452929" y="9004300"/>
                  </a:lnTo>
                  <a:lnTo>
                    <a:pt x="12482523" y="8966200"/>
                  </a:lnTo>
                  <a:lnTo>
                    <a:pt x="12511791" y="8915400"/>
                  </a:lnTo>
                  <a:lnTo>
                    <a:pt x="12540730" y="8877300"/>
                  </a:lnTo>
                  <a:lnTo>
                    <a:pt x="12569339" y="8839200"/>
                  </a:lnTo>
                  <a:lnTo>
                    <a:pt x="12597616" y="8788400"/>
                  </a:lnTo>
                  <a:lnTo>
                    <a:pt x="12625560" y="8750300"/>
                  </a:lnTo>
                  <a:lnTo>
                    <a:pt x="12653169" y="8699500"/>
                  </a:lnTo>
                  <a:lnTo>
                    <a:pt x="12680440" y="8648700"/>
                  </a:lnTo>
                  <a:lnTo>
                    <a:pt x="12707372" y="8610600"/>
                  </a:lnTo>
                  <a:lnTo>
                    <a:pt x="12733964" y="8559800"/>
                  </a:lnTo>
                  <a:lnTo>
                    <a:pt x="12760214" y="8521700"/>
                  </a:lnTo>
                  <a:lnTo>
                    <a:pt x="12786119" y="8470900"/>
                  </a:lnTo>
                  <a:lnTo>
                    <a:pt x="12811679" y="8420100"/>
                  </a:lnTo>
                  <a:lnTo>
                    <a:pt x="12836891" y="8382000"/>
                  </a:lnTo>
                  <a:lnTo>
                    <a:pt x="12861753" y="8331200"/>
                  </a:lnTo>
                  <a:lnTo>
                    <a:pt x="12886264" y="8280400"/>
                  </a:lnTo>
                  <a:lnTo>
                    <a:pt x="12910423" y="8242300"/>
                  </a:lnTo>
                  <a:lnTo>
                    <a:pt x="12934226" y="8191500"/>
                  </a:lnTo>
                  <a:lnTo>
                    <a:pt x="12957674" y="8140700"/>
                  </a:lnTo>
                  <a:lnTo>
                    <a:pt x="12980763" y="8102600"/>
                  </a:lnTo>
                  <a:lnTo>
                    <a:pt x="13003492" y="8051800"/>
                  </a:lnTo>
                  <a:lnTo>
                    <a:pt x="13025860" y="8001000"/>
                  </a:lnTo>
                  <a:lnTo>
                    <a:pt x="13047864" y="7950200"/>
                  </a:lnTo>
                  <a:lnTo>
                    <a:pt x="13069503" y="7899400"/>
                  </a:lnTo>
                  <a:lnTo>
                    <a:pt x="13090775" y="7861300"/>
                  </a:lnTo>
                  <a:lnTo>
                    <a:pt x="13111678" y="7810500"/>
                  </a:lnTo>
                  <a:lnTo>
                    <a:pt x="13132211" y="7759700"/>
                  </a:lnTo>
                  <a:lnTo>
                    <a:pt x="13152371" y="7708900"/>
                  </a:lnTo>
                  <a:lnTo>
                    <a:pt x="13172158" y="7658100"/>
                  </a:lnTo>
                  <a:lnTo>
                    <a:pt x="13191569" y="7607300"/>
                  </a:lnTo>
                  <a:lnTo>
                    <a:pt x="13210602" y="7556500"/>
                  </a:lnTo>
                  <a:lnTo>
                    <a:pt x="13229256" y="7505700"/>
                  </a:lnTo>
                  <a:lnTo>
                    <a:pt x="13247529" y="7454900"/>
                  </a:lnTo>
                  <a:lnTo>
                    <a:pt x="13265420" y="7404100"/>
                  </a:lnTo>
                  <a:lnTo>
                    <a:pt x="13282925" y="7353300"/>
                  </a:lnTo>
                  <a:lnTo>
                    <a:pt x="13300045" y="7302500"/>
                  </a:lnTo>
                  <a:lnTo>
                    <a:pt x="13316777" y="7251700"/>
                  </a:lnTo>
                  <a:lnTo>
                    <a:pt x="13333118" y="7200900"/>
                  </a:lnTo>
                  <a:lnTo>
                    <a:pt x="13349069" y="7150100"/>
                  </a:lnTo>
                  <a:lnTo>
                    <a:pt x="13364625" y="7099300"/>
                  </a:lnTo>
                  <a:lnTo>
                    <a:pt x="13379787" y="7048500"/>
                  </a:lnTo>
                  <a:lnTo>
                    <a:pt x="13394552" y="6997700"/>
                  </a:lnTo>
                  <a:lnTo>
                    <a:pt x="13408919" y="6946900"/>
                  </a:lnTo>
                  <a:lnTo>
                    <a:pt x="13422885" y="6896100"/>
                  </a:lnTo>
                  <a:lnTo>
                    <a:pt x="13436449" y="6845300"/>
                  </a:lnTo>
                  <a:lnTo>
                    <a:pt x="13449610" y="6794500"/>
                  </a:lnTo>
                  <a:lnTo>
                    <a:pt x="13462364" y="6731000"/>
                  </a:lnTo>
                  <a:lnTo>
                    <a:pt x="13474712" y="6680200"/>
                  </a:lnTo>
                  <a:lnTo>
                    <a:pt x="13486650" y="6629400"/>
                  </a:lnTo>
                  <a:lnTo>
                    <a:pt x="13498177" y="6578600"/>
                  </a:lnTo>
                  <a:lnTo>
                    <a:pt x="13509292" y="6527800"/>
                  </a:lnTo>
                  <a:lnTo>
                    <a:pt x="13519993" y="6477000"/>
                  </a:lnTo>
                  <a:lnTo>
                    <a:pt x="13530277" y="6413500"/>
                  </a:lnTo>
                  <a:lnTo>
                    <a:pt x="13540143" y="6362700"/>
                  </a:lnTo>
                  <a:lnTo>
                    <a:pt x="13549590" y="6311900"/>
                  </a:lnTo>
                  <a:lnTo>
                    <a:pt x="13558616" y="6261100"/>
                  </a:lnTo>
                  <a:lnTo>
                    <a:pt x="13567218" y="6197600"/>
                  </a:lnTo>
                  <a:lnTo>
                    <a:pt x="13575395" y="6146800"/>
                  </a:lnTo>
                  <a:lnTo>
                    <a:pt x="13583146" y="6096000"/>
                  </a:lnTo>
                  <a:lnTo>
                    <a:pt x="13590468" y="6045200"/>
                  </a:lnTo>
                  <a:lnTo>
                    <a:pt x="13597360" y="5981700"/>
                  </a:lnTo>
                  <a:lnTo>
                    <a:pt x="13603820" y="5930900"/>
                  </a:lnTo>
                  <a:lnTo>
                    <a:pt x="13609847" y="5880100"/>
                  </a:lnTo>
                  <a:lnTo>
                    <a:pt x="13615438" y="5816600"/>
                  </a:lnTo>
                  <a:lnTo>
                    <a:pt x="13620592" y="5765800"/>
                  </a:lnTo>
                  <a:lnTo>
                    <a:pt x="13625307" y="5715000"/>
                  </a:lnTo>
                  <a:lnTo>
                    <a:pt x="13629581" y="5651500"/>
                  </a:lnTo>
                  <a:lnTo>
                    <a:pt x="13633413" y="5600700"/>
                  </a:lnTo>
                  <a:lnTo>
                    <a:pt x="13636800" y="5537200"/>
                  </a:lnTo>
                  <a:lnTo>
                    <a:pt x="13639742" y="5486400"/>
                  </a:lnTo>
                  <a:lnTo>
                    <a:pt x="13642236" y="5435600"/>
                  </a:lnTo>
                  <a:lnTo>
                    <a:pt x="13644280" y="5372100"/>
                  </a:lnTo>
                  <a:lnTo>
                    <a:pt x="13645873" y="5321300"/>
                  </a:lnTo>
                  <a:lnTo>
                    <a:pt x="13647013" y="5257800"/>
                  </a:lnTo>
                  <a:lnTo>
                    <a:pt x="13647699" y="5207000"/>
                  </a:lnTo>
                  <a:lnTo>
                    <a:pt x="13647927" y="5143500"/>
                  </a:lnTo>
                  <a:lnTo>
                    <a:pt x="13647699" y="5092700"/>
                  </a:lnTo>
                  <a:lnTo>
                    <a:pt x="13647013" y="5041900"/>
                  </a:lnTo>
                  <a:lnTo>
                    <a:pt x="13645873" y="4978400"/>
                  </a:lnTo>
                  <a:lnTo>
                    <a:pt x="13644280" y="4927600"/>
                  </a:lnTo>
                  <a:lnTo>
                    <a:pt x="13642236" y="4864100"/>
                  </a:lnTo>
                  <a:lnTo>
                    <a:pt x="13639742" y="4813300"/>
                  </a:lnTo>
                  <a:lnTo>
                    <a:pt x="13636800" y="4762500"/>
                  </a:lnTo>
                  <a:lnTo>
                    <a:pt x="13633413" y="4699000"/>
                  </a:lnTo>
                  <a:lnTo>
                    <a:pt x="13629581" y="4648200"/>
                  </a:lnTo>
                  <a:lnTo>
                    <a:pt x="13625307" y="4584700"/>
                  </a:lnTo>
                  <a:lnTo>
                    <a:pt x="13620592" y="4533900"/>
                  </a:lnTo>
                  <a:lnTo>
                    <a:pt x="13615438" y="4483100"/>
                  </a:lnTo>
                  <a:lnTo>
                    <a:pt x="13609847" y="4419600"/>
                  </a:lnTo>
                  <a:lnTo>
                    <a:pt x="13603820" y="4368800"/>
                  </a:lnTo>
                  <a:lnTo>
                    <a:pt x="13597360" y="4318000"/>
                  </a:lnTo>
                  <a:lnTo>
                    <a:pt x="13590468" y="4254500"/>
                  </a:lnTo>
                  <a:lnTo>
                    <a:pt x="13583146" y="4203700"/>
                  </a:lnTo>
                  <a:lnTo>
                    <a:pt x="13575395" y="4152900"/>
                  </a:lnTo>
                  <a:lnTo>
                    <a:pt x="13567218" y="4102100"/>
                  </a:lnTo>
                  <a:lnTo>
                    <a:pt x="13558616" y="4038600"/>
                  </a:lnTo>
                  <a:lnTo>
                    <a:pt x="13549590" y="3987800"/>
                  </a:lnTo>
                  <a:lnTo>
                    <a:pt x="13540143" y="3937000"/>
                  </a:lnTo>
                  <a:lnTo>
                    <a:pt x="13530277" y="3886200"/>
                  </a:lnTo>
                  <a:lnTo>
                    <a:pt x="13519993" y="3822700"/>
                  </a:lnTo>
                  <a:lnTo>
                    <a:pt x="13509292" y="3771900"/>
                  </a:lnTo>
                  <a:lnTo>
                    <a:pt x="13498177" y="3721100"/>
                  </a:lnTo>
                  <a:lnTo>
                    <a:pt x="13486650" y="3670300"/>
                  </a:lnTo>
                  <a:lnTo>
                    <a:pt x="13474712" y="3619500"/>
                  </a:lnTo>
                  <a:lnTo>
                    <a:pt x="13462364" y="3568700"/>
                  </a:lnTo>
                  <a:lnTo>
                    <a:pt x="13449610" y="3505200"/>
                  </a:lnTo>
                  <a:lnTo>
                    <a:pt x="13436449" y="3454400"/>
                  </a:lnTo>
                  <a:lnTo>
                    <a:pt x="13422885" y="3403600"/>
                  </a:lnTo>
                  <a:lnTo>
                    <a:pt x="13408919" y="3352800"/>
                  </a:lnTo>
                  <a:lnTo>
                    <a:pt x="13394552" y="3302000"/>
                  </a:lnTo>
                  <a:lnTo>
                    <a:pt x="13379787" y="3251200"/>
                  </a:lnTo>
                  <a:lnTo>
                    <a:pt x="13364625" y="3200400"/>
                  </a:lnTo>
                  <a:lnTo>
                    <a:pt x="13349069" y="3149600"/>
                  </a:lnTo>
                  <a:lnTo>
                    <a:pt x="13333118" y="3098800"/>
                  </a:lnTo>
                  <a:lnTo>
                    <a:pt x="13316777" y="3048000"/>
                  </a:lnTo>
                  <a:lnTo>
                    <a:pt x="13300045" y="2997200"/>
                  </a:lnTo>
                  <a:lnTo>
                    <a:pt x="13282925" y="2946400"/>
                  </a:lnTo>
                  <a:lnTo>
                    <a:pt x="13265420" y="2895600"/>
                  </a:lnTo>
                  <a:lnTo>
                    <a:pt x="13247529" y="2844800"/>
                  </a:lnTo>
                  <a:lnTo>
                    <a:pt x="13229256" y="2794000"/>
                  </a:lnTo>
                  <a:lnTo>
                    <a:pt x="13210602" y="2743200"/>
                  </a:lnTo>
                  <a:lnTo>
                    <a:pt x="13191569" y="2692400"/>
                  </a:lnTo>
                  <a:lnTo>
                    <a:pt x="13172158" y="2641600"/>
                  </a:lnTo>
                  <a:lnTo>
                    <a:pt x="13152371" y="2590800"/>
                  </a:lnTo>
                  <a:lnTo>
                    <a:pt x="13132211" y="2540000"/>
                  </a:lnTo>
                  <a:lnTo>
                    <a:pt x="13111678" y="2489200"/>
                  </a:lnTo>
                  <a:lnTo>
                    <a:pt x="13090775" y="2438400"/>
                  </a:lnTo>
                  <a:lnTo>
                    <a:pt x="13069503" y="2400300"/>
                  </a:lnTo>
                  <a:lnTo>
                    <a:pt x="13047864" y="2349500"/>
                  </a:lnTo>
                  <a:lnTo>
                    <a:pt x="13025860" y="2298700"/>
                  </a:lnTo>
                  <a:lnTo>
                    <a:pt x="13003492" y="2247900"/>
                  </a:lnTo>
                  <a:lnTo>
                    <a:pt x="12980763" y="2197100"/>
                  </a:lnTo>
                  <a:lnTo>
                    <a:pt x="12957674" y="2159000"/>
                  </a:lnTo>
                  <a:lnTo>
                    <a:pt x="12934226" y="2108200"/>
                  </a:lnTo>
                  <a:lnTo>
                    <a:pt x="12910423" y="2057400"/>
                  </a:lnTo>
                  <a:lnTo>
                    <a:pt x="12886264" y="2019300"/>
                  </a:lnTo>
                  <a:lnTo>
                    <a:pt x="12861753" y="1968500"/>
                  </a:lnTo>
                  <a:lnTo>
                    <a:pt x="12836891" y="1917700"/>
                  </a:lnTo>
                  <a:lnTo>
                    <a:pt x="12811679" y="1879600"/>
                  </a:lnTo>
                  <a:lnTo>
                    <a:pt x="12786119" y="1828800"/>
                  </a:lnTo>
                  <a:lnTo>
                    <a:pt x="12760214" y="1778000"/>
                  </a:lnTo>
                  <a:lnTo>
                    <a:pt x="12733964" y="1739900"/>
                  </a:lnTo>
                  <a:lnTo>
                    <a:pt x="12707372" y="1689100"/>
                  </a:lnTo>
                  <a:lnTo>
                    <a:pt x="12680440" y="1651000"/>
                  </a:lnTo>
                  <a:lnTo>
                    <a:pt x="12653169" y="1600200"/>
                  </a:lnTo>
                  <a:lnTo>
                    <a:pt x="12625560" y="1549400"/>
                  </a:lnTo>
                  <a:lnTo>
                    <a:pt x="12597616" y="1511300"/>
                  </a:lnTo>
                  <a:lnTo>
                    <a:pt x="12569339" y="1460500"/>
                  </a:lnTo>
                  <a:lnTo>
                    <a:pt x="12540730" y="1422400"/>
                  </a:lnTo>
                  <a:lnTo>
                    <a:pt x="12511791" y="1384300"/>
                  </a:lnTo>
                  <a:lnTo>
                    <a:pt x="12482523" y="1333500"/>
                  </a:lnTo>
                  <a:lnTo>
                    <a:pt x="12452929" y="1295400"/>
                  </a:lnTo>
                  <a:lnTo>
                    <a:pt x="12423010" y="1244600"/>
                  </a:lnTo>
                  <a:lnTo>
                    <a:pt x="12392768" y="1206500"/>
                  </a:lnTo>
                  <a:lnTo>
                    <a:pt x="12362204" y="1168400"/>
                  </a:lnTo>
                  <a:lnTo>
                    <a:pt x="12331322" y="1117600"/>
                  </a:lnTo>
                  <a:lnTo>
                    <a:pt x="12300121" y="1079500"/>
                  </a:lnTo>
                  <a:lnTo>
                    <a:pt x="12268604" y="1041400"/>
                  </a:lnTo>
                  <a:lnTo>
                    <a:pt x="12236773" y="990600"/>
                  </a:lnTo>
                  <a:lnTo>
                    <a:pt x="12204630" y="952500"/>
                  </a:lnTo>
                  <a:lnTo>
                    <a:pt x="12172176" y="914400"/>
                  </a:lnTo>
                  <a:lnTo>
                    <a:pt x="12139412" y="876300"/>
                  </a:lnTo>
                  <a:lnTo>
                    <a:pt x="12106342" y="825500"/>
                  </a:lnTo>
                  <a:lnTo>
                    <a:pt x="12072966" y="787400"/>
                  </a:lnTo>
                  <a:lnTo>
                    <a:pt x="12039286" y="749300"/>
                  </a:lnTo>
                  <a:lnTo>
                    <a:pt x="11971023" y="673100"/>
                  </a:lnTo>
                  <a:lnTo>
                    <a:pt x="11901565" y="596900"/>
                  </a:lnTo>
                  <a:lnTo>
                    <a:pt x="11866393" y="546100"/>
                  </a:lnTo>
                  <a:lnTo>
                    <a:pt x="11795171" y="469900"/>
                  </a:lnTo>
                  <a:lnTo>
                    <a:pt x="11722790" y="393700"/>
                  </a:lnTo>
                  <a:lnTo>
                    <a:pt x="11686170" y="355600"/>
                  </a:lnTo>
                  <a:lnTo>
                    <a:pt x="11649265" y="330200"/>
                  </a:lnTo>
                  <a:lnTo>
                    <a:pt x="11574609" y="254000"/>
                  </a:lnTo>
                  <a:lnTo>
                    <a:pt x="11498836" y="177800"/>
                  </a:lnTo>
                  <a:lnTo>
                    <a:pt x="11421961" y="101600"/>
                  </a:lnTo>
                  <a:lnTo>
                    <a:pt x="11383114" y="76200"/>
                  </a:lnTo>
                  <a:lnTo>
                    <a:pt x="11343997" y="38100"/>
                  </a:lnTo>
                  <a:lnTo>
                    <a:pt x="11308665" y="0"/>
                  </a:lnTo>
                  <a:close/>
                </a:path>
              </a:pathLst>
            </a:custGeom>
            <a:solidFill>
              <a:srgbClr val="03669C">
                <a:alpha val="5294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3031" y="-3"/>
              <a:ext cx="12515342" cy="10287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67404" y="0"/>
              <a:ext cx="11553190" cy="10287000"/>
            </a:xfrm>
            <a:custGeom>
              <a:avLst/>
              <a:gdLst/>
              <a:ahLst/>
              <a:cxnLst/>
              <a:rect l="l" t="t" r="r" b="b"/>
              <a:pathLst>
                <a:path w="11553190" h="10287000">
                  <a:moveTo>
                    <a:pt x="8408601" y="0"/>
                  </a:moveTo>
                  <a:lnTo>
                    <a:pt x="3144588" y="0"/>
                  </a:lnTo>
                  <a:lnTo>
                    <a:pt x="3137970" y="12700"/>
                  </a:lnTo>
                  <a:lnTo>
                    <a:pt x="3097845" y="25400"/>
                  </a:lnTo>
                  <a:lnTo>
                    <a:pt x="3018149" y="76200"/>
                  </a:lnTo>
                  <a:lnTo>
                    <a:pt x="2978581" y="88900"/>
                  </a:lnTo>
                  <a:lnTo>
                    <a:pt x="2822215" y="190500"/>
                  </a:lnTo>
                  <a:lnTo>
                    <a:pt x="2783608" y="203200"/>
                  </a:lnTo>
                  <a:lnTo>
                    <a:pt x="2593551" y="330200"/>
                  </a:lnTo>
                  <a:lnTo>
                    <a:pt x="2408601" y="457200"/>
                  </a:lnTo>
                  <a:lnTo>
                    <a:pt x="2264448" y="558800"/>
                  </a:lnTo>
                  <a:lnTo>
                    <a:pt x="2228951" y="596900"/>
                  </a:lnTo>
                  <a:lnTo>
                    <a:pt x="2089174" y="698500"/>
                  </a:lnTo>
                  <a:lnTo>
                    <a:pt x="2054791" y="736600"/>
                  </a:lnTo>
                  <a:lnTo>
                    <a:pt x="1986707" y="787400"/>
                  </a:lnTo>
                  <a:lnTo>
                    <a:pt x="1953010" y="825500"/>
                  </a:lnTo>
                  <a:lnTo>
                    <a:pt x="1886313" y="876300"/>
                  </a:lnTo>
                  <a:lnTo>
                    <a:pt x="1853316" y="914400"/>
                  </a:lnTo>
                  <a:lnTo>
                    <a:pt x="1788033" y="965200"/>
                  </a:lnTo>
                  <a:lnTo>
                    <a:pt x="1755750" y="1003300"/>
                  </a:lnTo>
                  <a:lnTo>
                    <a:pt x="1723709" y="1028700"/>
                  </a:lnTo>
                  <a:lnTo>
                    <a:pt x="1691909" y="1066800"/>
                  </a:lnTo>
                  <a:lnTo>
                    <a:pt x="1660354" y="1092200"/>
                  </a:lnTo>
                  <a:lnTo>
                    <a:pt x="1629045" y="1130300"/>
                  </a:lnTo>
                  <a:lnTo>
                    <a:pt x="1597983" y="1155700"/>
                  </a:lnTo>
                  <a:lnTo>
                    <a:pt x="1567169" y="1193800"/>
                  </a:lnTo>
                  <a:lnTo>
                    <a:pt x="1536606" y="1231900"/>
                  </a:lnTo>
                  <a:lnTo>
                    <a:pt x="1506295" y="1257300"/>
                  </a:lnTo>
                  <a:lnTo>
                    <a:pt x="1476237" y="1295400"/>
                  </a:lnTo>
                  <a:lnTo>
                    <a:pt x="1446434" y="1320800"/>
                  </a:lnTo>
                  <a:lnTo>
                    <a:pt x="1416887" y="1358900"/>
                  </a:lnTo>
                  <a:lnTo>
                    <a:pt x="1387598" y="1397000"/>
                  </a:lnTo>
                  <a:lnTo>
                    <a:pt x="1358568" y="1422400"/>
                  </a:lnTo>
                  <a:lnTo>
                    <a:pt x="1329800" y="1460500"/>
                  </a:lnTo>
                  <a:lnTo>
                    <a:pt x="1301294" y="1498600"/>
                  </a:lnTo>
                  <a:lnTo>
                    <a:pt x="1273052" y="1536700"/>
                  </a:lnTo>
                  <a:lnTo>
                    <a:pt x="1245076" y="1562100"/>
                  </a:lnTo>
                  <a:lnTo>
                    <a:pt x="1217367" y="1600200"/>
                  </a:lnTo>
                  <a:lnTo>
                    <a:pt x="1189926" y="1638300"/>
                  </a:lnTo>
                  <a:lnTo>
                    <a:pt x="1162756" y="1676400"/>
                  </a:lnTo>
                  <a:lnTo>
                    <a:pt x="1135857" y="1714500"/>
                  </a:lnTo>
                  <a:lnTo>
                    <a:pt x="1109232" y="1739900"/>
                  </a:lnTo>
                  <a:lnTo>
                    <a:pt x="1082882" y="1778000"/>
                  </a:lnTo>
                  <a:lnTo>
                    <a:pt x="1056807" y="1816100"/>
                  </a:lnTo>
                  <a:lnTo>
                    <a:pt x="1031011" y="1854200"/>
                  </a:lnTo>
                  <a:lnTo>
                    <a:pt x="1005494" y="1892300"/>
                  </a:lnTo>
                  <a:lnTo>
                    <a:pt x="980258" y="1930400"/>
                  </a:lnTo>
                  <a:lnTo>
                    <a:pt x="955304" y="1968500"/>
                  </a:lnTo>
                  <a:lnTo>
                    <a:pt x="930634" y="2006600"/>
                  </a:lnTo>
                  <a:lnTo>
                    <a:pt x="906250" y="2044700"/>
                  </a:lnTo>
                  <a:lnTo>
                    <a:pt x="882153" y="2082800"/>
                  </a:lnTo>
                  <a:lnTo>
                    <a:pt x="858344" y="2120900"/>
                  </a:lnTo>
                  <a:lnTo>
                    <a:pt x="834825" y="2159000"/>
                  </a:lnTo>
                  <a:lnTo>
                    <a:pt x="811599" y="2197100"/>
                  </a:lnTo>
                  <a:lnTo>
                    <a:pt x="788665" y="2235200"/>
                  </a:lnTo>
                  <a:lnTo>
                    <a:pt x="766026" y="2273300"/>
                  </a:lnTo>
                  <a:lnTo>
                    <a:pt x="743683" y="2311400"/>
                  </a:lnTo>
                  <a:lnTo>
                    <a:pt x="721638" y="2349500"/>
                  </a:lnTo>
                  <a:lnTo>
                    <a:pt x="699892" y="2387600"/>
                  </a:lnTo>
                  <a:lnTo>
                    <a:pt x="678447" y="2425700"/>
                  </a:lnTo>
                  <a:lnTo>
                    <a:pt x="657304" y="2476500"/>
                  </a:lnTo>
                  <a:lnTo>
                    <a:pt x="636466" y="2514600"/>
                  </a:lnTo>
                  <a:lnTo>
                    <a:pt x="615932" y="2552700"/>
                  </a:lnTo>
                  <a:lnTo>
                    <a:pt x="595706" y="2590800"/>
                  </a:lnTo>
                  <a:lnTo>
                    <a:pt x="575788" y="2628900"/>
                  </a:lnTo>
                  <a:lnTo>
                    <a:pt x="556180" y="2679700"/>
                  </a:lnTo>
                  <a:lnTo>
                    <a:pt x="536884" y="2717800"/>
                  </a:lnTo>
                  <a:lnTo>
                    <a:pt x="517901" y="2755900"/>
                  </a:lnTo>
                  <a:lnTo>
                    <a:pt x="499232" y="2794000"/>
                  </a:lnTo>
                  <a:lnTo>
                    <a:pt x="480880" y="2844800"/>
                  </a:lnTo>
                  <a:lnTo>
                    <a:pt x="462845" y="2882900"/>
                  </a:lnTo>
                  <a:lnTo>
                    <a:pt x="445129" y="2921000"/>
                  </a:lnTo>
                  <a:lnTo>
                    <a:pt x="427734" y="2959100"/>
                  </a:lnTo>
                  <a:lnTo>
                    <a:pt x="410662" y="3009900"/>
                  </a:lnTo>
                  <a:lnTo>
                    <a:pt x="393913" y="3048000"/>
                  </a:lnTo>
                  <a:lnTo>
                    <a:pt x="377490" y="3086100"/>
                  </a:lnTo>
                  <a:lnTo>
                    <a:pt x="361393" y="3136900"/>
                  </a:lnTo>
                  <a:lnTo>
                    <a:pt x="345625" y="3175000"/>
                  </a:lnTo>
                  <a:lnTo>
                    <a:pt x="330187" y="3225800"/>
                  </a:lnTo>
                  <a:lnTo>
                    <a:pt x="315080" y="3263900"/>
                  </a:lnTo>
                  <a:lnTo>
                    <a:pt x="300306" y="3302000"/>
                  </a:lnTo>
                  <a:lnTo>
                    <a:pt x="285867" y="3352800"/>
                  </a:lnTo>
                  <a:lnTo>
                    <a:pt x="271764" y="3390900"/>
                  </a:lnTo>
                  <a:lnTo>
                    <a:pt x="257998" y="3441700"/>
                  </a:lnTo>
                  <a:lnTo>
                    <a:pt x="244572" y="3479800"/>
                  </a:lnTo>
                  <a:lnTo>
                    <a:pt x="231486" y="3530600"/>
                  </a:lnTo>
                  <a:lnTo>
                    <a:pt x="218742" y="3568700"/>
                  </a:lnTo>
                  <a:lnTo>
                    <a:pt x="206342" y="3619500"/>
                  </a:lnTo>
                  <a:lnTo>
                    <a:pt x="194287" y="3657600"/>
                  </a:lnTo>
                  <a:lnTo>
                    <a:pt x="182580" y="3708400"/>
                  </a:lnTo>
                  <a:lnTo>
                    <a:pt x="171220" y="3746500"/>
                  </a:lnTo>
                  <a:lnTo>
                    <a:pt x="160210" y="3797300"/>
                  </a:lnTo>
                  <a:lnTo>
                    <a:pt x="149552" y="3835400"/>
                  </a:lnTo>
                  <a:lnTo>
                    <a:pt x="139247" y="3886200"/>
                  </a:lnTo>
                  <a:lnTo>
                    <a:pt x="129296" y="3924300"/>
                  </a:lnTo>
                  <a:lnTo>
                    <a:pt x="119701" y="3975100"/>
                  </a:lnTo>
                  <a:lnTo>
                    <a:pt x="110463" y="4025900"/>
                  </a:lnTo>
                  <a:lnTo>
                    <a:pt x="101585" y="4064000"/>
                  </a:lnTo>
                  <a:lnTo>
                    <a:pt x="93067" y="4114800"/>
                  </a:lnTo>
                  <a:lnTo>
                    <a:pt x="84911" y="4152900"/>
                  </a:lnTo>
                  <a:lnTo>
                    <a:pt x="77119" y="4203700"/>
                  </a:lnTo>
                  <a:lnTo>
                    <a:pt x="69692" y="4254500"/>
                  </a:lnTo>
                  <a:lnTo>
                    <a:pt x="62632" y="4292600"/>
                  </a:lnTo>
                  <a:lnTo>
                    <a:pt x="55940" y="4343400"/>
                  </a:lnTo>
                  <a:lnTo>
                    <a:pt x="49617" y="4394200"/>
                  </a:lnTo>
                  <a:lnTo>
                    <a:pt x="43666" y="4432300"/>
                  </a:lnTo>
                  <a:lnTo>
                    <a:pt x="38088" y="4483100"/>
                  </a:lnTo>
                  <a:lnTo>
                    <a:pt x="32885" y="4533900"/>
                  </a:lnTo>
                  <a:lnTo>
                    <a:pt x="28057" y="4572000"/>
                  </a:lnTo>
                  <a:lnTo>
                    <a:pt x="23606" y="4622800"/>
                  </a:lnTo>
                  <a:lnTo>
                    <a:pt x="19535" y="4673600"/>
                  </a:lnTo>
                  <a:lnTo>
                    <a:pt x="15844" y="4724400"/>
                  </a:lnTo>
                  <a:lnTo>
                    <a:pt x="12535" y="4762500"/>
                  </a:lnTo>
                  <a:lnTo>
                    <a:pt x="9609" y="4813300"/>
                  </a:lnTo>
                  <a:lnTo>
                    <a:pt x="7069" y="4864100"/>
                  </a:lnTo>
                  <a:lnTo>
                    <a:pt x="4915" y="4914900"/>
                  </a:lnTo>
                  <a:lnTo>
                    <a:pt x="3150" y="4953000"/>
                  </a:lnTo>
                  <a:lnTo>
                    <a:pt x="1774" y="5003800"/>
                  </a:lnTo>
                  <a:lnTo>
                    <a:pt x="789" y="5054600"/>
                  </a:lnTo>
                  <a:lnTo>
                    <a:pt x="197" y="5105400"/>
                  </a:lnTo>
                  <a:lnTo>
                    <a:pt x="0" y="5143500"/>
                  </a:lnTo>
                  <a:lnTo>
                    <a:pt x="197" y="5194300"/>
                  </a:lnTo>
                  <a:lnTo>
                    <a:pt x="789" y="5245100"/>
                  </a:lnTo>
                  <a:lnTo>
                    <a:pt x="1774" y="5295900"/>
                  </a:lnTo>
                  <a:lnTo>
                    <a:pt x="3150" y="5346700"/>
                  </a:lnTo>
                  <a:lnTo>
                    <a:pt x="4915" y="5384800"/>
                  </a:lnTo>
                  <a:lnTo>
                    <a:pt x="7069" y="5435600"/>
                  </a:lnTo>
                  <a:lnTo>
                    <a:pt x="9609" y="5486400"/>
                  </a:lnTo>
                  <a:lnTo>
                    <a:pt x="12535" y="5537200"/>
                  </a:lnTo>
                  <a:lnTo>
                    <a:pt x="15844" y="5575300"/>
                  </a:lnTo>
                  <a:lnTo>
                    <a:pt x="19535" y="5626100"/>
                  </a:lnTo>
                  <a:lnTo>
                    <a:pt x="23606" y="5676900"/>
                  </a:lnTo>
                  <a:lnTo>
                    <a:pt x="28057" y="5727700"/>
                  </a:lnTo>
                  <a:lnTo>
                    <a:pt x="32885" y="5765800"/>
                  </a:lnTo>
                  <a:lnTo>
                    <a:pt x="38088" y="5816600"/>
                  </a:lnTo>
                  <a:lnTo>
                    <a:pt x="43666" y="5867400"/>
                  </a:lnTo>
                  <a:lnTo>
                    <a:pt x="49617" y="5905500"/>
                  </a:lnTo>
                  <a:lnTo>
                    <a:pt x="55940" y="5956300"/>
                  </a:lnTo>
                  <a:lnTo>
                    <a:pt x="62632" y="6007100"/>
                  </a:lnTo>
                  <a:lnTo>
                    <a:pt x="69692" y="6045200"/>
                  </a:lnTo>
                  <a:lnTo>
                    <a:pt x="77119" y="6096000"/>
                  </a:lnTo>
                  <a:lnTo>
                    <a:pt x="84911" y="6146800"/>
                  </a:lnTo>
                  <a:lnTo>
                    <a:pt x="93067" y="6184900"/>
                  </a:lnTo>
                  <a:lnTo>
                    <a:pt x="101585" y="6235700"/>
                  </a:lnTo>
                  <a:lnTo>
                    <a:pt x="110463" y="6273800"/>
                  </a:lnTo>
                  <a:lnTo>
                    <a:pt x="119701" y="6324600"/>
                  </a:lnTo>
                  <a:lnTo>
                    <a:pt x="129296" y="6375400"/>
                  </a:lnTo>
                  <a:lnTo>
                    <a:pt x="139247" y="6413500"/>
                  </a:lnTo>
                  <a:lnTo>
                    <a:pt x="149552" y="6464300"/>
                  </a:lnTo>
                  <a:lnTo>
                    <a:pt x="160210" y="6502400"/>
                  </a:lnTo>
                  <a:lnTo>
                    <a:pt x="171220" y="6553200"/>
                  </a:lnTo>
                  <a:lnTo>
                    <a:pt x="182580" y="6591300"/>
                  </a:lnTo>
                  <a:lnTo>
                    <a:pt x="194287" y="6642100"/>
                  </a:lnTo>
                  <a:lnTo>
                    <a:pt x="206342" y="6680200"/>
                  </a:lnTo>
                  <a:lnTo>
                    <a:pt x="218742" y="6731000"/>
                  </a:lnTo>
                  <a:lnTo>
                    <a:pt x="231486" y="6769100"/>
                  </a:lnTo>
                  <a:lnTo>
                    <a:pt x="244572" y="6819900"/>
                  </a:lnTo>
                  <a:lnTo>
                    <a:pt x="257998" y="6858000"/>
                  </a:lnTo>
                  <a:lnTo>
                    <a:pt x="271764" y="6908800"/>
                  </a:lnTo>
                  <a:lnTo>
                    <a:pt x="285867" y="6946900"/>
                  </a:lnTo>
                  <a:lnTo>
                    <a:pt x="300306" y="6997700"/>
                  </a:lnTo>
                  <a:lnTo>
                    <a:pt x="315080" y="7035800"/>
                  </a:lnTo>
                  <a:lnTo>
                    <a:pt x="330187" y="7073900"/>
                  </a:lnTo>
                  <a:lnTo>
                    <a:pt x="345625" y="7124700"/>
                  </a:lnTo>
                  <a:lnTo>
                    <a:pt x="361393" y="7162800"/>
                  </a:lnTo>
                  <a:lnTo>
                    <a:pt x="377490" y="7213600"/>
                  </a:lnTo>
                  <a:lnTo>
                    <a:pt x="393913" y="7251700"/>
                  </a:lnTo>
                  <a:lnTo>
                    <a:pt x="410662" y="7289800"/>
                  </a:lnTo>
                  <a:lnTo>
                    <a:pt x="427734" y="7340600"/>
                  </a:lnTo>
                  <a:lnTo>
                    <a:pt x="445129" y="7378700"/>
                  </a:lnTo>
                  <a:lnTo>
                    <a:pt x="462845" y="7416800"/>
                  </a:lnTo>
                  <a:lnTo>
                    <a:pt x="480880" y="7454900"/>
                  </a:lnTo>
                  <a:lnTo>
                    <a:pt x="499232" y="7505700"/>
                  </a:lnTo>
                  <a:lnTo>
                    <a:pt x="517901" y="7543800"/>
                  </a:lnTo>
                  <a:lnTo>
                    <a:pt x="536884" y="7581900"/>
                  </a:lnTo>
                  <a:lnTo>
                    <a:pt x="556180" y="7620000"/>
                  </a:lnTo>
                  <a:lnTo>
                    <a:pt x="575788" y="7670800"/>
                  </a:lnTo>
                  <a:lnTo>
                    <a:pt x="595706" y="7708900"/>
                  </a:lnTo>
                  <a:lnTo>
                    <a:pt x="615932" y="7747000"/>
                  </a:lnTo>
                  <a:lnTo>
                    <a:pt x="636466" y="7785100"/>
                  </a:lnTo>
                  <a:lnTo>
                    <a:pt x="657304" y="7823200"/>
                  </a:lnTo>
                  <a:lnTo>
                    <a:pt x="678447" y="7874000"/>
                  </a:lnTo>
                  <a:lnTo>
                    <a:pt x="699892" y="7912100"/>
                  </a:lnTo>
                  <a:lnTo>
                    <a:pt x="721638" y="7950200"/>
                  </a:lnTo>
                  <a:lnTo>
                    <a:pt x="743683" y="7988300"/>
                  </a:lnTo>
                  <a:lnTo>
                    <a:pt x="766026" y="8026400"/>
                  </a:lnTo>
                  <a:lnTo>
                    <a:pt x="788665" y="8064500"/>
                  </a:lnTo>
                  <a:lnTo>
                    <a:pt x="811599" y="8102600"/>
                  </a:lnTo>
                  <a:lnTo>
                    <a:pt x="834825" y="8140700"/>
                  </a:lnTo>
                  <a:lnTo>
                    <a:pt x="858344" y="8178800"/>
                  </a:lnTo>
                  <a:lnTo>
                    <a:pt x="882153" y="8216900"/>
                  </a:lnTo>
                  <a:lnTo>
                    <a:pt x="906250" y="8255000"/>
                  </a:lnTo>
                  <a:lnTo>
                    <a:pt x="930634" y="8293100"/>
                  </a:lnTo>
                  <a:lnTo>
                    <a:pt x="955304" y="8331200"/>
                  </a:lnTo>
                  <a:lnTo>
                    <a:pt x="980258" y="8369300"/>
                  </a:lnTo>
                  <a:lnTo>
                    <a:pt x="1005494" y="8407400"/>
                  </a:lnTo>
                  <a:lnTo>
                    <a:pt x="1031011" y="8445500"/>
                  </a:lnTo>
                  <a:lnTo>
                    <a:pt x="1056807" y="8483600"/>
                  </a:lnTo>
                  <a:lnTo>
                    <a:pt x="1082882" y="8521700"/>
                  </a:lnTo>
                  <a:lnTo>
                    <a:pt x="1109232" y="8559800"/>
                  </a:lnTo>
                  <a:lnTo>
                    <a:pt x="1135857" y="8585200"/>
                  </a:lnTo>
                  <a:lnTo>
                    <a:pt x="1162756" y="8623300"/>
                  </a:lnTo>
                  <a:lnTo>
                    <a:pt x="1189926" y="8661400"/>
                  </a:lnTo>
                  <a:lnTo>
                    <a:pt x="1217367" y="8699500"/>
                  </a:lnTo>
                  <a:lnTo>
                    <a:pt x="1245076" y="8737600"/>
                  </a:lnTo>
                  <a:lnTo>
                    <a:pt x="1273052" y="8763000"/>
                  </a:lnTo>
                  <a:lnTo>
                    <a:pt x="1301294" y="8801100"/>
                  </a:lnTo>
                  <a:lnTo>
                    <a:pt x="1329800" y="8839200"/>
                  </a:lnTo>
                  <a:lnTo>
                    <a:pt x="1358568" y="8877300"/>
                  </a:lnTo>
                  <a:lnTo>
                    <a:pt x="1387598" y="8902700"/>
                  </a:lnTo>
                  <a:lnTo>
                    <a:pt x="1416887" y="8940800"/>
                  </a:lnTo>
                  <a:lnTo>
                    <a:pt x="1446434" y="8978900"/>
                  </a:lnTo>
                  <a:lnTo>
                    <a:pt x="1476237" y="9004300"/>
                  </a:lnTo>
                  <a:lnTo>
                    <a:pt x="1506295" y="9042400"/>
                  </a:lnTo>
                  <a:lnTo>
                    <a:pt x="1536606" y="9067800"/>
                  </a:lnTo>
                  <a:lnTo>
                    <a:pt x="1567169" y="9105900"/>
                  </a:lnTo>
                  <a:lnTo>
                    <a:pt x="1597983" y="9144000"/>
                  </a:lnTo>
                  <a:lnTo>
                    <a:pt x="1629045" y="9169400"/>
                  </a:lnTo>
                  <a:lnTo>
                    <a:pt x="1660354" y="9207500"/>
                  </a:lnTo>
                  <a:lnTo>
                    <a:pt x="1691909" y="9232900"/>
                  </a:lnTo>
                  <a:lnTo>
                    <a:pt x="1723709" y="9271000"/>
                  </a:lnTo>
                  <a:lnTo>
                    <a:pt x="1755750" y="9296400"/>
                  </a:lnTo>
                  <a:lnTo>
                    <a:pt x="1788033" y="9334500"/>
                  </a:lnTo>
                  <a:lnTo>
                    <a:pt x="1853316" y="9385300"/>
                  </a:lnTo>
                  <a:lnTo>
                    <a:pt x="1886313" y="9423400"/>
                  </a:lnTo>
                  <a:lnTo>
                    <a:pt x="1953010" y="9474200"/>
                  </a:lnTo>
                  <a:lnTo>
                    <a:pt x="1986707" y="9512300"/>
                  </a:lnTo>
                  <a:lnTo>
                    <a:pt x="2054791" y="9563100"/>
                  </a:lnTo>
                  <a:lnTo>
                    <a:pt x="2089174" y="9601200"/>
                  </a:lnTo>
                  <a:lnTo>
                    <a:pt x="2228951" y="9702800"/>
                  </a:lnTo>
                  <a:lnTo>
                    <a:pt x="2264448" y="9740900"/>
                  </a:lnTo>
                  <a:lnTo>
                    <a:pt x="2408601" y="9842500"/>
                  </a:lnTo>
                  <a:lnTo>
                    <a:pt x="2593551" y="9969500"/>
                  </a:lnTo>
                  <a:lnTo>
                    <a:pt x="2783608" y="10096500"/>
                  </a:lnTo>
                  <a:lnTo>
                    <a:pt x="2822215" y="10109200"/>
                  </a:lnTo>
                  <a:lnTo>
                    <a:pt x="2978581" y="10210800"/>
                  </a:lnTo>
                  <a:lnTo>
                    <a:pt x="3018149" y="10223500"/>
                  </a:lnTo>
                  <a:lnTo>
                    <a:pt x="3097845" y="10274300"/>
                  </a:lnTo>
                  <a:lnTo>
                    <a:pt x="3137970" y="10287000"/>
                  </a:lnTo>
                  <a:lnTo>
                    <a:pt x="8415219" y="10287000"/>
                  </a:lnTo>
                  <a:lnTo>
                    <a:pt x="8455344" y="10274300"/>
                  </a:lnTo>
                  <a:lnTo>
                    <a:pt x="8535040" y="10223500"/>
                  </a:lnTo>
                  <a:lnTo>
                    <a:pt x="8574608" y="10210800"/>
                  </a:lnTo>
                  <a:lnTo>
                    <a:pt x="8730974" y="10109200"/>
                  </a:lnTo>
                  <a:lnTo>
                    <a:pt x="8769581" y="10096500"/>
                  </a:lnTo>
                  <a:lnTo>
                    <a:pt x="8959638" y="9969500"/>
                  </a:lnTo>
                  <a:lnTo>
                    <a:pt x="9144588" y="9842500"/>
                  </a:lnTo>
                  <a:lnTo>
                    <a:pt x="9288741" y="9740900"/>
                  </a:lnTo>
                  <a:lnTo>
                    <a:pt x="9324238" y="9702800"/>
                  </a:lnTo>
                  <a:lnTo>
                    <a:pt x="9464015" y="9601200"/>
                  </a:lnTo>
                  <a:lnTo>
                    <a:pt x="9498398" y="9563100"/>
                  </a:lnTo>
                  <a:lnTo>
                    <a:pt x="9566482" y="9512300"/>
                  </a:lnTo>
                  <a:lnTo>
                    <a:pt x="9600179" y="9474200"/>
                  </a:lnTo>
                  <a:lnTo>
                    <a:pt x="9666876" y="9423400"/>
                  </a:lnTo>
                  <a:lnTo>
                    <a:pt x="9699873" y="9385300"/>
                  </a:lnTo>
                  <a:lnTo>
                    <a:pt x="9765156" y="9334500"/>
                  </a:lnTo>
                  <a:lnTo>
                    <a:pt x="9797439" y="9296400"/>
                  </a:lnTo>
                  <a:lnTo>
                    <a:pt x="9829480" y="9271000"/>
                  </a:lnTo>
                  <a:lnTo>
                    <a:pt x="9861280" y="9232900"/>
                  </a:lnTo>
                  <a:lnTo>
                    <a:pt x="9892835" y="9207500"/>
                  </a:lnTo>
                  <a:lnTo>
                    <a:pt x="9924144" y="9169400"/>
                  </a:lnTo>
                  <a:lnTo>
                    <a:pt x="9955206" y="9144000"/>
                  </a:lnTo>
                  <a:lnTo>
                    <a:pt x="9986020" y="9105900"/>
                  </a:lnTo>
                  <a:lnTo>
                    <a:pt x="10016583" y="9067800"/>
                  </a:lnTo>
                  <a:lnTo>
                    <a:pt x="10046894" y="9042400"/>
                  </a:lnTo>
                  <a:lnTo>
                    <a:pt x="10076952" y="9004300"/>
                  </a:lnTo>
                  <a:lnTo>
                    <a:pt x="10106755" y="8978900"/>
                  </a:lnTo>
                  <a:lnTo>
                    <a:pt x="10136302" y="8940800"/>
                  </a:lnTo>
                  <a:lnTo>
                    <a:pt x="10165591" y="8902700"/>
                  </a:lnTo>
                  <a:lnTo>
                    <a:pt x="10194621" y="8877300"/>
                  </a:lnTo>
                  <a:lnTo>
                    <a:pt x="10223389" y="8839200"/>
                  </a:lnTo>
                  <a:lnTo>
                    <a:pt x="10251895" y="8801100"/>
                  </a:lnTo>
                  <a:lnTo>
                    <a:pt x="10280137" y="8763000"/>
                  </a:lnTo>
                  <a:lnTo>
                    <a:pt x="10308113" y="8737600"/>
                  </a:lnTo>
                  <a:lnTo>
                    <a:pt x="10335822" y="8699500"/>
                  </a:lnTo>
                  <a:lnTo>
                    <a:pt x="10363263" y="8661400"/>
                  </a:lnTo>
                  <a:lnTo>
                    <a:pt x="10390433" y="8623300"/>
                  </a:lnTo>
                  <a:lnTo>
                    <a:pt x="10417332" y="8585200"/>
                  </a:lnTo>
                  <a:lnTo>
                    <a:pt x="10443957" y="8559800"/>
                  </a:lnTo>
                  <a:lnTo>
                    <a:pt x="10470307" y="8521700"/>
                  </a:lnTo>
                  <a:lnTo>
                    <a:pt x="10496382" y="8483600"/>
                  </a:lnTo>
                  <a:lnTo>
                    <a:pt x="10522178" y="8445500"/>
                  </a:lnTo>
                  <a:lnTo>
                    <a:pt x="10547695" y="8407400"/>
                  </a:lnTo>
                  <a:lnTo>
                    <a:pt x="10572931" y="8369300"/>
                  </a:lnTo>
                  <a:lnTo>
                    <a:pt x="10597885" y="8331200"/>
                  </a:lnTo>
                  <a:lnTo>
                    <a:pt x="10622555" y="8293100"/>
                  </a:lnTo>
                  <a:lnTo>
                    <a:pt x="10646939" y="8255000"/>
                  </a:lnTo>
                  <a:lnTo>
                    <a:pt x="10671036" y="8216900"/>
                  </a:lnTo>
                  <a:lnTo>
                    <a:pt x="10694845" y="8178800"/>
                  </a:lnTo>
                  <a:lnTo>
                    <a:pt x="10718364" y="8140700"/>
                  </a:lnTo>
                  <a:lnTo>
                    <a:pt x="10741590" y="8102600"/>
                  </a:lnTo>
                  <a:lnTo>
                    <a:pt x="10764524" y="8064500"/>
                  </a:lnTo>
                  <a:lnTo>
                    <a:pt x="10787163" y="8026400"/>
                  </a:lnTo>
                  <a:lnTo>
                    <a:pt x="10809506" y="7988300"/>
                  </a:lnTo>
                  <a:lnTo>
                    <a:pt x="10831551" y="7950200"/>
                  </a:lnTo>
                  <a:lnTo>
                    <a:pt x="10853297" y="7912100"/>
                  </a:lnTo>
                  <a:lnTo>
                    <a:pt x="10874742" y="7874000"/>
                  </a:lnTo>
                  <a:lnTo>
                    <a:pt x="10895885" y="7823200"/>
                  </a:lnTo>
                  <a:lnTo>
                    <a:pt x="10916723" y="7785100"/>
                  </a:lnTo>
                  <a:lnTo>
                    <a:pt x="10937257" y="7747000"/>
                  </a:lnTo>
                  <a:lnTo>
                    <a:pt x="10957483" y="7708900"/>
                  </a:lnTo>
                  <a:lnTo>
                    <a:pt x="10977401" y="7670800"/>
                  </a:lnTo>
                  <a:lnTo>
                    <a:pt x="10997009" y="7620000"/>
                  </a:lnTo>
                  <a:lnTo>
                    <a:pt x="11016305" y="7581900"/>
                  </a:lnTo>
                  <a:lnTo>
                    <a:pt x="11035288" y="7543800"/>
                  </a:lnTo>
                  <a:lnTo>
                    <a:pt x="11053957" y="7505700"/>
                  </a:lnTo>
                  <a:lnTo>
                    <a:pt x="11072309" y="7454900"/>
                  </a:lnTo>
                  <a:lnTo>
                    <a:pt x="11090344" y="7416800"/>
                  </a:lnTo>
                  <a:lnTo>
                    <a:pt x="11108060" y="7378700"/>
                  </a:lnTo>
                  <a:lnTo>
                    <a:pt x="11125455" y="7340600"/>
                  </a:lnTo>
                  <a:lnTo>
                    <a:pt x="11142527" y="7289800"/>
                  </a:lnTo>
                  <a:lnTo>
                    <a:pt x="11159276" y="7251700"/>
                  </a:lnTo>
                  <a:lnTo>
                    <a:pt x="11175699" y="7213600"/>
                  </a:lnTo>
                  <a:lnTo>
                    <a:pt x="11191796" y="7162800"/>
                  </a:lnTo>
                  <a:lnTo>
                    <a:pt x="11207564" y="7124700"/>
                  </a:lnTo>
                  <a:lnTo>
                    <a:pt x="11223002" y="7073900"/>
                  </a:lnTo>
                  <a:lnTo>
                    <a:pt x="11238109" y="7035800"/>
                  </a:lnTo>
                  <a:lnTo>
                    <a:pt x="11252883" y="6997700"/>
                  </a:lnTo>
                  <a:lnTo>
                    <a:pt x="11267322" y="6946900"/>
                  </a:lnTo>
                  <a:lnTo>
                    <a:pt x="11281425" y="6908800"/>
                  </a:lnTo>
                  <a:lnTo>
                    <a:pt x="11295191" y="6858000"/>
                  </a:lnTo>
                  <a:lnTo>
                    <a:pt x="11308617" y="6819900"/>
                  </a:lnTo>
                  <a:lnTo>
                    <a:pt x="11321703" y="6769100"/>
                  </a:lnTo>
                  <a:lnTo>
                    <a:pt x="11334447" y="6731000"/>
                  </a:lnTo>
                  <a:lnTo>
                    <a:pt x="11346847" y="6680200"/>
                  </a:lnTo>
                  <a:lnTo>
                    <a:pt x="11358902" y="6642100"/>
                  </a:lnTo>
                  <a:lnTo>
                    <a:pt x="11370609" y="6591300"/>
                  </a:lnTo>
                  <a:lnTo>
                    <a:pt x="11381969" y="6553200"/>
                  </a:lnTo>
                  <a:lnTo>
                    <a:pt x="11392979" y="6502400"/>
                  </a:lnTo>
                  <a:lnTo>
                    <a:pt x="11403637" y="6464300"/>
                  </a:lnTo>
                  <a:lnTo>
                    <a:pt x="11413942" y="6413500"/>
                  </a:lnTo>
                  <a:lnTo>
                    <a:pt x="11423893" y="6375400"/>
                  </a:lnTo>
                  <a:lnTo>
                    <a:pt x="11433488" y="6324600"/>
                  </a:lnTo>
                  <a:lnTo>
                    <a:pt x="11442726" y="6273800"/>
                  </a:lnTo>
                  <a:lnTo>
                    <a:pt x="11451604" y="6235700"/>
                  </a:lnTo>
                  <a:lnTo>
                    <a:pt x="11460122" y="6184900"/>
                  </a:lnTo>
                  <a:lnTo>
                    <a:pt x="11468278" y="6146800"/>
                  </a:lnTo>
                  <a:lnTo>
                    <a:pt x="11476070" y="6096000"/>
                  </a:lnTo>
                  <a:lnTo>
                    <a:pt x="11483497" y="6045200"/>
                  </a:lnTo>
                  <a:lnTo>
                    <a:pt x="11490557" y="6007100"/>
                  </a:lnTo>
                  <a:lnTo>
                    <a:pt x="11497249" y="5956300"/>
                  </a:lnTo>
                  <a:lnTo>
                    <a:pt x="11503572" y="5905500"/>
                  </a:lnTo>
                  <a:lnTo>
                    <a:pt x="11509523" y="5867400"/>
                  </a:lnTo>
                  <a:lnTo>
                    <a:pt x="11515101" y="5816600"/>
                  </a:lnTo>
                  <a:lnTo>
                    <a:pt x="11520304" y="5765800"/>
                  </a:lnTo>
                  <a:lnTo>
                    <a:pt x="11525132" y="5727700"/>
                  </a:lnTo>
                  <a:lnTo>
                    <a:pt x="11529583" y="5676900"/>
                  </a:lnTo>
                  <a:lnTo>
                    <a:pt x="11533654" y="5626100"/>
                  </a:lnTo>
                  <a:lnTo>
                    <a:pt x="11537345" y="5575300"/>
                  </a:lnTo>
                  <a:lnTo>
                    <a:pt x="11540654" y="5537200"/>
                  </a:lnTo>
                  <a:lnTo>
                    <a:pt x="11543580" y="5486400"/>
                  </a:lnTo>
                  <a:lnTo>
                    <a:pt x="11546120" y="5435600"/>
                  </a:lnTo>
                  <a:lnTo>
                    <a:pt x="11548274" y="5384800"/>
                  </a:lnTo>
                  <a:lnTo>
                    <a:pt x="11550039" y="5346700"/>
                  </a:lnTo>
                  <a:lnTo>
                    <a:pt x="11551415" y="5295900"/>
                  </a:lnTo>
                  <a:lnTo>
                    <a:pt x="11552400" y="5245100"/>
                  </a:lnTo>
                  <a:lnTo>
                    <a:pt x="11552992" y="5194300"/>
                  </a:lnTo>
                  <a:lnTo>
                    <a:pt x="11553190" y="5143500"/>
                  </a:lnTo>
                  <a:lnTo>
                    <a:pt x="11552992" y="5105400"/>
                  </a:lnTo>
                  <a:lnTo>
                    <a:pt x="11552400" y="5054600"/>
                  </a:lnTo>
                  <a:lnTo>
                    <a:pt x="11551415" y="5003800"/>
                  </a:lnTo>
                  <a:lnTo>
                    <a:pt x="11550039" y="4953000"/>
                  </a:lnTo>
                  <a:lnTo>
                    <a:pt x="11548274" y="4914900"/>
                  </a:lnTo>
                  <a:lnTo>
                    <a:pt x="11546120" y="4864100"/>
                  </a:lnTo>
                  <a:lnTo>
                    <a:pt x="11543580" y="4813300"/>
                  </a:lnTo>
                  <a:lnTo>
                    <a:pt x="11540654" y="4762500"/>
                  </a:lnTo>
                  <a:lnTo>
                    <a:pt x="11537345" y="4724400"/>
                  </a:lnTo>
                  <a:lnTo>
                    <a:pt x="11533654" y="4673600"/>
                  </a:lnTo>
                  <a:lnTo>
                    <a:pt x="11529583" y="4622800"/>
                  </a:lnTo>
                  <a:lnTo>
                    <a:pt x="11525132" y="4572000"/>
                  </a:lnTo>
                  <a:lnTo>
                    <a:pt x="11520304" y="4533900"/>
                  </a:lnTo>
                  <a:lnTo>
                    <a:pt x="11515101" y="4483100"/>
                  </a:lnTo>
                  <a:lnTo>
                    <a:pt x="11509523" y="4432300"/>
                  </a:lnTo>
                  <a:lnTo>
                    <a:pt x="11503572" y="4394200"/>
                  </a:lnTo>
                  <a:lnTo>
                    <a:pt x="11497249" y="4343400"/>
                  </a:lnTo>
                  <a:lnTo>
                    <a:pt x="11490557" y="4292600"/>
                  </a:lnTo>
                  <a:lnTo>
                    <a:pt x="11483497" y="4254500"/>
                  </a:lnTo>
                  <a:lnTo>
                    <a:pt x="11476070" y="4203700"/>
                  </a:lnTo>
                  <a:lnTo>
                    <a:pt x="11468278" y="4152900"/>
                  </a:lnTo>
                  <a:lnTo>
                    <a:pt x="11460122" y="4114800"/>
                  </a:lnTo>
                  <a:lnTo>
                    <a:pt x="11451604" y="4064000"/>
                  </a:lnTo>
                  <a:lnTo>
                    <a:pt x="11442726" y="4025900"/>
                  </a:lnTo>
                  <a:lnTo>
                    <a:pt x="11433488" y="3975100"/>
                  </a:lnTo>
                  <a:lnTo>
                    <a:pt x="11423893" y="3924300"/>
                  </a:lnTo>
                  <a:lnTo>
                    <a:pt x="11413942" y="3886200"/>
                  </a:lnTo>
                  <a:lnTo>
                    <a:pt x="11403637" y="3835400"/>
                  </a:lnTo>
                  <a:lnTo>
                    <a:pt x="11392979" y="3797300"/>
                  </a:lnTo>
                  <a:lnTo>
                    <a:pt x="11381969" y="3746500"/>
                  </a:lnTo>
                  <a:lnTo>
                    <a:pt x="11370609" y="3708400"/>
                  </a:lnTo>
                  <a:lnTo>
                    <a:pt x="11358902" y="3657600"/>
                  </a:lnTo>
                  <a:lnTo>
                    <a:pt x="11346847" y="3619500"/>
                  </a:lnTo>
                  <a:lnTo>
                    <a:pt x="11334447" y="3568700"/>
                  </a:lnTo>
                  <a:lnTo>
                    <a:pt x="11321703" y="3530600"/>
                  </a:lnTo>
                  <a:lnTo>
                    <a:pt x="11308617" y="3479800"/>
                  </a:lnTo>
                  <a:lnTo>
                    <a:pt x="11295191" y="3441700"/>
                  </a:lnTo>
                  <a:lnTo>
                    <a:pt x="11281425" y="3390900"/>
                  </a:lnTo>
                  <a:lnTo>
                    <a:pt x="11267322" y="3352800"/>
                  </a:lnTo>
                  <a:lnTo>
                    <a:pt x="11252883" y="3302000"/>
                  </a:lnTo>
                  <a:lnTo>
                    <a:pt x="11238109" y="3263900"/>
                  </a:lnTo>
                  <a:lnTo>
                    <a:pt x="11223002" y="3225800"/>
                  </a:lnTo>
                  <a:lnTo>
                    <a:pt x="11207564" y="3175000"/>
                  </a:lnTo>
                  <a:lnTo>
                    <a:pt x="11191796" y="3136900"/>
                  </a:lnTo>
                  <a:lnTo>
                    <a:pt x="11175699" y="3086100"/>
                  </a:lnTo>
                  <a:lnTo>
                    <a:pt x="11159276" y="3048000"/>
                  </a:lnTo>
                  <a:lnTo>
                    <a:pt x="11142527" y="3009900"/>
                  </a:lnTo>
                  <a:lnTo>
                    <a:pt x="11125455" y="2959100"/>
                  </a:lnTo>
                  <a:lnTo>
                    <a:pt x="11108060" y="2921000"/>
                  </a:lnTo>
                  <a:lnTo>
                    <a:pt x="11090344" y="2882900"/>
                  </a:lnTo>
                  <a:lnTo>
                    <a:pt x="11072309" y="2844800"/>
                  </a:lnTo>
                  <a:lnTo>
                    <a:pt x="11053957" y="2794000"/>
                  </a:lnTo>
                  <a:lnTo>
                    <a:pt x="11035288" y="2755900"/>
                  </a:lnTo>
                  <a:lnTo>
                    <a:pt x="11016305" y="2717800"/>
                  </a:lnTo>
                  <a:lnTo>
                    <a:pt x="10997009" y="2679700"/>
                  </a:lnTo>
                  <a:lnTo>
                    <a:pt x="10977401" y="2628900"/>
                  </a:lnTo>
                  <a:lnTo>
                    <a:pt x="10957483" y="2590800"/>
                  </a:lnTo>
                  <a:lnTo>
                    <a:pt x="10937257" y="2552700"/>
                  </a:lnTo>
                  <a:lnTo>
                    <a:pt x="10916723" y="2514600"/>
                  </a:lnTo>
                  <a:lnTo>
                    <a:pt x="10895885" y="2476500"/>
                  </a:lnTo>
                  <a:lnTo>
                    <a:pt x="10874742" y="2425700"/>
                  </a:lnTo>
                  <a:lnTo>
                    <a:pt x="10853297" y="2387600"/>
                  </a:lnTo>
                  <a:lnTo>
                    <a:pt x="10831551" y="2349500"/>
                  </a:lnTo>
                  <a:lnTo>
                    <a:pt x="10809506" y="2311400"/>
                  </a:lnTo>
                  <a:lnTo>
                    <a:pt x="10787163" y="2273300"/>
                  </a:lnTo>
                  <a:lnTo>
                    <a:pt x="10764524" y="2235200"/>
                  </a:lnTo>
                  <a:lnTo>
                    <a:pt x="10741590" y="2197100"/>
                  </a:lnTo>
                  <a:lnTo>
                    <a:pt x="10718364" y="2159000"/>
                  </a:lnTo>
                  <a:lnTo>
                    <a:pt x="10694845" y="2120900"/>
                  </a:lnTo>
                  <a:lnTo>
                    <a:pt x="10671036" y="2082800"/>
                  </a:lnTo>
                  <a:lnTo>
                    <a:pt x="10646939" y="2044700"/>
                  </a:lnTo>
                  <a:lnTo>
                    <a:pt x="10622555" y="2006600"/>
                  </a:lnTo>
                  <a:lnTo>
                    <a:pt x="10597885" y="1968500"/>
                  </a:lnTo>
                  <a:lnTo>
                    <a:pt x="10572931" y="1930400"/>
                  </a:lnTo>
                  <a:lnTo>
                    <a:pt x="10547695" y="1892300"/>
                  </a:lnTo>
                  <a:lnTo>
                    <a:pt x="10522178" y="1854200"/>
                  </a:lnTo>
                  <a:lnTo>
                    <a:pt x="10496382" y="1816100"/>
                  </a:lnTo>
                  <a:lnTo>
                    <a:pt x="10470307" y="1778000"/>
                  </a:lnTo>
                  <a:lnTo>
                    <a:pt x="10443957" y="1739900"/>
                  </a:lnTo>
                  <a:lnTo>
                    <a:pt x="10417332" y="1714500"/>
                  </a:lnTo>
                  <a:lnTo>
                    <a:pt x="10390433" y="1676400"/>
                  </a:lnTo>
                  <a:lnTo>
                    <a:pt x="10363263" y="1638300"/>
                  </a:lnTo>
                  <a:lnTo>
                    <a:pt x="10335822" y="1600200"/>
                  </a:lnTo>
                  <a:lnTo>
                    <a:pt x="10308113" y="1562100"/>
                  </a:lnTo>
                  <a:lnTo>
                    <a:pt x="10280137" y="1536700"/>
                  </a:lnTo>
                  <a:lnTo>
                    <a:pt x="10251895" y="1498600"/>
                  </a:lnTo>
                  <a:lnTo>
                    <a:pt x="10223389" y="1460500"/>
                  </a:lnTo>
                  <a:lnTo>
                    <a:pt x="10194621" y="1422400"/>
                  </a:lnTo>
                  <a:lnTo>
                    <a:pt x="10165591" y="1397000"/>
                  </a:lnTo>
                  <a:lnTo>
                    <a:pt x="10136302" y="1358900"/>
                  </a:lnTo>
                  <a:lnTo>
                    <a:pt x="10106755" y="1320800"/>
                  </a:lnTo>
                  <a:lnTo>
                    <a:pt x="10076952" y="1295400"/>
                  </a:lnTo>
                  <a:lnTo>
                    <a:pt x="10046894" y="1257300"/>
                  </a:lnTo>
                  <a:lnTo>
                    <a:pt x="10016583" y="1231900"/>
                  </a:lnTo>
                  <a:lnTo>
                    <a:pt x="9986020" y="1193800"/>
                  </a:lnTo>
                  <a:lnTo>
                    <a:pt x="9955206" y="1155700"/>
                  </a:lnTo>
                  <a:lnTo>
                    <a:pt x="9924144" y="1130300"/>
                  </a:lnTo>
                  <a:lnTo>
                    <a:pt x="9892835" y="1092200"/>
                  </a:lnTo>
                  <a:lnTo>
                    <a:pt x="9861280" y="1066800"/>
                  </a:lnTo>
                  <a:lnTo>
                    <a:pt x="9829480" y="1028700"/>
                  </a:lnTo>
                  <a:lnTo>
                    <a:pt x="9797439" y="1003300"/>
                  </a:lnTo>
                  <a:lnTo>
                    <a:pt x="9765156" y="965200"/>
                  </a:lnTo>
                  <a:lnTo>
                    <a:pt x="9699873" y="914400"/>
                  </a:lnTo>
                  <a:lnTo>
                    <a:pt x="9666876" y="876300"/>
                  </a:lnTo>
                  <a:lnTo>
                    <a:pt x="9600179" y="825500"/>
                  </a:lnTo>
                  <a:lnTo>
                    <a:pt x="9566482" y="787400"/>
                  </a:lnTo>
                  <a:lnTo>
                    <a:pt x="9498398" y="736600"/>
                  </a:lnTo>
                  <a:lnTo>
                    <a:pt x="9464015" y="698500"/>
                  </a:lnTo>
                  <a:lnTo>
                    <a:pt x="9324238" y="596900"/>
                  </a:lnTo>
                  <a:lnTo>
                    <a:pt x="9288741" y="558800"/>
                  </a:lnTo>
                  <a:lnTo>
                    <a:pt x="9144588" y="457200"/>
                  </a:lnTo>
                  <a:lnTo>
                    <a:pt x="8959638" y="330200"/>
                  </a:lnTo>
                  <a:lnTo>
                    <a:pt x="8769581" y="203200"/>
                  </a:lnTo>
                  <a:lnTo>
                    <a:pt x="8730974" y="190500"/>
                  </a:lnTo>
                  <a:lnTo>
                    <a:pt x="8574608" y="88900"/>
                  </a:lnTo>
                  <a:lnTo>
                    <a:pt x="8535040" y="76200"/>
                  </a:lnTo>
                  <a:lnTo>
                    <a:pt x="8455344" y="25400"/>
                  </a:lnTo>
                  <a:lnTo>
                    <a:pt x="8415219" y="12700"/>
                  </a:lnTo>
                  <a:lnTo>
                    <a:pt x="84086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17491837" y="8458454"/>
            <a:ext cx="796290" cy="800100"/>
          </a:xfrm>
          <a:custGeom>
            <a:avLst/>
            <a:gdLst/>
            <a:ahLst/>
            <a:cxnLst/>
            <a:rect l="l" t="t" r="r" b="b"/>
            <a:pathLst>
              <a:path w="796290" h="800100">
                <a:moveTo>
                  <a:pt x="796163" y="0"/>
                </a:moveTo>
                <a:lnTo>
                  <a:pt x="80009" y="0"/>
                </a:lnTo>
                <a:lnTo>
                  <a:pt x="64337" y="1543"/>
                </a:lnTo>
                <a:lnTo>
                  <a:pt x="23368" y="23368"/>
                </a:lnTo>
                <a:lnTo>
                  <a:pt x="1543" y="64337"/>
                </a:lnTo>
                <a:lnTo>
                  <a:pt x="0" y="80010"/>
                </a:lnTo>
                <a:lnTo>
                  <a:pt x="0" y="719797"/>
                </a:lnTo>
                <a:lnTo>
                  <a:pt x="13394" y="764210"/>
                </a:lnTo>
                <a:lnTo>
                  <a:pt x="49403" y="793753"/>
                </a:lnTo>
                <a:lnTo>
                  <a:pt x="80009" y="799846"/>
                </a:lnTo>
                <a:lnTo>
                  <a:pt x="796163" y="799846"/>
                </a:lnTo>
                <a:lnTo>
                  <a:pt x="796163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68842" y="3627102"/>
            <a:ext cx="1764664" cy="3022600"/>
          </a:xfrm>
          <a:custGeom>
            <a:avLst/>
            <a:gdLst/>
            <a:ahLst/>
            <a:cxnLst/>
            <a:rect l="l" t="t" r="r" b="b"/>
            <a:pathLst>
              <a:path w="1764664" h="3022600">
                <a:moveTo>
                  <a:pt x="935908" y="1396999"/>
                </a:moveTo>
                <a:lnTo>
                  <a:pt x="861089" y="1396999"/>
                </a:lnTo>
                <a:lnTo>
                  <a:pt x="818174" y="1422399"/>
                </a:lnTo>
                <a:lnTo>
                  <a:pt x="788811" y="1473199"/>
                </a:lnTo>
                <a:lnTo>
                  <a:pt x="778145" y="1511299"/>
                </a:lnTo>
                <a:lnTo>
                  <a:pt x="778772" y="1536699"/>
                </a:lnTo>
                <a:lnTo>
                  <a:pt x="789940" y="1574799"/>
                </a:lnTo>
                <a:lnTo>
                  <a:pt x="810896" y="1612899"/>
                </a:lnTo>
                <a:lnTo>
                  <a:pt x="779356" y="1663699"/>
                </a:lnTo>
                <a:lnTo>
                  <a:pt x="748836" y="1714499"/>
                </a:lnTo>
                <a:lnTo>
                  <a:pt x="719352" y="1765299"/>
                </a:lnTo>
                <a:lnTo>
                  <a:pt x="690921" y="1816099"/>
                </a:lnTo>
                <a:lnTo>
                  <a:pt x="663560" y="1866899"/>
                </a:lnTo>
                <a:lnTo>
                  <a:pt x="637287" y="1917699"/>
                </a:lnTo>
                <a:lnTo>
                  <a:pt x="612117" y="1968499"/>
                </a:lnTo>
                <a:lnTo>
                  <a:pt x="588068" y="2019299"/>
                </a:lnTo>
                <a:lnTo>
                  <a:pt x="565158" y="2070099"/>
                </a:lnTo>
                <a:lnTo>
                  <a:pt x="543402" y="2120899"/>
                </a:lnTo>
                <a:lnTo>
                  <a:pt x="522818" y="2171699"/>
                </a:lnTo>
                <a:lnTo>
                  <a:pt x="503423" y="2222499"/>
                </a:lnTo>
                <a:lnTo>
                  <a:pt x="485233" y="2273299"/>
                </a:lnTo>
                <a:lnTo>
                  <a:pt x="468267" y="2311399"/>
                </a:lnTo>
                <a:lnTo>
                  <a:pt x="452540" y="2362199"/>
                </a:lnTo>
                <a:lnTo>
                  <a:pt x="438070" y="2412999"/>
                </a:lnTo>
                <a:lnTo>
                  <a:pt x="424873" y="2451099"/>
                </a:lnTo>
                <a:lnTo>
                  <a:pt x="412967" y="2501899"/>
                </a:lnTo>
                <a:lnTo>
                  <a:pt x="402369" y="2539999"/>
                </a:lnTo>
                <a:lnTo>
                  <a:pt x="393095" y="2578099"/>
                </a:lnTo>
                <a:lnTo>
                  <a:pt x="385163" y="2616199"/>
                </a:lnTo>
                <a:lnTo>
                  <a:pt x="378589" y="2666999"/>
                </a:lnTo>
                <a:lnTo>
                  <a:pt x="373390" y="2705099"/>
                </a:lnTo>
                <a:lnTo>
                  <a:pt x="369584" y="2730499"/>
                </a:lnTo>
                <a:lnTo>
                  <a:pt x="367187" y="2768599"/>
                </a:lnTo>
                <a:lnTo>
                  <a:pt x="336852" y="2781299"/>
                </a:lnTo>
                <a:lnTo>
                  <a:pt x="309716" y="2793999"/>
                </a:lnTo>
                <a:lnTo>
                  <a:pt x="286721" y="2819399"/>
                </a:lnTo>
                <a:lnTo>
                  <a:pt x="268808" y="2844799"/>
                </a:lnTo>
                <a:lnTo>
                  <a:pt x="256793" y="2895599"/>
                </a:lnTo>
                <a:lnTo>
                  <a:pt x="264542" y="2946399"/>
                </a:lnTo>
                <a:lnTo>
                  <a:pt x="289984" y="2984499"/>
                </a:lnTo>
                <a:lnTo>
                  <a:pt x="331048" y="3022599"/>
                </a:lnTo>
                <a:lnTo>
                  <a:pt x="433191" y="3022599"/>
                </a:lnTo>
                <a:lnTo>
                  <a:pt x="473189" y="2997199"/>
                </a:lnTo>
                <a:lnTo>
                  <a:pt x="501705" y="2959099"/>
                </a:lnTo>
                <a:lnTo>
                  <a:pt x="504505" y="2946399"/>
                </a:lnTo>
                <a:lnTo>
                  <a:pt x="363172" y="2946399"/>
                </a:lnTo>
                <a:lnTo>
                  <a:pt x="346388" y="2933699"/>
                </a:lnTo>
                <a:lnTo>
                  <a:pt x="335816" y="2920999"/>
                </a:lnTo>
                <a:lnTo>
                  <a:pt x="332397" y="2895599"/>
                </a:lnTo>
                <a:lnTo>
                  <a:pt x="337071" y="2870199"/>
                </a:lnTo>
                <a:lnTo>
                  <a:pt x="348835" y="2857499"/>
                </a:lnTo>
                <a:lnTo>
                  <a:pt x="364929" y="2844799"/>
                </a:lnTo>
                <a:lnTo>
                  <a:pt x="497345" y="2844799"/>
                </a:lnTo>
                <a:lnTo>
                  <a:pt x="481095" y="2819399"/>
                </a:lnTo>
                <a:lnTo>
                  <a:pt x="441473" y="2781299"/>
                </a:lnTo>
                <a:lnTo>
                  <a:pt x="444158" y="2743199"/>
                </a:lnTo>
                <a:lnTo>
                  <a:pt x="448916" y="2692399"/>
                </a:lnTo>
                <a:lnTo>
                  <a:pt x="455728" y="2654299"/>
                </a:lnTo>
                <a:lnTo>
                  <a:pt x="464576" y="2603499"/>
                </a:lnTo>
                <a:lnTo>
                  <a:pt x="475443" y="2552699"/>
                </a:lnTo>
                <a:lnTo>
                  <a:pt x="488310" y="2501899"/>
                </a:lnTo>
                <a:lnTo>
                  <a:pt x="503159" y="2451099"/>
                </a:lnTo>
                <a:lnTo>
                  <a:pt x="519972" y="2400299"/>
                </a:lnTo>
                <a:lnTo>
                  <a:pt x="538731" y="2349499"/>
                </a:lnTo>
                <a:lnTo>
                  <a:pt x="559418" y="2285999"/>
                </a:lnTo>
                <a:lnTo>
                  <a:pt x="582014" y="2235199"/>
                </a:lnTo>
                <a:lnTo>
                  <a:pt x="780689" y="2235199"/>
                </a:lnTo>
                <a:lnTo>
                  <a:pt x="823007" y="2222499"/>
                </a:lnTo>
                <a:lnTo>
                  <a:pt x="865877" y="2222499"/>
                </a:lnTo>
                <a:lnTo>
                  <a:pt x="909170" y="2209799"/>
                </a:lnTo>
                <a:lnTo>
                  <a:pt x="952752" y="2184399"/>
                </a:lnTo>
                <a:lnTo>
                  <a:pt x="996493" y="2171699"/>
                </a:lnTo>
                <a:lnTo>
                  <a:pt x="684825" y="2171699"/>
                </a:lnTo>
                <a:lnTo>
                  <a:pt x="646753" y="2158999"/>
                </a:lnTo>
                <a:lnTo>
                  <a:pt x="610123" y="2158999"/>
                </a:lnTo>
                <a:lnTo>
                  <a:pt x="629735" y="2108199"/>
                </a:lnTo>
                <a:lnTo>
                  <a:pt x="650244" y="2070099"/>
                </a:lnTo>
                <a:lnTo>
                  <a:pt x="671649" y="2019299"/>
                </a:lnTo>
                <a:lnTo>
                  <a:pt x="693950" y="1981199"/>
                </a:lnTo>
                <a:lnTo>
                  <a:pt x="717146" y="1930399"/>
                </a:lnTo>
                <a:lnTo>
                  <a:pt x="741239" y="1879599"/>
                </a:lnTo>
                <a:lnTo>
                  <a:pt x="766228" y="1841499"/>
                </a:lnTo>
                <a:lnTo>
                  <a:pt x="792113" y="1790699"/>
                </a:lnTo>
                <a:lnTo>
                  <a:pt x="818894" y="1739899"/>
                </a:lnTo>
                <a:lnTo>
                  <a:pt x="846570" y="1689099"/>
                </a:lnTo>
                <a:lnTo>
                  <a:pt x="875143" y="1650999"/>
                </a:lnTo>
                <a:lnTo>
                  <a:pt x="918937" y="1650999"/>
                </a:lnTo>
                <a:lnTo>
                  <a:pt x="960472" y="1638299"/>
                </a:lnTo>
                <a:lnTo>
                  <a:pt x="995984" y="1612899"/>
                </a:lnTo>
                <a:lnTo>
                  <a:pt x="1021708" y="1574799"/>
                </a:lnTo>
                <a:lnTo>
                  <a:pt x="883174" y="1574799"/>
                </a:lnTo>
                <a:lnTo>
                  <a:pt x="866391" y="1562099"/>
                </a:lnTo>
                <a:lnTo>
                  <a:pt x="855819" y="1536699"/>
                </a:lnTo>
                <a:lnTo>
                  <a:pt x="852399" y="1523999"/>
                </a:lnTo>
                <a:lnTo>
                  <a:pt x="857074" y="1498599"/>
                </a:lnTo>
                <a:lnTo>
                  <a:pt x="862344" y="1485899"/>
                </a:lnTo>
                <a:lnTo>
                  <a:pt x="869120" y="1485899"/>
                </a:lnTo>
                <a:lnTo>
                  <a:pt x="877402" y="1473199"/>
                </a:lnTo>
                <a:lnTo>
                  <a:pt x="1025974" y="1473199"/>
                </a:lnTo>
                <a:lnTo>
                  <a:pt x="1000532" y="1435099"/>
                </a:lnTo>
                <a:lnTo>
                  <a:pt x="959468" y="1409699"/>
                </a:lnTo>
                <a:lnTo>
                  <a:pt x="935908" y="1396999"/>
                </a:lnTo>
                <a:close/>
              </a:path>
              <a:path w="1764664" h="3022600">
                <a:moveTo>
                  <a:pt x="497345" y="2844799"/>
                </a:moveTo>
                <a:lnTo>
                  <a:pt x="407342" y="2844799"/>
                </a:lnTo>
                <a:lnTo>
                  <a:pt x="424125" y="2857499"/>
                </a:lnTo>
                <a:lnTo>
                  <a:pt x="434697" y="2882899"/>
                </a:lnTo>
                <a:lnTo>
                  <a:pt x="438117" y="2895599"/>
                </a:lnTo>
                <a:lnTo>
                  <a:pt x="433442" y="2920999"/>
                </a:lnTo>
                <a:lnTo>
                  <a:pt x="421051" y="2933699"/>
                </a:lnTo>
                <a:lnTo>
                  <a:pt x="403577" y="2946399"/>
                </a:lnTo>
                <a:lnTo>
                  <a:pt x="504505" y="2946399"/>
                </a:lnTo>
                <a:lnTo>
                  <a:pt x="512905" y="2908299"/>
                </a:lnTo>
                <a:lnTo>
                  <a:pt x="505470" y="2857499"/>
                </a:lnTo>
                <a:lnTo>
                  <a:pt x="497345" y="2844799"/>
                </a:lnTo>
                <a:close/>
              </a:path>
              <a:path w="1764664" h="3022600">
                <a:moveTo>
                  <a:pt x="1509465" y="190500"/>
                </a:moveTo>
                <a:lnTo>
                  <a:pt x="1413215" y="190499"/>
                </a:lnTo>
                <a:lnTo>
                  <a:pt x="1453801" y="254000"/>
                </a:lnTo>
                <a:lnTo>
                  <a:pt x="1490634" y="304800"/>
                </a:lnTo>
                <a:lnTo>
                  <a:pt x="1523844" y="368300"/>
                </a:lnTo>
                <a:lnTo>
                  <a:pt x="1553563" y="431800"/>
                </a:lnTo>
                <a:lnTo>
                  <a:pt x="1579921" y="495300"/>
                </a:lnTo>
                <a:lnTo>
                  <a:pt x="1603050" y="546100"/>
                </a:lnTo>
                <a:lnTo>
                  <a:pt x="1623079" y="609600"/>
                </a:lnTo>
                <a:lnTo>
                  <a:pt x="1640141" y="660400"/>
                </a:lnTo>
                <a:lnTo>
                  <a:pt x="1654366" y="723900"/>
                </a:lnTo>
                <a:lnTo>
                  <a:pt x="1665885" y="774700"/>
                </a:lnTo>
                <a:lnTo>
                  <a:pt x="1674829" y="825500"/>
                </a:lnTo>
                <a:lnTo>
                  <a:pt x="1681329" y="876300"/>
                </a:lnTo>
                <a:lnTo>
                  <a:pt x="1685515" y="927100"/>
                </a:lnTo>
                <a:lnTo>
                  <a:pt x="1687520" y="977900"/>
                </a:lnTo>
                <a:lnTo>
                  <a:pt x="1687473" y="1028700"/>
                </a:lnTo>
                <a:lnTo>
                  <a:pt x="1685505" y="1066800"/>
                </a:lnTo>
                <a:lnTo>
                  <a:pt x="1681748" y="1117600"/>
                </a:lnTo>
                <a:lnTo>
                  <a:pt x="1676333" y="1168400"/>
                </a:lnTo>
                <a:lnTo>
                  <a:pt x="1669390" y="1206500"/>
                </a:lnTo>
                <a:lnTo>
                  <a:pt x="1661050" y="1244600"/>
                </a:lnTo>
                <a:lnTo>
                  <a:pt x="1651445" y="1282699"/>
                </a:lnTo>
                <a:lnTo>
                  <a:pt x="1640704" y="1333499"/>
                </a:lnTo>
                <a:lnTo>
                  <a:pt x="1628960" y="1358899"/>
                </a:lnTo>
                <a:lnTo>
                  <a:pt x="1616343" y="1396999"/>
                </a:lnTo>
                <a:lnTo>
                  <a:pt x="1602984" y="1435099"/>
                </a:lnTo>
                <a:lnTo>
                  <a:pt x="1589014" y="1473199"/>
                </a:lnTo>
                <a:lnTo>
                  <a:pt x="1574563" y="1498599"/>
                </a:lnTo>
                <a:lnTo>
                  <a:pt x="1559764" y="1536699"/>
                </a:lnTo>
                <a:lnTo>
                  <a:pt x="1514579" y="1612899"/>
                </a:lnTo>
                <a:lnTo>
                  <a:pt x="1499691" y="1638299"/>
                </a:lnTo>
                <a:lnTo>
                  <a:pt x="1485109" y="1663699"/>
                </a:lnTo>
                <a:lnTo>
                  <a:pt x="1470964" y="1676399"/>
                </a:lnTo>
                <a:lnTo>
                  <a:pt x="1457385" y="1701799"/>
                </a:lnTo>
                <a:lnTo>
                  <a:pt x="1424033" y="1739899"/>
                </a:lnTo>
                <a:lnTo>
                  <a:pt x="1388911" y="1790699"/>
                </a:lnTo>
                <a:lnTo>
                  <a:pt x="1352187" y="1828799"/>
                </a:lnTo>
                <a:lnTo>
                  <a:pt x="1314032" y="1866899"/>
                </a:lnTo>
                <a:lnTo>
                  <a:pt x="1274613" y="1904999"/>
                </a:lnTo>
                <a:lnTo>
                  <a:pt x="1234100" y="1930399"/>
                </a:lnTo>
                <a:lnTo>
                  <a:pt x="1192662" y="1968499"/>
                </a:lnTo>
                <a:lnTo>
                  <a:pt x="1150469" y="1993899"/>
                </a:lnTo>
                <a:lnTo>
                  <a:pt x="1107689" y="2031999"/>
                </a:lnTo>
                <a:lnTo>
                  <a:pt x="1064491" y="2057399"/>
                </a:lnTo>
                <a:lnTo>
                  <a:pt x="1021045" y="2070099"/>
                </a:lnTo>
                <a:lnTo>
                  <a:pt x="934084" y="2120899"/>
                </a:lnTo>
                <a:lnTo>
                  <a:pt x="806007" y="2158999"/>
                </a:lnTo>
                <a:lnTo>
                  <a:pt x="724171" y="2158999"/>
                </a:lnTo>
                <a:lnTo>
                  <a:pt x="684825" y="2171699"/>
                </a:lnTo>
                <a:lnTo>
                  <a:pt x="996493" y="2171699"/>
                </a:lnTo>
                <a:lnTo>
                  <a:pt x="1040261" y="2146299"/>
                </a:lnTo>
                <a:lnTo>
                  <a:pt x="1083923" y="2133599"/>
                </a:lnTo>
                <a:lnTo>
                  <a:pt x="1170407" y="2082799"/>
                </a:lnTo>
                <a:lnTo>
                  <a:pt x="1212965" y="2044699"/>
                </a:lnTo>
                <a:lnTo>
                  <a:pt x="1254891" y="2019299"/>
                </a:lnTo>
                <a:lnTo>
                  <a:pt x="1296054" y="1981199"/>
                </a:lnTo>
                <a:lnTo>
                  <a:pt x="1336321" y="1943099"/>
                </a:lnTo>
                <a:lnTo>
                  <a:pt x="1375562" y="1904999"/>
                </a:lnTo>
                <a:lnTo>
                  <a:pt x="1413645" y="1866899"/>
                </a:lnTo>
                <a:lnTo>
                  <a:pt x="1450437" y="1828799"/>
                </a:lnTo>
                <a:lnTo>
                  <a:pt x="1485808" y="1790699"/>
                </a:lnTo>
                <a:lnTo>
                  <a:pt x="1519625" y="1739899"/>
                </a:lnTo>
                <a:lnTo>
                  <a:pt x="1548161" y="1701799"/>
                </a:lnTo>
                <a:lnTo>
                  <a:pt x="1575030" y="1663699"/>
                </a:lnTo>
                <a:lnTo>
                  <a:pt x="1600210" y="1612899"/>
                </a:lnTo>
                <a:lnTo>
                  <a:pt x="1623682" y="1574799"/>
                </a:lnTo>
                <a:lnTo>
                  <a:pt x="1645425" y="1523999"/>
                </a:lnTo>
                <a:lnTo>
                  <a:pt x="1665417" y="1485899"/>
                </a:lnTo>
                <a:lnTo>
                  <a:pt x="1683639" y="1435099"/>
                </a:lnTo>
                <a:lnTo>
                  <a:pt x="1700070" y="1397000"/>
                </a:lnTo>
                <a:lnTo>
                  <a:pt x="1714689" y="1346200"/>
                </a:lnTo>
                <a:lnTo>
                  <a:pt x="1727476" y="1295400"/>
                </a:lnTo>
                <a:lnTo>
                  <a:pt x="1738410" y="1257300"/>
                </a:lnTo>
                <a:lnTo>
                  <a:pt x="1747471" y="1206500"/>
                </a:lnTo>
                <a:lnTo>
                  <a:pt x="1754638" y="1155700"/>
                </a:lnTo>
                <a:lnTo>
                  <a:pt x="1759890" y="1104900"/>
                </a:lnTo>
                <a:lnTo>
                  <a:pt x="1763207" y="1054100"/>
                </a:lnTo>
                <a:lnTo>
                  <a:pt x="1764568" y="1003300"/>
                </a:lnTo>
                <a:lnTo>
                  <a:pt x="1764012" y="965200"/>
                </a:lnTo>
                <a:lnTo>
                  <a:pt x="1761741" y="914400"/>
                </a:lnTo>
                <a:lnTo>
                  <a:pt x="1757761" y="863600"/>
                </a:lnTo>
                <a:lnTo>
                  <a:pt x="1752072" y="825500"/>
                </a:lnTo>
                <a:lnTo>
                  <a:pt x="1744679" y="774700"/>
                </a:lnTo>
                <a:lnTo>
                  <a:pt x="1735585" y="723900"/>
                </a:lnTo>
                <a:lnTo>
                  <a:pt x="1724792" y="685800"/>
                </a:lnTo>
                <a:lnTo>
                  <a:pt x="1712303" y="635000"/>
                </a:lnTo>
                <a:lnTo>
                  <a:pt x="1698122" y="584200"/>
                </a:lnTo>
                <a:lnTo>
                  <a:pt x="1682251" y="546100"/>
                </a:lnTo>
                <a:lnTo>
                  <a:pt x="1664694" y="495300"/>
                </a:lnTo>
                <a:lnTo>
                  <a:pt x="1645454" y="444500"/>
                </a:lnTo>
                <a:lnTo>
                  <a:pt x="1624532" y="406400"/>
                </a:lnTo>
                <a:lnTo>
                  <a:pt x="1601934" y="355600"/>
                </a:lnTo>
                <a:lnTo>
                  <a:pt x="1577661" y="304800"/>
                </a:lnTo>
                <a:lnTo>
                  <a:pt x="1551717" y="266700"/>
                </a:lnTo>
                <a:lnTo>
                  <a:pt x="1524104" y="215900"/>
                </a:lnTo>
                <a:lnTo>
                  <a:pt x="1509465" y="190500"/>
                </a:lnTo>
                <a:close/>
              </a:path>
              <a:path w="1764664" h="3022600">
                <a:moveTo>
                  <a:pt x="1381091" y="0"/>
                </a:moveTo>
                <a:lnTo>
                  <a:pt x="1363022" y="88899"/>
                </a:lnTo>
                <a:lnTo>
                  <a:pt x="1351941" y="126999"/>
                </a:lnTo>
                <a:lnTo>
                  <a:pt x="1336204" y="165099"/>
                </a:lnTo>
                <a:lnTo>
                  <a:pt x="1316097" y="203199"/>
                </a:lnTo>
                <a:lnTo>
                  <a:pt x="1291904" y="241299"/>
                </a:lnTo>
                <a:lnTo>
                  <a:pt x="1263912" y="279399"/>
                </a:lnTo>
                <a:lnTo>
                  <a:pt x="1232406" y="304799"/>
                </a:lnTo>
                <a:lnTo>
                  <a:pt x="1197670" y="342899"/>
                </a:lnTo>
                <a:lnTo>
                  <a:pt x="1159990" y="368299"/>
                </a:lnTo>
                <a:lnTo>
                  <a:pt x="1119652" y="393699"/>
                </a:lnTo>
                <a:lnTo>
                  <a:pt x="1076940" y="431799"/>
                </a:lnTo>
                <a:lnTo>
                  <a:pt x="1032140" y="457199"/>
                </a:lnTo>
                <a:lnTo>
                  <a:pt x="985537" y="482599"/>
                </a:lnTo>
                <a:lnTo>
                  <a:pt x="937417" y="507999"/>
                </a:lnTo>
                <a:lnTo>
                  <a:pt x="888064" y="533399"/>
                </a:lnTo>
                <a:lnTo>
                  <a:pt x="786803" y="584199"/>
                </a:lnTo>
                <a:lnTo>
                  <a:pt x="741751" y="609599"/>
                </a:lnTo>
                <a:lnTo>
                  <a:pt x="696705" y="622299"/>
                </a:lnTo>
                <a:lnTo>
                  <a:pt x="607313" y="673099"/>
                </a:lnTo>
                <a:lnTo>
                  <a:pt x="520000" y="723899"/>
                </a:lnTo>
                <a:lnTo>
                  <a:pt x="477552" y="749299"/>
                </a:lnTo>
                <a:lnTo>
                  <a:pt x="436139" y="774699"/>
                </a:lnTo>
                <a:lnTo>
                  <a:pt x="395933" y="800099"/>
                </a:lnTo>
                <a:lnTo>
                  <a:pt x="357104" y="825499"/>
                </a:lnTo>
                <a:lnTo>
                  <a:pt x="319825" y="863599"/>
                </a:lnTo>
                <a:lnTo>
                  <a:pt x="284268" y="888999"/>
                </a:lnTo>
                <a:lnTo>
                  <a:pt x="250603" y="927099"/>
                </a:lnTo>
                <a:lnTo>
                  <a:pt x="219003" y="952499"/>
                </a:lnTo>
                <a:lnTo>
                  <a:pt x="189639" y="990599"/>
                </a:lnTo>
                <a:lnTo>
                  <a:pt x="162682" y="1028699"/>
                </a:lnTo>
                <a:lnTo>
                  <a:pt x="138306" y="1066799"/>
                </a:lnTo>
                <a:lnTo>
                  <a:pt x="112520" y="1117599"/>
                </a:lnTo>
                <a:lnTo>
                  <a:pt x="89375" y="1155699"/>
                </a:lnTo>
                <a:lnTo>
                  <a:pt x="68877" y="1206499"/>
                </a:lnTo>
                <a:lnTo>
                  <a:pt x="51032" y="1257299"/>
                </a:lnTo>
                <a:lnTo>
                  <a:pt x="35846" y="1308099"/>
                </a:lnTo>
                <a:lnTo>
                  <a:pt x="23324" y="1358899"/>
                </a:lnTo>
                <a:lnTo>
                  <a:pt x="13472" y="1396999"/>
                </a:lnTo>
                <a:lnTo>
                  <a:pt x="6297" y="1447799"/>
                </a:lnTo>
                <a:lnTo>
                  <a:pt x="1804" y="1498599"/>
                </a:lnTo>
                <a:lnTo>
                  <a:pt x="0" y="1549399"/>
                </a:lnTo>
                <a:lnTo>
                  <a:pt x="889" y="1600199"/>
                </a:lnTo>
                <a:lnTo>
                  <a:pt x="4478" y="1638299"/>
                </a:lnTo>
                <a:lnTo>
                  <a:pt x="10772" y="1689099"/>
                </a:lnTo>
                <a:lnTo>
                  <a:pt x="19779" y="1739899"/>
                </a:lnTo>
                <a:lnTo>
                  <a:pt x="31503" y="1777999"/>
                </a:lnTo>
                <a:lnTo>
                  <a:pt x="45950" y="1828799"/>
                </a:lnTo>
                <a:lnTo>
                  <a:pt x="68298" y="1879599"/>
                </a:lnTo>
                <a:lnTo>
                  <a:pt x="94481" y="1930399"/>
                </a:lnTo>
                <a:lnTo>
                  <a:pt x="124193" y="1968499"/>
                </a:lnTo>
                <a:lnTo>
                  <a:pt x="157128" y="2019299"/>
                </a:lnTo>
                <a:lnTo>
                  <a:pt x="192981" y="2057399"/>
                </a:lnTo>
                <a:lnTo>
                  <a:pt x="231446" y="2082799"/>
                </a:lnTo>
                <a:lnTo>
                  <a:pt x="272216" y="2108199"/>
                </a:lnTo>
                <a:lnTo>
                  <a:pt x="314986" y="2133599"/>
                </a:lnTo>
                <a:lnTo>
                  <a:pt x="323017" y="2133599"/>
                </a:lnTo>
                <a:lnTo>
                  <a:pt x="359156" y="2146299"/>
                </a:lnTo>
                <a:lnTo>
                  <a:pt x="371203" y="2108199"/>
                </a:lnTo>
                <a:lnTo>
                  <a:pt x="389516" y="2057399"/>
                </a:lnTo>
                <a:lnTo>
                  <a:pt x="394433" y="2044699"/>
                </a:lnTo>
                <a:lnTo>
                  <a:pt x="312978" y="2044699"/>
                </a:lnTo>
                <a:lnTo>
                  <a:pt x="272749" y="2019299"/>
                </a:lnTo>
                <a:lnTo>
                  <a:pt x="234751" y="1993899"/>
                </a:lnTo>
                <a:lnTo>
                  <a:pt x="199541" y="1943099"/>
                </a:lnTo>
                <a:lnTo>
                  <a:pt x="167678" y="1904999"/>
                </a:lnTo>
                <a:lnTo>
                  <a:pt x="139719" y="1854199"/>
                </a:lnTo>
                <a:lnTo>
                  <a:pt x="116221" y="1803399"/>
                </a:lnTo>
                <a:lnTo>
                  <a:pt x="102030" y="1752599"/>
                </a:lnTo>
                <a:lnTo>
                  <a:pt x="90766" y="1714499"/>
                </a:lnTo>
                <a:lnTo>
                  <a:pt x="82410" y="1663699"/>
                </a:lnTo>
                <a:lnTo>
                  <a:pt x="76946" y="1625599"/>
                </a:lnTo>
                <a:lnTo>
                  <a:pt x="74356" y="1574799"/>
                </a:lnTo>
                <a:lnTo>
                  <a:pt x="74444" y="1562099"/>
                </a:lnTo>
                <a:lnTo>
                  <a:pt x="74532" y="1549399"/>
                </a:lnTo>
                <a:lnTo>
                  <a:pt x="77723" y="1485899"/>
                </a:lnTo>
                <a:lnTo>
                  <a:pt x="83645" y="1435099"/>
                </a:lnTo>
                <a:lnTo>
                  <a:pt x="92369" y="1384299"/>
                </a:lnTo>
                <a:lnTo>
                  <a:pt x="103877" y="1346199"/>
                </a:lnTo>
                <a:lnTo>
                  <a:pt x="118151" y="1295399"/>
                </a:lnTo>
                <a:lnTo>
                  <a:pt x="135174" y="1244599"/>
                </a:lnTo>
                <a:lnTo>
                  <a:pt x="154927" y="1193799"/>
                </a:lnTo>
                <a:lnTo>
                  <a:pt x="177392" y="1155699"/>
                </a:lnTo>
                <a:lnTo>
                  <a:pt x="202553" y="1104899"/>
                </a:lnTo>
                <a:lnTo>
                  <a:pt x="226658" y="1066799"/>
                </a:lnTo>
                <a:lnTo>
                  <a:pt x="253660" y="1028699"/>
                </a:lnTo>
                <a:lnTo>
                  <a:pt x="283350" y="1003299"/>
                </a:lnTo>
                <a:lnTo>
                  <a:pt x="315519" y="965199"/>
                </a:lnTo>
                <a:lnTo>
                  <a:pt x="349959" y="939799"/>
                </a:lnTo>
                <a:lnTo>
                  <a:pt x="386460" y="901699"/>
                </a:lnTo>
                <a:lnTo>
                  <a:pt x="424815" y="876299"/>
                </a:lnTo>
                <a:lnTo>
                  <a:pt x="464813" y="850899"/>
                </a:lnTo>
                <a:lnTo>
                  <a:pt x="506246" y="825499"/>
                </a:lnTo>
                <a:lnTo>
                  <a:pt x="548906" y="800099"/>
                </a:lnTo>
                <a:lnTo>
                  <a:pt x="592584" y="774699"/>
                </a:lnTo>
                <a:lnTo>
                  <a:pt x="818927" y="647699"/>
                </a:lnTo>
                <a:lnTo>
                  <a:pt x="867312" y="622299"/>
                </a:lnTo>
                <a:lnTo>
                  <a:pt x="915200" y="609599"/>
                </a:lnTo>
                <a:lnTo>
                  <a:pt x="962376" y="584199"/>
                </a:lnTo>
                <a:lnTo>
                  <a:pt x="1008626" y="558799"/>
                </a:lnTo>
                <a:lnTo>
                  <a:pt x="1053735" y="533399"/>
                </a:lnTo>
                <a:lnTo>
                  <a:pt x="1097488" y="507999"/>
                </a:lnTo>
                <a:lnTo>
                  <a:pt x="1139670" y="482599"/>
                </a:lnTo>
                <a:lnTo>
                  <a:pt x="1180067" y="444499"/>
                </a:lnTo>
                <a:lnTo>
                  <a:pt x="1218465" y="419099"/>
                </a:lnTo>
                <a:lnTo>
                  <a:pt x="1254648" y="393699"/>
                </a:lnTo>
                <a:lnTo>
                  <a:pt x="1288401" y="368299"/>
                </a:lnTo>
                <a:lnTo>
                  <a:pt x="1319511" y="330199"/>
                </a:lnTo>
                <a:lnTo>
                  <a:pt x="1347761" y="292099"/>
                </a:lnTo>
                <a:lnTo>
                  <a:pt x="1372939" y="266699"/>
                </a:lnTo>
                <a:lnTo>
                  <a:pt x="1394828" y="228599"/>
                </a:lnTo>
                <a:lnTo>
                  <a:pt x="1413215" y="190499"/>
                </a:lnTo>
                <a:lnTo>
                  <a:pt x="1509465" y="190500"/>
                </a:lnTo>
                <a:lnTo>
                  <a:pt x="1494825" y="165100"/>
                </a:lnTo>
                <a:lnTo>
                  <a:pt x="1463885" y="127000"/>
                </a:lnTo>
                <a:lnTo>
                  <a:pt x="1431285" y="76200"/>
                </a:lnTo>
                <a:lnTo>
                  <a:pt x="1381091" y="0"/>
                </a:lnTo>
                <a:close/>
              </a:path>
              <a:path w="1764664" h="3022600">
                <a:moveTo>
                  <a:pt x="1105938" y="761999"/>
                </a:moveTo>
                <a:lnTo>
                  <a:pt x="1058098" y="774699"/>
                </a:lnTo>
                <a:lnTo>
                  <a:pt x="1018163" y="812799"/>
                </a:lnTo>
                <a:lnTo>
                  <a:pt x="991592" y="850899"/>
                </a:lnTo>
                <a:lnTo>
                  <a:pt x="983561" y="901699"/>
                </a:lnTo>
                <a:lnTo>
                  <a:pt x="988768" y="927099"/>
                </a:lnTo>
                <a:lnTo>
                  <a:pt x="999623" y="952499"/>
                </a:lnTo>
                <a:lnTo>
                  <a:pt x="973779" y="977899"/>
                </a:lnTo>
                <a:lnTo>
                  <a:pt x="947264" y="1003299"/>
                </a:lnTo>
                <a:lnTo>
                  <a:pt x="920158" y="1028699"/>
                </a:lnTo>
                <a:lnTo>
                  <a:pt x="892537" y="1066799"/>
                </a:lnTo>
                <a:lnTo>
                  <a:pt x="864481" y="1092199"/>
                </a:lnTo>
                <a:lnTo>
                  <a:pt x="836067" y="1130299"/>
                </a:lnTo>
                <a:lnTo>
                  <a:pt x="807373" y="1168399"/>
                </a:lnTo>
                <a:lnTo>
                  <a:pt x="778478" y="1193799"/>
                </a:lnTo>
                <a:lnTo>
                  <a:pt x="749459" y="1231899"/>
                </a:lnTo>
                <a:lnTo>
                  <a:pt x="720395" y="1282699"/>
                </a:lnTo>
                <a:lnTo>
                  <a:pt x="633713" y="1396999"/>
                </a:lnTo>
                <a:lnTo>
                  <a:pt x="605250" y="1447799"/>
                </a:lnTo>
                <a:lnTo>
                  <a:pt x="577132" y="1498599"/>
                </a:lnTo>
                <a:lnTo>
                  <a:pt x="549437" y="1536699"/>
                </a:lnTo>
                <a:lnTo>
                  <a:pt x="522245" y="1587499"/>
                </a:lnTo>
                <a:lnTo>
                  <a:pt x="495632" y="1638299"/>
                </a:lnTo>
                <a:lnTo>
                  <a:pt x="469677" y="1689099"/>
                </a:lnTo>
                <a:lnTo>
                  <a:pt x="444458" y="1739899"/>
                </a:lnTo>
                <a:lnTo>
                  <a:pt x="420053" y="1790699"/>
                </a:lnTo>
                <a:lnTo>
                  <a:pt x="396541" y="1841499"/>
                </a:lnTo>
                <a:lnTo>
                  <a:pt x="373999" y="1892299"/>
                </a:lnTo>
                <a:lnTo>
                  <a:pt x="352506" y="1943099"/>
                </a:lnTo>
                <a:lnTo>
                  <a:pt x="332140" y="1993899"/>
                </a:lnTo>
                <a:lnTo>
                  <a:pt x="312978" y="2044699"/>
                </a:lnTo>
                <a:lnTo>
                  <a:pt x="394433" y="2044699"/>
                </a:lnTo>
                <a:lnTo>
                  <a:pt x="409183" y="2006599"/>
                </a:lnTo>
                <a:lnTo>
                  <a:pt x="430116" y="1955799"/>
                </a:lnTo>
                <a:lnTo>
                  <a:pt x="452225" y="1904999"/>
                </a:lnTo>
                <a:lnTo>
                  <a:pt x="475420" y="1841499"/>
                </a:lnTo>
                <a:lnTo>
                  <a:pt x="499614" y="1790699"/>
                </a:lnTo>
                <a:lnTo>
                  <a:pt x="524717" y="1739899"/>
                </a:lnTo>
                <a:lnTo>
                  <a:pt x="550639" y="1689099"/>
                </a:lnTo>
                <a:lnTo>
                  <a:pt x="577292" y="1650999"/>
                </a:lnTo>
                <a:lnTo>
                  <a:pt x="604586" y="1600199"/>
                </a:lnTo>
                <a:lnTo>
                  <a:pt x="632433" y="1549399"/>
                </a:lnTo>
                <a:lnTo>
                  <a:pt x="660744" y="1498599"/>
                </a:lnTo>
                <a:lnTo>
                  <a:pt x="689428" y="1460499"/>
                </a:lnTo>
                <a:lnTo>
                  <a:pt x="718398" y="1409699"/>
                </a:lnTo>
                <a:lnTo>
                  <a:pt x="776836" y="1333499"/>
                </a:lnTo>
                <a:lnTo>
                  <a:pt x="806126" y="1282699"/>
                </a:lnTo>
                <a:lnTo>
                  <a:pt x="835345" y="1244599"/>
                </a:lnTo>
                <a:lnTo>
                  <a:pt x="864404" y="1219199"/>
                </a:lnTo>
                <a:lnTo>
                  <a:pt x="893213" y="1181099"/>
                </a:lnTo>
                <a:lnTo>
                  <a:pt x="921683" y="1142999"/>
                </a:lnTo>
                <a:lnTo>
                  <a:pt x="949726" y="1117599"/>
                </a:lnTo>
                <a:lnTo>
                  <a:pt x="977252" y="1079499"/>
                </a:lnTo>
                <a:lnTo>
                  <a:pt x="1004173" y="1054099"/>
                </a:lnTo>
                <a:lnTo>
                  <a:pt x="1030398" y="1028699"/>
                </a:lnTo>
                <a:lnTo>
                  <a:pt x="1055839" y="1015999"/>
                </a:lnTo>
                <a:lnTo>
                  <a:pt x="1164006" y="1015999"/>
                </a:lnTo>
                <a:lnTo>
                  <a:pt x="1203941" y="977899"/>
                </a:lnTo>
                <a:lnTo>
                  <a:pt x="1230512" y="939799"/>
                </a:lnTo>
                <a:lnTo>
                  <a:pt x="1091978" y="939799"/>
                </a:lnTo>
                <a:lnTo>
                  <a:pt x="1074003" y="927099"/>
                </a:lnTo>
                <a:lnTo>
                  <a:pt x="1062615" y="914399"/>
                </a:lnTo>
                <a:lnTo>
                  <a:pt x="1058380" y="888999"/>
                </a:lnTo>
                <a:lnTo>
                  <a:pt x="1061862" y="876299"/>
                </a:lnTo>
                <a:lnTo>
                  <a:pt x="1072811" y="850899"/>
                </a:lnTo>
                <a:lnTo>
                  <a:pt x="1089218" y="850899"/>
                </a:lnTo>
                <a:lnTo>
                  <a:pt x="1109013" y="838199"/>
                </a:lnTo>
                <a:lnTo>
                  <a:pt x="1228002" y="838199"/>
                </a:lnTo>
                <a:lnTo>
                  <a:pt x="1199455" y="800099"/>
                </a:lnTo>
                <a:lnTo>
                  <a:pt x="1156226" y="774699"/>
                </a:lnTo>
                <a:lnTo>
                  <a:pt x="1105938" y="761999"/>
                </a:lnTo>
                <a:close/>
              </a:path>
              <a:path w="1764664" h="3022600">
                <a:moveTo>
                  <a:pt x="1025974" y="1473199"/>
                </a:moveTo>
                <a:lnTo>
                  <a:pt x="927344" y="1473199"/>
                </a:lnTo>
                <a:lnTo>
                  <a:pt x="944128" y="1485899"/>
                </a:lnTo>
                <a:lnTo>
                  <a:pt x="954700" y="1498599"/>
                </a:lnTo>
                <a:lnTo>
                  <a:pt x="958119" y="1523999"/>
                </a:lnTo>
                <a:lnTo>
                  <a:pt x="953445" y="1536699"/>
                </a:lnTo>
                <a:lnTo>
                  <a:pt x="948174" y="1549399"/>
                </a:lnTo>
                <a:lnTo>
                  <a:pt x="941398" y="1562099"/>
                </a:lnTo>
                <a:lnTo>
                  <a:pt x="933116" y="1562099"/>
                </a:lnTo>
                <a:lnTo>
                  <a:pt x="923329" y="1574799"/>
                </a:lnTo>
                <a:lnTo>
                  <a:pt x="1021708" y="1574799"/>
                </a:lnTo>
                <a:lnTo>
                  <a:pt x="1033723" y="1523999"/>
                </a:lnTo>
                <a:lnTo>
                  <a:pt x="1025974" y="1473199"/>
                </a:lnTo>
                <a:close/>
              </a:path>
              <a:path w="1764664" h="3022600">
                <a:moveTo>
                  <a:pt x="1164006" y="1015999"/>
                </a:moveTo>
                <a:lnTo>
                  <a:pt x="1065878" y="1015999"/>
                </a:lnTo>
                <a:lnTo>
                  <a:pt x="1116165" y="1028699"/>
                </a:lnTo>
                <a:lnTo>
                  <a:pt x="1164006" y="1015999"/>
                </a:lnTo>
                <a:close/>
              </a:path>
              <a:path w="1764664" h="3022600">
                <a:moveTo>
                  <a:pt x="1228002" y="838199"/>
                </a:moveTo>
                <a:lnTo>
                  <a:pt x="1130125" y="838199"/>
                </a:lnTo>
                <a:lnTo>
                  <a:pt x="1148101" y="850899"/>
                </a:lnTo>
                <a:lnTo>
                  <a:pt x="1159488" y="876299"/>
                </a:lnTo>
                <a:lnTo>
                  <a:pt x="1163723" y="888999"/>
                </a:lnTo>
                <a:lnTo>
                  <a:pt x="1160241" y="914399"/>
                </a:lnTo>
                <a:lnTo>
                  <a:pt x="1149293" y="927099"/>
                </a:lnTo>
                <a:lnTo>
                  <a:pt x="1132886" y="939799"/>
                </a:lnTo>
                <a:lnTo>
                  <a:pt x="1230512" y="939799"/>
                </a:lnTo>
                <a:lnTo>
                  <a:pt x="1239233" y="888999"/>
                </a:lnTo>
                <a:lnTo>
                  <a:pt x="1228002" y="838199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929237" y="3540155"/>
            <a:ext cx="80010" cy="3319779"/>
          </a:xfrm>
          <a:custGeom>
            <a:avLst/>
            <a:gdLst/>
            <a:ahLst/>
            <a:cxnLst/>
            <a:rect l="l" t="t" r="r" b="b"/>
            <a:pathLst>
              <a:path w="80009" h="3319779">
                <a:moveTo>
                  <a:pt x="79634" y="0"/>
                </a:moveTo>
                <a:lnTo>
                  <a:pt x="0" y="0"/>
                </a:lnTo>
                <a:lnTo>
                  <a:pt x="0" y="3319299"/>
                </a:lnTo>
                <a:lnTo>
                  <a:pt x="79634" y="3319299"/>
                </a:lnTo>
                <a:lnTo>
                  <a:pt x="79634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78357" y="4481486"/>
            <a:ext cx="888365" cy="1183005"/>
          </a:xfrm>
          <a:custGeom>
            <a:avLst/>
            <a:gdLst/>
            <a:ahLst/>
            <a:cxnLst/>
            <a:rect l="l" t="t" r="r" b="b"/>
            <a:pathLst>
              <a:path w="888365" h="1183004">
                <a:moveTo>
                  <a:pt x="887818" y="0"/>
                </a:moveTo>
                <a:lnTo>
                  <a:pt x="0" y="0"/>
                </a:lnTo>
                <a:lnTo>
                  <a:pt x="0" y="145948"/>
                </a:lnTo>
                <a:lnTo>
                  <a:pt x="366179" y="145948"/>
                </a:lnTo>
                <a:lnTo>
                  <a:pt x="366179" y="1182878"/>
                </a:lnTo>
                <a:lnTo>
                  <a:pt x="519849" y="1182878"/>
                </a:lnTo>
                <a:lnTo>
                  <a:pt x="519849" y="145948"/>
                </a:lnTo>
                <a:lnTo>
                  <a:pt x="887818" y="145948"/>
                </a:lnTo>
                <a:lnTo>
                  <a:pt x="887818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350107" y="4809812"/>
            <a:ext cx="782955" cy="872490"/>
          </a:xfrm>
          <a:custGeom>
            <a:avLst/>
            <a:gdLst/>
            <a:ahLst/>
            <a:cxnLst/>
            <a:rect l="l" t="t" r="r" b="b"/>
            <a:pathLst>
              <a:path w="782954" h="872489">
                <a:moveTo>
                  <a:pt x="405525" y="0"/>
                </a:moveTo>
                <a:lnTo>
                  <a:pt x="362839" y="2056"/>
                </a:lnTo>
                <a:lnTo>
                  <a:pt x="320916" y="8230"/>
                </a:lnTo>
                <a:lnTo>
                  <a:pt x="280435" y="18530"/>
                </a:lnTo>
                <a:lnTo>
                  <a:pt x="242075" y="32961"/>
                </a:lnTo>
                <a:lnTo>
                  <a:pt x="206289" y="51081"/>
                </a:lnTo>
                <a:lnTo>
                  <a:pt x="173072" y="72437"/>
                </a:lnTo>
                <a:lnTo>
                  <a:pt x="142417" y="97024"/>
                </a:lnTo>
                <a:lnTo>
                  <a:pt x="114317" y="124834"/>
                </a:lnTo>
                <a:lnTo>
                  <a:pt x="88960" y="155581"/>
                </a:lnTo>
                <a:lnTo>
                  <a:pt x="66529" y="188873"/>
                </a:lnTo>
                <a:lnTo>
                  <a:pt x="47010" y="224710"/>
                </a:lnTo>
                <a:lnTo>
                  <a:pt x="30390" y="263091"/>
                </a:lnTo>
                <a:lnTo>
                  <a:pt x="17104" y="303739"/>
                </a:lnTo>
                <a:lnTo>
                  <a:pt x="7606" y="346268"/>
                </a:lnTo>
                <a:lnTo>
                  <a:pt x="1902" y="390684"/>
                </a:lnTo>
                <a:lnTo>
                  <a:pt x="0" y="436995"/>
                </a:lnTo>
                <a:lnTo>
                  <a:pt x="1948" y="483036"/>
                </a:lnTo>
                <a:lnTo>
                  <a:pt x="7802" y="526855"/>
                </a:lnTo>
                <a:lnTo>
                  <a:pt x="17577" y="568771"/>
                </a:lnTo>
                <a:lnTo>
                  <a:pt x="31286" y="609108"/>
                </a:lnTo>
                <a:lnTo>
                  <a:pt x="48323" y="647533"/>
                </a:lnTo>
                <a:lnTo>
                  <a:pt x="68293" y="683392"/>
                </a:lnTo>
                <a:lnTo>
                  <a:pt x="91190" y="716692"/>
                </a:lnTo>
                <a:lnTo>
                  <a:pt x="117005" y="747440"/>
                </a:lnTo>
                <a:lnTo>
                  <a:pt x="145567" y="775250"/>
                </a:lnTo>
                <a:lnTo>
                  <a:pt x="176824" y="799837"/>
                </a:lnTo>
                <a:lnTo>
                  <a:pt x="210783" y="821194"/>
                </a:lnTo>
                <a:lnTo>
                  <a:pt x="247451" y="839314"/>
                </a:lnTo>
                <a:lnTo>
                  <a:pt x="286249" y="853756"/>
                </a:lnTo>
                <a:lnTo>
                  <a:pt x="326712" y="864081"/>
                </a:lnTo>
                <a:lnTo>
                  <a:pt x="368856" y="870281"/>
                </a:lnTo>
                <a:lnTo>
                  <a:pt x="412693" y="872349"/>
                </a:lnTo>
                <a:lnTo>
                  <a:pt x="438523" y="871556"/>
                </a:lnTo>
                <a:lnTo>
                  <a:pt x="489902" y="865271"/>
                </a:lnTo>
                <a:lnTo>
                  <a:pt x="540626" y="852842"/>
                </a:lnTo>
                <a:lnTo>
                  <a:pt x="589296" y="834548"/>
                </a:lnTo>
                <a:lnTo>
                  <a:pt x="635597" y="810300"/>
                </a:lnTo>
                <a:lnTo>
                  <a:pt x="678463" y="779539"/>
                </a:lnTo>
                <a:lnTo>
                  <a:pt x="717409" y="742164"/>
                </a:lnTo>
                <a:lnTo>
                  <a:pt x="724840" y="733122"/>
                </a:lnTo>
                <a:lnTo>
                  <a:pt x="412768" y="733122"/>
                </a:lnTo>
                <a:lnTo>
                  <a:pt x="383914" y="731725"/>
                </a:lnTo>
                <a:lnTo>
                  <a:pt x="329847" y="720570"/>
                </a:lnTo>
                <a:lnTo>
                  <a:pt x="281027" y="698566"/>
                </a:lnTo>
                <a:lnTo>
                  <a:pt x="239525" y="667336"/>
                </a:lnTo>
                <a:lnTo>
                  <a:pt x="205544" y="627446"/>
                </a:lnTo>
                <a:lnTo>
                  <a:pt x="178775" y="580181"/>
                </a:lnTo>
                <a:lnTo>
                  <a:pt x="162064" y="535282"/>
                </a:lnTo>
                <a:lnTo>
                  <a:pt x="153452" y="496498"/>
                </a:lnTo>
                <a:lnTo>
                  <a:pt x="150755" y="476294"/>
                </a:lnTo>
                <a:lnTo>
                  <a:pt x="777225" y="476294"/>
                </a:lnTo>
                <a:lnTo>
                  <a:pt x="778807" y="467301"/>
                </a:lnTo>
                <a:lnTo>
                  <a:pt x="782378" y="421148"/>
                </a:lnTo>
                <a:lnTo>
                  <a:pt x="782602" y="403064"/>
                </a:lnTo>
                <a:lnTo>
                  <a:pt x="781009" y="363914"/>
                </a:lnTo>
                <a:lnTo>
                  <a:pt x="154862" y="363914"/>
                </a:lnTo>
                <a:lnTo>
                  <a:pt x="157182" y="352295"/>
                </a:lnTo>
                <a:lnTo>
                  <a:pt x="175942" y="292331"/>
                </a:lnTo>
                <a:lnTo>
                  <a:pt x="201493" y="244261"/>
                </a:lnTo>
                <a:lnTo>
                  <a:pt x="234522" y="203489"/>
                </a:lnTo>
                <a:lnTo>
                  <a:pt x="275128" y="171386"/>
                </a:lnTo>
                <a:lnTo>
                  <a:pt x="323097" y="148522"/>
                </a:lnTo>
                <a:lnTo>
                  <a:pt x="376664" y="136940"/>
                </a:lnTo>
                <a:lnTo>
                  <a:pt x="405450" y="135498"/>
                </a:lnTo>
                <a:lnTo>
                  <a:pt x="693787" y="135498"/>
                </a:lnTo>
                <a:lnTo>
                  <a:pt x="679993" y="118570"/>
                </a:lnTo>
                <a:lnTo>
                  <a:pt x="679708" y="118570"/>
                </a:lnTo>
                <a:lnTo>
                  <a:pt x="653849" y="92774"/>
                </a:lnTo>
                <a:lnTo>
                  <a:pt x="625443" y="69753"/>
                </a:lnTo>
                <a:lnTo>
                  <a:pt x="560985" y="32066"/>
                </a:lnTo>
                <a:lnTo>
                  <a:pt x="525102" y="18058"/>
                </a:lnTo>
                <a:lnTo>
                  <a:pt x="487231" y="8035"/>
                </a:lnTo>
                <a:lnTo>
                  <a:pt x="447673" y="2056"/>
                </a:lnTo>
                <a:lnTo>
                  <a:pt x="448318" y="2056"/>
                </a:lnTo>
                <a:lnTo>
                  <a:pt x="405525" y="0"/>
                </a:lnTo>
                <a:close/>
              </a:path>
              <a:path w="782954" h="872489">
                <a:moveTo>
                  <a:pt x="655740" y="592180"/>
                </a:moveTo>
                <a:lnTo>
                  <a:pt x="631549" y="626309"/>
                </a:lnTo>
                <a:lnTo>
                  <a:pt x="605469" y="655530"/>
                </a:lnTo>
                <a:lnTo>
                  <a:pt x="547694" y="699192"/>
                </a:lnTo>
                <a:lnTo>
                  <a:pt x="483115" y="724658"/>
                </a:lnTo>
                <a:lnTo>
                  <a:pt x="412768" y="733122"/>
                </a:lnTo>
                <a:lnTo>
                  <a:pt x="724840" y="733122"/>
                </a:lnTo>
                <a:lnTo>
                  <a:pt x="734739" y="721079"/>
                </a:lnTo>
                <a:lnTo>
                  <a:pt x="750405" y="698566"/>
                </a:lnTo>
                <a:lnTo>
                  <a:pt x="750501" y="698427"/>
                </a:lnTo>
                <a:lnTo>
                  <a:pt x="764681" y="674210"/>
                </a:lnTo>
                <a:lnTo>
                  <a:pt x="655740" y="592180"/>
                </a:lnTo>
                <a:close/>
              </a:path>
              <a:path w="782954" h="872489">
                <a:moveTo>
                  <a:pt x="693787" y="135498"/>
                </a:moveTo>
                <a:lnTo>
                  <a:pt x="405450" y="135498"/>
                </a:lnTo>
                <a:lnTo>
                  <a:pt x="428287" y="136559"/>
                </a:lnTo>
                <a:lnTo>
                  <a:pt x="450326" y="139739"/>
                </a:lnTo>
                <a:lnTo>
                  <a:pt x="492066" y="152426"/>
                </a:lnTo>
                <a:lnTo>
                  <a:pt x="530035" y="172738"/>
                </a:lnTo>
                <a:lnTo>
                  <a:pt x="563524" y="199705"/>
                </a:lnTo>
                <a:lnTo>
                  <a:pt x="591422" y="232768"/>
                </a:lnTo>
                <a:lnTo>
                  <a:pt x="612656" y="271145"/>
                </a:lnTo>
                <a:lnTo>
                  <a:pt x="626889" y="314845"/>
                </a:lnTo>
                <a:lnTo>
                  <a:pt x="634011" y="363914"/>
                </a:lnTo>
                <a:lnTo>
                  <a:pt x="781009" y="363914"/>
                </a:lnTo>
                <a:lnTo>
                  <a:pt x="775891" y="321892"/>
                </a:lnTo>
                <a:lnTo>
                  <a:pt x="767513" y="283326"/>
                </a:lnTo>
                <a:lnTo>
                  <a:pt x="755796" y="246089"/>
                </a:lnTo>
                <a:lnTo>
                  <a:pt x="741012" y="210684"/>
                </a:lnTo>
                <a:lnTo>
                  <a:pt x="703074" y="146895"/>
                </a:lnTo>
                <a:lnTo>
                  <a:pt x="693787" y="135498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264499" y="4809812"/>
            <a:ext cx="774065" cy="872490"/>
          </a:xfrm>
          <a:custGeom>
            <a:avLst/>
            <a:gdLst/>
            <a:ahLst/>
            <a:cxnLst/>
            <a:rect l="l" t="t" r="r" b="b"/>
            <a:pathLst>
              <a:path w="774065" h="872489">
                <a:moveTo>
                  <a:pt x="421653" y="0"/>
                </a:moveTo>
                <a:lnTo>
                  <a:pt x="377704" y="2122"/>
                </a:lnTo>
                <a:lnTo>
                  <a:pt x="335224" y="8482"/>
                </a:lnTo>
                <a:lnTo>
                  <a:pt x="294201" y="19064"/>
                </a:lnTo>
                <a:lnTo>
                  <a:pt x="254620" y="33855"/>
                </a:lnTo>
                <a:lnTo>
                  <a:pt x="217097" y="52398"/>
                </a:lnTo>
                <a:lnTo>
                  <a:pt x="182256" y="74031"/>
                </a:lnTo>
                <a:lnTo>
                  <a:pt x="150089" y="98769"/>
                </a:lnTo>
                <a:lnTo>
                  <a:pt x="120589" y="126624"/>
                </a:lnTo>
                <a:lnTo>
                  <a:pt x="93976" y="157371"/>
                </a:lnTo>
                <a:lnTo>
                  <a:pt x="70365" y="190663"/>
                </a:lnTo>
                <a:lnTo>
                  <a:pt x="49765" y="226500"/>
                </a:lnTo>
                <a:lnTo>
                  <a:pt x="32182" y="264881"/>
                </a:lnTo>
                <a:lnTo>
                  <a:pt x="18112" y="305305"/>
                </a:lnTo>
                <a:lnTo>
                  <a:pt x="8054" y="347163"/>
                </a:lnTo>
                <a:lnTo>
                  <a:pt x="2014" y="390460"/>
                </a:lnTo>
                <a:lnTo>
                  <a:pt x="0" y="435205"/>
                </a:lnTo>
                <a:lnTo>
                  <a:pt x="1958" y="480016"/>
                </a:lnTo>
                <a:lnTo>
                  <a:pt x="7830" y="523499"/>
                </a:lnTo>
                <a:lnTo>
                  <a:pt x="17608" y="565639"/>
                </a:lnTo>
                <a:lnTo>
                  <a:pt x="31286" y="606424"/>
                </a:lnTo>
                <a:lnTo>
                  <a:pt x="48389" y="645239"/>
                </a:lnTo>
                <a:lnTo>
                  <a:pt x="68545" y="681369"/>
                </a:lnTo>
                <a:lnTo>
                  <a:pt x="91725" y="714815"/>
                </a:lnTo>
                <a:lnTo>
                  <a:pt x="117901" y="745576"/>
                </a:lnTo>
                <a:lnTo>
                  <a:pt x="146855" y="773431"/>
                </a:lnTo>
                <a:lnTo>
                  <a:pt x="178392" y="798168"/>
                </a:lnTo>
                <a:lnTo>
                  <a:pt x="212519" y="819801"/>
                </a:lnTo>
                <a:lnTo>
                  <a:pt x="249243" y="838344"/>
                </a:lnTo>
                <a:lnTo>
                  <a:pt x="288051" y="853135"/>
                </a:lnTo>
                <a:lnTo>
                  <a:pt x="328532" y="863717"/>
                </a:lnTo>
                <a:lnTo>
                  <a:pt x="370679" y="870077"/>
                </a:lnTo>
                <a:lnTo>
                  <a:pt x="414485" y="872200"/>
                </a:lnTo>
                <a:lnTo>
                  <a:pt x="471957" y="868411"/>
                </a:lnTo>
                <a:lnTo>
                  <a:pt x="526544" y="857043"/>
                </a:lnTo>
                <a:lnTo>
                  <a:pt x="578247" y="838097"/>
                </a:lnTo>
                <a:lnTo>
                  <a:pt x="627067" y="811573"/>
                </a:lnTo>
                <a:lnTo>
                  <a:pt x="671703" y="778799"/>
                </a:lnTo>
                <a:lnTo>
                  <a:pt x="710985" y="741111"/>
                </a:lnTo>
                <a:lnTo>
                  <a:pt x="744932" y="698515"/>
                </a:lnTo>
                <a:lnTo>
                  <a:pt x="773567" y="651018"/>
                </a:lnTo>
                <a:lnTo>
                  <a:pt x="664700" y="572642"/>
                </a:lnTo>
                <a:lnTo>
                  <a:pt x="641919" y="608070"/>
                </a:lnTo>
                <a:lnTo>
                  <a:pt x="616464" y="639506"/>
                </a:lnTo>
                <a:lnTo>
                  <a:pt x="588321" y="666929"/>
                </a:lnTo>
                <a:lnTo>
                  <a:pt x="557476" y="690318"/>
                </a:lnTo>
                <a:lnTo>
                  <a:pt x="489546" y="722468"/>
                </a:lnTo>
                <a:lnTo>
                  <a:pt x="414560" y="733197"/>
                </a:lnTo>
                <a:lnTo>
                  <a:pt x="386469" y="731754"/>
                </a:lnTo>
                <a:lnTo>
                  <a:pt x="333340" y="720172"/>
                </a:lnTo>
                <a:lnTo>
                  <a:pt x="284555" y="697365"/>
                </a:lnTo>
                <a:lnTo>
                  <a:pt x="242605" y="665709"/>
                </a:lnTo>
                <a:lnTo>
                  <a:pt x="207826" y="625731"/>
                </a:lnTo>
                <a:lnTo>
                  <a:pt x="180161" y="578466"/>
                </a:lnTo>
                <a:lnTo>
                  <a:pt x="159970" y="524438"/>
                </a:lnTo>
                <a:lnTo>
                  <a:pt x="149717" y="465996"/>
                </a:lnTo>
                <a:lnTo>
                  <a:pt x="148441" y="435280"/>
                </a:lnTo>
                <a:lnTo>
                  <a:pt x="149672" y="404629"/>
                </a:lnTo>
                <a:lnTo>
                  <a:pt x="159498" y="346656"/>
                </a:lnTo>
                <a:lnTo>
                  <a:pt x="178953" y="293411"/>
                </a:lnTo>
                <a:lnTo>
                  <a:pt x="207087" y="246572"/>
                </a:lnTo>
                <a:lnTo>
                  <a:pt x="243455" y="206682"/>
                </a:lnTo>
                <a:lnTo>
                  <a:pt x="286770" y="175026"/>
                </a:lnTo>
                <a:lnTo>
                  <a:pt x="336389" y="152176"/>
                </a:lnTo>
                <a:lnTo>
                  <a:pt x="389987" y="140594"/>
                </a:lnTo>
                <a:lnTo>
                  <a:pt x="418144" y="139152"/>
                </a:lnTo>
                <a:lnTo>
                  <a:pt x="454938" y="141937"/>
                </a:lnTo>
                <a:lnTo>
                  <a:pt x="524186" y="164257"/>
                </a:lnTo>
                <a:lnTo>
                  <a:pt x="586851" y="207994"/>
                </a:lnTo>
                <a:lnTo>
                  <a:pt x="614037" y="235984"/>
                </a:lnTo>
                <a:lnTo>
                  <a:pt x="638199" y="267778"/>
                </a:lnTo>
                <a:lnTo>
                  <a:pt x="659324" y="303361"/>
                </a:lnTo>
                <a:lnTo>
                  <a:pt x="771849" y="221331"/>
                </a:lnTo>
                <a:lnTo>
                  <a:pt x="744175" y="173604"/>
                </a:lnTo>
                <a:lnTo>
                  <a:pt x="711069" y="130352"/>
                </a:lnTo>
                <a:lnTo>
                  <a:pt x="673128" y="92171"/>
                </a:lnTo>
                <a:lnTo>
                  <a:pt x="630651" y="59807"/>
                </a:lnTo>
                <a:lnTo>
                  <a:pt x="583983" y="33958"/>
                </a:lnTo>
                <a:lnTo>
                  <a:pt x="533283" y="15212"/>
                </a:lnTo>
                <a:lnTo>
                  <a:pt x="479036" y="3803"/>
                </a:lnTo>
                <a:lnTo>
                  <a:pt x="450730" y="950"/>
                </a:lnTo>
                <a:lnTo>
                  <a:pt x="421653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104297" y="4437098"/>
            <a:ext cx="727075" cy="1227455"/>
          </a:xfrm>
          <a:custGeom>
            <a:avLst/>
            <a:gdLst/>
            <a:ahLst/>
            <a:cxnLst/>
            <a:rect l="l" t="t" r="r" b="b"/>
            <a:pathLst>
              <a:path w="727075" h="1227454">
                <a:moveTo>
                  <a:pt x="148291" y="0"/>
                </a:moveTo>
                <a:lnTo>
                  <a:pt x="0" y="0"/>
                </a:lnTo>
                <a:lnTo>
                  <a:pt x="0" y="1227389"/>
                </a:lnTo>
                <a:lnTo>
                  <a:pt x="148291" y="1227389"/>
                </a:lnTo>
                <a:lnTo>
                  <a:pt x="148291" y="756464"/>
                </a:lnTo>
                <a:lnTo>
                  <a:pt x="149423" y="729503"/>
                </a:lnTo>
                <a:lnTo>
                  <a:pt x="158687" y="679554"/>
                </a:lnTo>
                <a:lnTo>
                  <a:pt x="177179" y="635014"/>
                </a:lnTo>
                <a:lnTo>
                  <a:pt x="201820" y="596667"/>
                </a:lnTo>
                <a:lnTo>
                  <a:pt x="232072" y="564744"/>
                </a:lnTo>
                <a:lnTo>
                  <a:pt x="268216" y="540644"/>
                </a:lnTo>
                <a:lnTo>
                  <a:pt x="309657" y="524580"/>
                </a:lnTo>
                <a:lnTo>
                  <a:pt x="353035" y="516526"/>
                </a:lnTo>
                <a:lnTo>
                  <a:pt x="375284" y="515520"/>
                </a:lnTo>
                <a:lnTo>
                  <a:pt x="421322" y="519320"/>
                </a:lnTo>
                <a:lnTo>
                  <a:pt x="461900" y="530714"/>
                </a:lnTo>
                <a:lnTo>
                  <a:pt x="496877" y="549685"/>
                </a:lnTo>
                <a:lnTo>
                  <a:pt x="526115" y="576222"/>
                </a:lnTo>
                <a:lnTo>
                  <a:pt x="549087" y="610113"/>
                </a:lnTo>
                <a:lnTo>
                  <a:pt x="565409" y="651148"/>
                </a:lnTo>
                <a:lnTo>
                  <a:pt x="575151" y="699315"/>
                </a:lnTo>
                <a:lnTo>
                  <a:pt x="578383" y="754599"/>
                </a:lnTo>
                <a:lnTo>
                  <a:pt x="578383" y="1227315"/>
                </a:lnTo>
                <a:lnTo>
                  <a:pt x="726973" y="1227240"/>
                </a:lnTo>
                <a:lnTo>
                  <a:pt x="726973" y="718804"/>
                </a:lnTo>
                <a:lnTo>
                  <a:pt x="725573" y="680438"/>
                </a:lnTo>
                <a:lnTo>
                  <a:pt x="714373" y="609102"/>
                </a:lnTo>
                <a:lnTo>
                  <a:pt x="692229" y="545231"/>
                </a:lnTo>
                <a:lnTo>
                  <a:pt x="660262" y="490837"/>
                </a:lnTo>
                <a:lnTo>
                  <a:pt x="618377" y="446301"/>
                </a:lnTo>
                <a:lnTo>
                  <a:pt x="566856" y="411483"/>
                </a:lnTo>
                <a:lnTo>
                  <a:pt x="505954" y="386788"/>
                </a:lnTo>
                <a:lnTo>
                  <a:pt x="436512" y="374341"/>
                </a:lnTo>
                <a:lnTo>
                  <a:pt x="398431" y="372788"/>
                </a:lnTo>
                <a:lnTo>
                  <a:pt x="375576" y="373504"/>
                </a:lnTo>
                <a:lnTo>
                  <a:pt x="333225" y="379300"/>
                </a:lnTo>
                <a:lnTo>
                  <a:pt x="294689" y="390616"/>
                </a:lnTo>
                <a:lnTo>
                  <a:pt x="228607" y="423131"/>
                </a:lnTo>
                <a:lnTo>
                  <a:pt x="175802" y="468022"/>
                </a:lnTo>
                <a:lnTo>
                  <a:pt x="148291" y="506571"/>
                </a:lnTo>
                <a:lnTo>
                  <a:pt x="148291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029890" y="4436949"/>
            <a:ext cx="148590" cy="1227455"/>
          </a:xfrm>
          <a:custGeom>
            <a:avLst/>
            <a:gdLst/>
            <a:ahLst/>
            <a:cxnLst/>
            <a:rect l="l" t="t" r="r" b="b"/>
            <a:pathLst>
              <a:path w="148590" h="1227454">
                <a:moveTo>
                  <a:pt x="148254" y="0"/>
                </a:moveTo>
                <a:lnTo>
                  <a:pt x="0" y="0"/>
                </a:lnTo>
                <a:lnTo>
                  <a:pt x="0" y="1227389"/>
                </a:lnTo>
                <a:lnTo>
                  <a:pt x="148254" y="1227389"/>
                </a:lnTo>
                <a:lnTo>
                  <a:pt x="148254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363659" y="4809812"/>
            <a:ext cx="782955" cy="872490"/>
          </a:xfrm>
          <a:custGeom>
            <a:avLst/>
            <a:gdLst/>
            <a:ahLst/>
            <a:cxnLst/>
            <a:rect l="l" t="t" r="r" b="b"/>
            <a:pathLst>
              <a:path w="782954" h="872489">
                <a:moveTo>
                  <a:pt x="405450" y="0"/>
                </a:moveTo>
                <a:lnTo>
                  <a:pt x="362574" y="2056"/>
                </a:lnTo>
                <a:lnTo>
                  <a:pt x="320608" y="8230"/>
                </a:lnTo>
                <a:lnTo>
                  <a:pt x="280182" y="18530"/>
                </a:lnTo>
                <a:lnTo>
                  <a:pt x="241926" y="32961"/>
                </a:lnTo>
                <a:lnTo>
                  <a:pt x="206225" y="51081"/>
                </a:lnTo>
                <a:lnTo>
                  <a:pt x="173044" y="72437"/>
                </a:lnTo>
                <a:lnTo>
                  <a:pt x="142383" y="97024"/>
                </a:lnTo>
                <a:lnTo>
                  <a:pt x="114243" y="124834"/>
                </a:lnTo>
                <a:lnTo>
                  <a:pt x="88890" y="155581"/>
                </a:lnTo>
                <a:lnTo>
                  <a:pt x="66548" y="188873"/>
                </a:lnTo>
                <a:lnTo>
                  <a:pt x="47146" y="224710"/>
                </a:lnTo>
                <a:lnTo>
                  <a:pt x="30614" y="263091"/>
                </a:lnTo>
                <a:lnTo>
                  <a:pt x="17010" y="303739"/>
                </a:lnTo>
                <a:lnTo>
                  <a:pt x="7466" y="346268"/>
                </a:lnTo>
                <a:lnTo>
                  <a:pt x="1843" y="390684"/>
                </a:lnTo>
                <a:lnTo>
                  <a:pt x="0" y="436995"/>
                </a:lnTo>
                <a:lnTo>
                  <a:pt x="1960" y="483036"/>
                </a:lnTo>
                <a:lnTo>
                  <a:pt x="7840" y="526855"/>
                </a:lnTo>
                <a:lnTo>
                  <a:pt x="17640" y="568771"/>
                </a:lnTo>
                <a:lnTo>
                  <a:pt x="31360" y="609108"/>
                </a:lnTo>
                <a:lnTo>
                  <a:pt x="48452" y="647533"/>
                </a:lnTo>
                <a:lnTo>
                  <a:pt x="68415" y="683392"/>
                </a:lnTo>
                <a:lnTo>
                  <a:pt x="91317" y="716692"/>
                </a:lnTo>
                <a:lnTo>
                  <a:pt x="117229" y="747440"/>
                </a:lnTo>
                <a:lnTo>
                  <a:pt x="145510" y="775250"/>
                </a:lnTo>
                <a:lnTo>
                  <a:pt x="176591" y="799837"/>
                </a:lnTo>
                <a:lnTo>
                  <a:pt x="210472" y="821194"/>
                </a:lnTo>
                <a:lnTo>
                  <a:pt x="247153" y="839314"/>
                </a:lnTo>
                <a:lnTo>
                  <a:pt x="286074" y="853756"/>
                </a:lnTo>
                <a:lnTo>
                  <a:pt x="326675" y="864081"/>
                </a:lnTo>
                <a:lnTo>
                  <a:pt x="368956" y="870281"/>
                </a:lnTo>
                <a:lnTo>
                  <a:pt x="412917" y="872349"/>
                </a:lnTo>
                <a:lnTo>
                  <a:pt x="438666" y="871556"/>
                </a:lnTo>
                <a:lnTo>
                  <a:pt x="489884" y="865271"/>
                </a:lnTo>
                <a:lnTo>
                  <a:pt x="540577" y="852842"/>
                </a:lnTo>
                <a:lnTo>
                  <a:pt x="589345" y="834548"/>
                </a:lnTo>
                <a:lnTo>
                  <a:pt x="635570" y="810300"/>
                </a:lnTo>
                <a:lnTo>
                  <a:pt x="678131" y="779539"/>
                </a:lnTo>
                <a:lnTo>
                  <a:pt x="717040" y="742164"/>
                </a:lnTo>
                <a:lnTo>
                  <a:pt x="724510" y="733122"/>
                </a:lnTo>
                <a:lnTo>
                  <a:pt x="412917" y="733122"/>
                </a:lnTo>
                <a:lnTo>
                  <a:pt x="383925" y="731725"/>
                </a:lnTo>
                <a:lnTo>
                  <a:pt x="329860" y="720570"/>
                </a:lnTo>
                <a:lnTo>
                  <a:pt x="280987" y="698566"/>
                </a:lnTo>
                <a:lnTo>
                  <a:pt x="239546" y="667336"/>
                </a:lnTo>
                <a:lnTo>
                  <a:pt x="205490" y="627446"/>
                </a:lnTo>
                <a:lnTo>
                  <a:pt x="178819" y="580181"/>
                </a:lnTo>
                <a:lnTo>
                  <a:pt x="161960" y="535282"/>
                </a:lnTo>
                <a:lnTo>
                  <a:pt x="153514" y="496498"/>
                </a:lnTo>
                <a:lnTo>
                  <a:pt x="150830" y="476294"/>
                </a:lnTo>
                <a:lnTo>
                  <a:pt x="777300" y="476294"/>
                </a:lnTo>
                <a:lnTo>
                  <a:pt x="778840" y="467301"/>
                </a:lnTo>
                <a:lnTo>
                  <a:pt x="782434" y="421148"/>
                </a:lnTo>
                <a:lnTo>
                  <a:pt x="782527" y="403064"/>
                </a:lnTo>
                <a:lnTo>
                  <a:pt x="780933" y="363914"/>
                </a:lnTo>
                <a:lnTo>
                  <a:pt x="154564" y="363914"/>
                </a:lnTo>
                <a:lnTo>
                  <a:pt x="156944" y="352295"/>
                </a:lnTo>
                <a:lnTo>
                  <a:pt x="175704" y="291994"/>
                </a:lnTo>
                <a:lnTo>
                  <a:pt x="201465" y="244261"/>
                </a:lnTo>
                <a:lnTo>
                  <a:pt x="234506" y="203489"/>
                </a:lnTo>
                <a:lnTo>
                  <a:pt x="274827" y="171386"/>
                </a:lnTo>
                <a:lnTo>
                  <a:pt x="322708" y="148522"/>
                </a:lnTo>
                <a:lnTo>
                  <a:pt x="376469" y="136940"/>
                </a:lnTo>
                <a:lnTo>
                  <a:pt x="405450" y="135498"/>
                </a:lnTo>
                <a:lnTo>
                  <a:pt x="693337" y="135498"/>
                </a:lnTo>
                <a:lnTo>
                  <a:pt x="679484" y="118570"/>
                </a:lnTo>
                <a:lnTo>
                  <a:pt x="625163" y="69753"/>
                </a:lnTo>
                <a:lnTo>
                  <a:pt x="560761" y="32066"/>
                </a:lnTo>
                <a:lnTo>
                  <a:pt x="525048" y="18058"/>
                </a:lnTo>
                <a:lnTo>
                  <a:pt x="487306" y="8035"/>
                </a:lnTo>
                <a:lnTo>
                  <a:pt x="447764" y="2056"/>
                </a:lnTo>
                <a:lnTo>
                  <a:pt x="448412" y="2056"/>
                </a:lnTo>
                <a:lnTo>
                  <a:pt x="405450" y="0"/>
                </a:lnTo>
                <a:close/>
              </a:path>
              <a:path w="782954" h="872489">
                <a:moveTo>
                  <a:pt x="655590" y="592180"/>
                </a:moveTo>
                <a:lnTo>
                  <a:pt x="631533" y="626309"/>
                </a:lnTo>
                <a:lnTo>
                  <a:pt x="605376" y="655530"/>
                </a:lnTo>
                <a:lnTo>
                  <a:pt x="547321" y="699192"/>
                </a:lnTo>
                <a:lnTo>
                  <a:pt x="482919" y="724658"/>
                </a:lnTo>
                <a:lnTo>
                  <a:pt x="412917" y="733122"/>
                </a:lnTo>
                <a:lnTo>
                  <a:pt x="724510" y="733122"/>
                </a:lnTo>
                <a:lnTo>
                  <a:pt x="734459" y="721079"/>
                </a:lnTo>
                <a:lnTo>
                  <a:pt x="750241" y="698566"/>
                </a:lnTo>
                <a:lnTo>
                  <a:pt x="750338" y="698427"/>
                </a:lnTo>
                <a:lnTo>
                  <a:pt x="764606" y="674210"/>
                </a:lnTo>
                <a:lnTo>
                  <a:pt x="655590" y="592180"/>
                </a:lnTo>
                <a:close/>
              </a:path>
              <a:path w="782954" h="872489">
                <a:moveTo>
                  <a:pt x="693337" y="135498"/>
                </a:moveTo>
                <a:lnTo>
                  <a:pt x="405450" y="135498"/>
                </a:lnTo>
                <a:lnTo>
                  <a:pt x="428434" y="136559"/>
                </a:lnTo>
                <a:lnTo>
                  <a:pt x="450438" y="139739"/>
                </a:lnTo>
                <a:lnTo>
                  <a:pt x="492066" y="152426"/>
                </a:lnTo>
                <a:lnTo>
                  <a:pt x="530147" y="172738"/>
                </a:lnTo>
                <a:lnTo>
                  <a:pt x="563748" y="199705"/>
                </a:lnTo>
                <a:lnTo>
                  <a:pt x="591655" y="232768"/>
                </a:lnTo>
                <a:lnTo>
                  <a:pt x="612282" y="271145"/>
                </a:lnTo>
                <a:lnTo>
                  <a:pt x="626749" y="314845"/>
                </a:lnTo>
                <a:lnTo>
                  <a:pt x="633936" y="363914"/>
                </a:lnTo>
                <a:lnTo>
                  <a:pt x="780933" y="363914"/>
                </a:lnTo>
                <a:lnTo>
                  <a:pt x="780847" y="361800"/>
                </a:lnTo>
                <a:lnTo>
                  <a:pt x="775807" y="321892"/>
                </a:lnTo>
                <a:lnTo>
                  <a:pt x="767407" y="283326"/>
                </a:lnTo>
                <a:lnTo>
                  <a:pt x="755742" y="246391"/>
                </a:lnTo>
                <a:lnTo>
                  <a:pt x="755668" y="246157"/>
                </a:lnTo>
                <a:lnTo>
                  <a:pt x="754849" y="244261"/>
                </a:lnTo>
                <a:lnTo>
                  <a:pt x="740806" y="210759"/>
                </a:lnTo>
                <a:lnTo>
                  <a:pt x="723165" y="177697"/>
                </a:lnTo>
                <a:lnTo>
                  <a:pt x="702725" y="146969"/>
                </a:lnTo>
                <a:lnTo>
                  <a:pt x="693337" y="135498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2247736" y="4809812"/>
            <a:ext cx="699135" cy="872490"/>
          </a:xfrm>
          <a:custGeom>
            <a:avLst/>
            <a:gdLst/>
            <a:ahLst/>
            <a:cxnLst/>
            <a:rect l="l" t="t" r="r" b="b"/>
            <a:pathLst>
              <a:path w="699134" h="872489">
                <a:moveTo>
                  <a:pt x="343475" y="353250"/>
                </a:moveTo>
                <a:lnTo>
                  <a:pt x="271233" y="358162"/>
                </a:lnTo>
                <a:lnTo>
                  <a:pt x="204592" y="372862"/>
                </a:lnTo>
                <a:lnTo>
                  <a:pt x="145883" y="396492"/>
                </a:lnTo>
                <a:lnTo>
                  <a:pt x="95575" y="428121"/>
                </a:lnTo>
                <a:lnTo>
                  <a:pt x="55441" y="466926"/>
                </a:lnTo>
                <a:lnTo>
                  <a:pt x="25387" y="511940"/>
                </a:lnTo>
                <a:lnTo>
                  <a:pt x="6533" y="562827"/>
                </a:lnTo>
                <a:lnTo>
                  <a:pt x="0" y="619026"/>
                </a:lnTo>
                <a:lnTo>
                  <a:pt x="1528" y="647761"/>
                </a:lnTo>
                <a:lnTo>
                  <a:pt x="13545" y="700813"/>
                </a:lnTo>
                <a:lnTo>
                  <a:pt x="36342" y="747874"/>
                </a:lnTo>
                <a:lnTo>
                  <a:pt x="68520" y="788022"/>
                </a:lnTo>
                <a:lnTo>
                  <a:pt x="109237" y="820877"/>
                </a:lnTo>
                <a:lnTo>
                  <a:pt x="157095" y="845852"/>
                </a:lnTo>
                <a:lnTo>
                  <a:pt x="211265" y="862731"/>
                </a:lnTo>
                <a:lnTo>
                  <a:pt x="270627" y="871150"/>
                </a:lnTo>
                <a:lnTo>
                  <a:pt x="302408" y="872200"/>
                </a:lnTo>
                <a:lnTo>
                  <a:pt x="342309" y="870021"/>
                </a:lnTo>
                <a:lnTo>
                  <a:pt x="380250" y="863494"/>
                </a:lnTo>
                <a:lnTo>
                  <a:pt x="450251" y="837449"/>
                </a:lnTo>
                <a:lnTo>
                  <a:pt x="509706" y="794840"/>
                </a:lnTo>
                <a:lnTo>
                  <a:pt x="547417" y="749305"/>
                </a:lnTo>
                <a:lnTo>
                  <a:pt x="321821" y="749305"/>
                </a:lnTo>
                <a:lnTo>
                  <a:pt x="286517" y="747069"/>
                </a:lnTo>
                <a:lnTo>
                  <a:pt x="225429" y="729201"/>
                </a:lnTo>
                <a:lnTo>
                  <a:pt x="177804" y="693965"/>
                </a:lnTo>
                <a:lnTo>
                  <a:pt x="153164" y="644015"/>
                </a:lnTo>
                <a:lnTo>
                  <a:pt x="150083" y="613657"/>
                </a:lnTo>
                <a:lnTo>
                  <a:pt x="153584" y="579439"/>
                </a:lnTo>
                <a:lnTo>
                  <a:pt x="181584" y="525096"/>
                </a:lnTo>
                <a:lnTo>
                  <a:pt x="236349" y="489282"/>
                </a:lnTo>
                <a:lnTo>
                  <a:pt x="307518" y="471436"/>
                </a:lnTo>
                <a:lnTo>
                  <a:pt x="348702" y="469210"/>
                </a:lnTo>
                <a:lnTo>
                  <a:pt x="698898" y="469210"/>
                </a:lnTo>
                <a:lnTo>
                  <a:pt x="698898" y="399708"/>
                </a:lnTo>
                <a:lnTo>
                  <a:pt x="552547" y="399708"/>
                </a:lnTo>
                <a:lnTo>
                  <a:pt x="534184" y="390299"/>
                </a:lnTo>
                <a:lnTo>
                  <a:pt x="513720" y="381653"/>
                </a:lnTo>
                <a:lnTo>
                  <a:pt x="465932" y="366673"/>
                </a:lnTo>
                <a:lnTo>
                  <a:pt x="408904" y="356605"/>
                </a:lnTo>
                <a:lnTo>
                  <a:pt x="377204" y="354089"/>
                </a:lnTo>
                <a:lnTo>
                  <a:pt x="343475" y="353250"/>
                </a:lnTo>
                <a:close/>
              </a:path>
              <a:path w="699134" h="872489">
                <a:moveTo>
                  <a:pt x="698898" y="736627"/>
                </a:moveTo>
                <a:lnTo>
                  <a:pt x="556281" y="736627"/>
                </a:lnTo>
                <a:lnTo>
                  <a:pt x="556281" y="854303"/>
                </a:lnTo>
                <a:lnTo>
                  <a:pt x="698898" y="854303"/>
                </a:lnTo>
                <a:lnTo>
                  <a:pt x="698898" y="736627"/>
                </a:lnTo>
                <a:close/>
              </a:path>
              <a:path w="699134" h="872489">
                <a:moveTo>
                  <a:pt x="698898" y="469210"/>
                </a:moveTo>
                <a:lnTo>
                  <a:pt x="348702" y="469210"/>
                </a:lnTo>
                <a:lnTo>
                  <a:pt x="380915" y="470217"/>
                </a:lnTo>
                <a:lnTo>
                  <a:pt x="411517" y="473237"/>
                </a:lnTo>
                <a:lnTo>
                  <a:pt x="468172" y="485318"/>
                </a:lnTo>
                <a:lnTo>
                  <a:pt x="516427" y="502274"/>
                </a:lnTo>
                <a:lnTo>
                  <a:pt x="554041" y="520963"/>
                </a:lnTo>
                <a:lnTo>
                  <a:pt x="552921" y="544611"/>
                </a:lnTo>
                <a:lnTo>
                  <a:pt x="543961" y="589222"/>
                </a:lnTo>
                <a:lnTo>
                  <a:pt x="526203" y="629990"/>
                </a:lnTo>
                <a:lnTo>
                  <a:pt x="501049" y="666150"/>
                </a:lnTo>
                <a:lnTo>
                  <a:pt x="469304" y="697190"/>
                </a:lnTo>
                <a:lnTo>
                  <a:pt x="432646" y="721738"/>
                </a:lnTo>
                <a:lnTo>
                  <a:pt x="391648" y="739300"/>
                </a:lnTo>
                <a:lnTo>
                  <a:pt x="346030" y="748198"/>
                </a:lnTo>
                <a:lnTo>
                  <a:pt x="321821" y="749305"/>
                </a:lnTo>
                <a:lnTo>
                  <a:pt x="547417" y="749305"/>
                </a:lnTo>
                <a:lnTo>
                  <a:pt x="556281" y="736627"/>
                </a:lnTo>
                <a:lnTo>
                  <a:pt x="698898" y="736627"/>
                </a:lnTo>
                <a:lnTo>
                  <a:pt x="698898" y="469210"/>
                </a:lnTo>
                <a:close/>
              </a:path>
              <a:path w="699134" h="872489">
                <a:moveTo>
                  <a:pt x="647788" y="140942"/>
                </a:moveTo>
                <a:lnTo>
                  <a:pt x="343475" y="140942"/>
                </a:lnTo>
                <a:lnTo>
                  <a:pt x="366879" y="141903"/>
                </a:lnTo>
                <a:lnTo>
                  <a:pt x="389023" y="144773"/>
                </a:lnTo>
                <a:lnTo>
                  <a:pt x="430091" y="156154"/>
                </a:lnTo>
                <a:lnTo>
                  <a:pt x="465372" y="174238"/>
                </a:lnTo>
                <a:lnTo>
                  <a:pt x="495053" y="198139"/>
                </a:lnTo>
                <a:lnTo>
                  <a:pt x="519040" y="227781"/>
                </a:lnTo>
                <a:lnTo>
                  <a:pt x="536867" y="263241"/>
                </a:lnTo>
                <a:lnTo>
                  <a:pt x="548627" y="303165"/>
                </a:lnTo>
                <a:lnTo>
                  <a:pt x="552547" y="346165"/>
                </a:lnTo>
                <a:lnTo>
                  <a:pt x="552547" y="399708"/>
                </a:lnTo>
                <a:lnTo>
                  <a:pt x="698898" y="399708"/>
                </a:lnTo>
                <a:lnTo>
                  <a:pt x="698898" y="331624"/>
                </a:lnTo>
                <a:lnTo>
                  <a:pt x="692831" y="258692"/>
                </a:lnTo>
                <a:lnTo>
                  <a:pt x="675004" y="193366"/>
                </a:lnTo>
                <a:lnTo>
                  <a:pt x="661400" y="163767"/>
                </a:lnTo>
                <a:lnTo>
                  <a:pt x="647788" y="140942"/>
                </a:lnTo>
                <a:close/>
              </a:path>
              <a:path w="699134" h="872489">
                <a:moveTo>
                  <a:pt x="344969" y="0"/>
                </a:moveTo>
                <a:lnTo>
                  <a:pt x="295034" y="3355"/>
                </a:lnTo>
                <a:lnTo>
                  <a:pt x="245659" y="13423"/>
                </a:lnTo>
                <a:lnTo>
                  <a:pt x="198525" y="29036"/>
                </a:lnTo>
                <a:lnTo>
                  <a:pt x="155310" y="49068"/>
                </a:lnTo>
                <a:lnTo>
                  <a:pt x="116203" y="73155"/>
                </a:lnTo>
                <a:lnTo>
                  <a:pt x="79895" y="100822"/>
                </a:lnTo>
                <a:lnTo>
                  <a:pt x="47974" y="130884"/>
                </a:lnTo>
                <a:lnTo>
                  <a:pt x="21653" y="162344"/>
                </a:lnTo>
                <a:lnTo>
                  <a:pt x="111256" y="258692"/>
                </a:lnTo>
                <a:lnTo>
                  <a:pt x="132256" y="235437"/>
                </a:lnTo>
                <a:lnTo>
                  <a:pt x="156057" y="213874"/>
                </a:lnTo>
                <a:lnTo>
                  <a:pt x="212058" y="175767"/>
                </a:lnTo>
                <a:lnTo>
                  <a:pt x="275527" y="149657"/>
                </a:lnTo>
                <a:lnTo>
                  <a:pt x="343475" y="140942"/>
                </a:lnTo>
                <a:lnTo>
                  <a:pt x="647788" y="140942"/>
                </a:lnTo>
                <a:lnTo>
                  <a:pt x="645137" y="136495"/>
                </a:lnTo>
                <a:lnTo>
                  <a:pt x="605148" y="90072"/>
                </a:lnTo>
                <a:lnTo>
                  <a:pt x="552547" y="51259"/>
                </a:lnTo>
                <a:lnTo>
                  <a:pt x="492066" y="23117"/>
                </a:lnTo>
                <a:lnTo>
                  <a:pt x="422717" y="5770"/>
                </a:lnTo>
                <a:lnTo>
                  <a:pt x="384858" y="1441"/>
                </a:lnTo>
                <a:lnTo>
                  <a:pt x="344969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3051916" y="4420767"/>
            <a:ext cx="575310" cy="1243965"/>
          </a:xfrm>
          <a:custGeom>
            <a:avLst/>
            <a:gdLst/>
            <a:ahLst/>
            <a:cxnLst/>
            <a:rect l="l" t="t" r="r" b="b"/>
            <a:pathLst>
              <a:path w="575309" h="1243964">
                <a:moveTo>
                  <a:pt x="446518" y="0"/>
                </a:moveTo>
                <a:lnTo>
                  <a:pt x="380436" y="5359"/>
                </a:lnTo>
                <a:lnTo>
                  <a:pt x="321075" y="21402"/>
                </a:lnTo>
                <a:lnTo>
                  <a:pt x="270207" y="47530"/>
                </a:lnTo>
                <a:lnTo>
                  <a:pt x="227739" y="82999"/>
                </a:lnTo>
                <a:lnTo>
                  <a:pt x="193485" y="127341"/>
                </a:lnTo>
                <a:lnTo>
                  <a:pt x="168751" y="180241"/>
                </a:lnTo>
                <a:lnTo>
                  <a:pt x="152977" y="240897"/>
                </a:lnTo>
                <a:lnTo>
                  <a:pt x="147843" y="308655"/>
                </a:lnTo>
                <a:lnTo>
                  <a:pt x="147843" y="406793"/>
                </a:lnTo>
                <a:lnTo>
                  <a:pt x="0" y="406793"/>
                </a:lnTo>
                <a:lnTo>
                  <a:pt x="0" y="533492"/>
                </a:lnTo>
                <a:lnTo>
                  <a:pt x="146350" y="533492"/>
                </a:lnTo>
                <a:lnTo>
                  <a:pt x="146350" y="1243571"/>
                </a:lnTo>
                <a:lnTo>
                  <a:pt x="292701" y="1243571"/>
                </a:lnTo>
                <a:lnTo>
                  <a:pt x="292701" y="533492"/>
                </a:lnTo>
                <a:lnTo>
                  <a:pt x="526413" y="533492"/>
                </a:lnTo>
                <a:lnTo>
                  <a:pt x="526413" y="406793"/>
                </a:lnTo>
                <a:lnTo>
                  <a:pt x="291207" y="406793"/>
                </a:lnTo>
                <a:lnTo>
                  <a:pt x="291907" y="294548"/>
                </a:lnTo>
                <a:lnTo>
                  <a:pt x="297507" y="250842"/>
                </a:lnTo>
                <a:lnTo>
                  <a:pt x="316501" y="199668"/>
                </a:lnTo>
                <a:lnTo>
                  <a:pt x="345587" y="163636"/>
                </a:lnTo>
                <a:lnTo>
                  <a:pt x="384543" y="141016"/>
                </a:lnTo>
                <a:lnTo>
                  <a:pt x="451745" y="130278"/>
                </a:lnTo>
                <a:lnTo>
                  <a:pt x="480679" y="132291"/>
                </a:lnTo>
                <a:lnTo>
                  <a:pt x="510733" y="138332"/>
                </a:lnTo>
                <a:lnTo>
                  <a:pt x="560761" y="155260"/>
                </a:lnTo>
                <a:lnTo>
                  <a:pt x="574948" y="28561"/>
                </a:lnTo>
                <a:lnTo>
                  <a:pt x="545232" y="15851"/>
                </a:lnTo>
                <a:lnTo>
                  <a:pt x="511200" y="6040"/>
                </a:lnTo>
                <a:lnTo>
                  <a:pt x="491319" y="2684"/>
                </a:lnTo>
                <a:lnTo>
                  <a:pt x="446518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69184" y="5907073"/>
            <a:ext cx="87959" cy="136318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7981991" y="5907050"/>
            <a:ext cx="15240" cy="136525"/>
          </a:xfrm>
          <a:custGeom>
            <a:avLst/>
            <a:gdLst/>
            <a:ahLst/>
            <a:cxnLst/>
            <a:rect l="l" t="t" r="r" b="b"/>
            <a:pathLst>
              <a:path w="15240" h="136525">
                <a:moveTo>
                  <a:pt x="15048" y="0"/>
                </a:moveTo>
                <a:lnTo>
                  <a:pt x="0" y="0"/>
                </a:lnTo>
                <a:lnTo>
                  <a:pt x="0" y="136341"/>
                </a:lnTo>
                <a:lnTo>
                  <a:pt x="15048" y="136341"/>
                </a:lnTo>
                <a:lnTo>
                  <a:pt x="15048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8789" y="5907073"/>
            <a:ext cx="115512" cy="13631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2060" y="5907073"/>
            <a:ext cx="115512" cy="13631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60411" y="5907073"/>
            <a:ext cx="87959" cy="13631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53803" y="5907073"/>
            <a:ext cx="125144" cy="13631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88860" y="5904984"/>
            <a:ext cx="93783" cy="14034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93526" y="5907073"/>
            <a:ext cx="101698" cy="13631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16935" y="5907073"/>
            <a:ext cx="88109" cy="13631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815778" y="5907147"/>
            <a:ext cx="100354" cy="136318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10026940" y="6022436"/>
            <a:ext cx="27305" cy="47625"/>
          </a:xfrm>
          <a:custGeom>
            <a:avLst/>
            <a:gdLst/>
            <a:ahLst/>
            <a:cxnLst/>
            <a:rect l="l" t="t" r="r" b="b"/>
            <a:pathLst>
              <a:path w="27304" h="47625">
                <a:moveTo>
                  <a:pt x="27179" y="0"/>
                </a:moveTo>
                <a:lnTo>
                  <a:pt x="11722" y="0"/>
                </a:lnTo>
                <a:lnTo>
                  <a:pt x="0" y="47353"/>
                </a:lnTo>
                <a:lnTo>
                  <a:pt x="12992" y="47353"/>
                </a:lnTo>
                <a:lnTo>
                  <a:pt x="27179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348912" y="5906849"/>
            <a:ext cx="97815" cy="13631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574411" y="5907073"/>
            <a:ext cx="88855" cy="13631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768549" y="5907073"/>
            <a:ext cx="101549" cy="13631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979862" y="5907073"/>
            <a:ext cx="102296" cy="136318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199387" y="5907073"/>
            <a:ext cx="88109" cy="136318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406220" y="5907147"/>
            <a:ext cx="100802" cy="136318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11617531" y="6022436"/>
            <a:ext cx="27940" cy="47625"/>
          </a:xfrm>
          <a:custGeom>
            <a:avLst/>
            <a:gdLst/>
            <a:ahLst/>
            <a:cxnLst/>
            <a:rect l="l" t="t" r="r" b="b"/>
            <a:pathLst>
              <a:path w="27940" h="47625">
                <a:moveTo>
                  <a:pt x="27627" y="0"/>
                </a:moveTo>
                <a:lnTo>
                  <a:pt x="11946" y="0"/>
                </a:lnTo>
                <a:lnTo>
                  <a:pt x="0" y="47353"/>
                </a:lnTo>
                <a:lnTo>
                  <a:pt x="13440" y="47353"/>
                </a:lnTo>
                <a:lnTo>
                  <a:pt x="27627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object 3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928154" y="5904984"/>
            <a:ext cx="94082" cy="140345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145439" y="5907073"/>
            <a:ext cx="133656" cy="136318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2394833" y="5907073"/>
            <a:ext cx="125443" cy="136318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2640492" y="5907147"/>
            <a:ext cx="100055" cy="136318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2841351" y="5907073"/>
            <a:ext cx="101549" cy="136318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3060129" y="5907073"/>
            <a:ext cx="88109" cy="136318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3263229" y="5907147"/>
            <a:ext cx="100055" cy="136318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17788889" y="8713089"/>
            <a:ext cx="219075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-175">
                <a:solidFill>
                  <a:srgbClr val="FFFFFF"/>
                </a:solidFill>
                <a:latin typeface="Arial Black"/>
                <a:cs typeface="Arial Black"/>
              </a:rPr>
              <a:t>01</a:t>
            </a:r>
            <a:endParaRPr sz="14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84718" y="3199892"/>
            <a:ext cx="1898650" cy="1304925"/>
          </a:xfrm>
          <a:custGeom>
            <a:avLst/>
            <a:gdLst/>
            <a:ahLst/>
            <a:cxnLst/>
            <a:rect l="l" t="t" r="r" b="b"/>
            <a:pathLst>
              <a:path w="1898650" h="1304925">
                <a:moveTo>
                  <a:pt x="0" y="1304543"/>
                </a:moveTo>
                <a:lnTo>
                  <a:pt x="720725" y="1304543"/>
                </a:lnTo>
                <a:lnTo>
                  <a:pt x="766791" y="1299899"/>
                </a:lnTo>
                <a:lnTo>
                  <a:pt x="809700" y="1286577"/>
                </a:lnTo>
                <a:lnTo>
                  <a:pt x="848531" y="1265498"/>
                </a:lnTo>
                <a:lnTo>
                  <a:pt x="882364" y="1237583"/>
                </a:lnTo>
                <a:lnTo>
                  <a:pt x="910279" y="1203750"/>
                </a:lnTo>
                <a:lnTo>
                  <a:pt x="931358" y="1164919"/>
                </a:lnTo>
                <a:lnTo>
                  <a:pt x="944680" y="1122010"/>
                </a:lnTo>
                <a:lnTo>
                  <a:pt x="949325" y="1075943"/>
                </a:lnTo>
                <a:lnTo>
                  <a:pt x="949325" y="228600"/>
                </a:lnTo>
                <a:lnTo>
                  <a:pt x="953964" y="182533"/>
                </a:lnTo>
                <a:lnTo>
                  <a:pt x="967273" y="139624"/>
                </a:lnTo>
                <a:lnTo>
                  <a:pt x="988336" y="100793"/>
                </a:lnTo>
                <a:lnTo>
                  <a:pt x="1016238" y="66960"/>
                </a:lnTo>
                <a:lnTo>
                  <a:pt x="1050063" y="39045"/>
                </a:lnTo>
                <a:lnTo>
                  <a:pt x="1088896" y="17966"/>
                </a:lnTo>
                <a:lnTo>
                  <a:pt x="1131821" y="4644"/>
                </a:lnTo>
                <a:lnTo>
                  <a:pt x="1177925" y="0"/>
                </a:lnTo>
                <a:lnTo>
                  <a:pt x="1898523" y="0"/>
                </a:lnTo>
              </a:path>
            </a:pathLst>
          </a:custGeom>
          <a:ln w="28575">
            <a:solidFill>
              <a:srgbClr val="5591A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287511" y="7180198"/>
            <a:ext cx="1892935" cy="1312545"/>
          </a:xfrm>
          <a:custGeom>
            <a:avLst/>
            <a:gdLst/>
            <a:ahLst/>
            <a:cxnLst/>
            <a:rect l="l" t="t" r="r" b="b"/>
            <a:pathLst>
              <a:path w="1892934" h="1312545">
                <a:moveTo>
                  <a:pt x="1892935" y="1312545"/>
                </a:moveTo>
                <a:lnTo>
                  <a:pt x="1175131" y="1312545"/>
                </a:lnTo>
                <a:lnTo>
                  <a:pt x="1129027" y="1307900"/>
                </a:lnTo>
                <a:lnTo>
                  <a:pt x="1086102" y="1294578"/>
                </a:lnTo>
                <a:lnTo>
                  <a:pt x="1047269" y="1273499"/>
                </a:lnTo>
                <a:lnTo>
                  <a:pt x="1013444" y="1245584"/>
                </a:lnTo>
                <a:lnTo>
                  <a:pt x="985542" y="1211751"/>
                </a:lnTo>
                <a:lnTo>
                  <a:pt x="964479" y="1172920"/>
                </a:lnTo>
                <a:lnTo>
                  <a:pt x="951170" y="1130011"/>
                </a:lnTo>
                <a:lnTo>
                  <a:pt x="946531" y="1083945"/>
                </a:lnTo>
                <a:lnTo>
                  <a:pt x="946531" y="228600"/>
                </a:lnTo>
                <a:lnTo>
                  <a:pt x="941886" y="182533"/>
                </a:lnTo>
                <a:lnTo>
                  <a:pt x="928564" y="139624"/>
                </a:lnTo>
                <a:lnTo>
                  <a:pt x="907485" y="100793"/>
                </a:lnTo>
                <a:lnTo>
                  <a:pt x="879570" y="66960"/>
                </a:lnTo>
                <a:lnTo>
                  <a:pt x="845737" y="39045"/>
                </a:lnTo>
                <a:lnTo>
                  <a:pt x="806906" y="17966"/>
                </a:lnTo>
                <a:lnTo>
                  <a:pt x="763997" y="4644"/>
                </a:lnTo>
                <a:lnTo>
                  <a:pt x="717931" y="0"/>
                </a:lnTo>
                <a:lnTo>
                  <a:pt x="0" y="0"/>
                </a:lnTo>
              </a:path>
            </a:pathLst>
          </a:custGeom>
          <a:ln w="28575">
            <a:solidFill>
              <a:srgbClr val="5591A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503284" y="4970145"/>
            <a:ext cx="2635250" cy="563880"/>
          </a:xfrm>
          <a:custGeom>
            <a:avLst/>
            <a:gdLst/>
            <a:ahLst/>
            <a:cxnLst/>
            <a:rect l="l" t="t" r="r" b="b"/>
            <a:pathLst>
              <a:path w="2635250" h="563879">
                <a:moveTo>
                  <a:pt x="0" y="563499"/>
                </a:moveTo>
                <a:lnTo>
                  <a:pt x="1088898" y="563499"/>
                </a:lnTo>
                <a:lnTo>
                  <a:pt x="1135001" y="558854"/>
                </a:lnTo>
                <a:lnTo>
                  <a:pt x="1177926" y="545532"/>
                </a:lnTo>
                <a:lnTo>
                  <a:pt x="1216759" y="524453"/>
                </a:lnTo>
                <a:lnTo>
                  <a:pt x="1250584" y="496538"/>
                </a:lnTo>
                <a:lnTo>
                  <a:pt x="1278486" y="462705"/>
                </a:lnTo>
                <a:lnTo>
                  <a:pt x="1299549" y="423874"/>
                </a:lnTo>
                <a:lnTo>
                  <a:pt x="1312858" y="380965"/>
                </a:lnTo>
                <a:lnTo>
                  <a:pt x="1317498" y="334899"/>
                </a:lnTo>
                <a:lnTo>
                  <a:pt x="1317498" y="228600"/>
                </a:lnTo>
                <a:lnTo>
                  <a:pt x="1322142" y="182496"/>
                </a:lnTo>
                <a:lnTo>
                  <a:pt x="1335464" y="139571"/>
                </a:lnTo>
                <a:lnTo>
                  <a:pt x="1356543" y="100738"/>
                </a:lnTo>
                <a:lnTo>
                  <a:pt x="1384458" y="66913"/>
                </a:lnTo>
                <a:lnTo>
                  <a:pt x="1418291" y="39011"/>
                </a:lnTo>
                <a:lnTo>
                  <a:pt x="1457122" y="17948"/>
                </a:lnTo>
                <a:lnTo>
                  <a:pt x="1500031" y="4639"/>
                </a:lnTo>
                <a:lnTo>
                  <a:pt x="1546098" y="0"/>
                </a:lnTo>
                <a:lnTo>
                  <a:pt x="2635123" y="0"/>
                </a:lnTo>
              </a:path>
            </a:pathLst>
          </a:custGeom>
          <a:ln w="28575">
            <a:solidFill>
              <a:srgbClr val="5591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762632" y="2434335"/>
            <a:ext cx="9392285" cy="6824345"/>
            <a:chOff x="1762632" y="2434335"/>
            <a:chExt cx="9392285" cy="6824345"/>
          </a:xfrm>
        </p:grpSpPr>
        <p:sp>
          <p:nvSpPr>
            <p:cNvPr id="6" name="object 6"/>
            <p:cNvSpPr/>
            <p:nvPr/>
          </p:nvSpPr>
          <p:spPr>
            <a:xfrm>
              <a:off x="8501252" y="6178295"/>
              <a:ext cx="2639695" cy="544195"/>
            </a:xfrm>
            <a:custGeom>
              <a:avLst/>
              <a:gdLst/>
              <a:ahLst/>
              <a:cxnLst/>
              <a:rect l="l" t="t" r="r" b="b"/>
              <a:pathLst>
                <a:path w="2639695" h="544195">
                  <a:moveTo>
                    <a:pt x="0" y="0"/>
                  </a:moveTo>
                  <a:lnTo>
                    <a:pt x="1090929" y="0"/>
                  </a:lnTo>
                  <a:lnTo>
                    <a:pt x="1137033" y="4644"/>
                  </a:lnTo>
                  <a:lnTo>
                    <a:pt x="1179958" y="17966"/>
                  </a:lnTo>
                  <a:lnTo>
                    <a:pt x="1218791" y="39045"/>
                  </a:lnTo>
                  <a:lnTo>
                    <a:pt x="1252616" y="66960"/>
                  </a:lnTo>
                  <a:lnTo>
                    <a:pt x="1280518" y="100793"/>
                  </a:lnTo>
                  <a:lnTo>
                    <a:pt x="1301581" y="139624"/>
                  </a:lnTo>
                  <a:lnTo>
                    <a:pt x="1314890" y="182533"/>
                  </a:lnTo>
                  <a:lnTo>
                    <a:pt x="1319529" y="228600"/>
                  </a:lnTo>
                  <a:lnTo>
                    <a:pt x="1319529" y="315594"/>
                  </a:lnTo>
                  <a:lnTo>
                    <a:pt x="1324174" y="361661"/>
                  </a:lnTo>
                  <a:lnTo>
                    <a:pt x="1337496" y="404570"/>
                  </a:lnTo>
                  <a:lnTo>
                    <a:pt x="1358575" y="443401"/>
                  </a:lnTo>
                  <a:lnTo>
                    <a:pt x="1386490" y="477234"/>
                  </a:lnTo>
                  <a:lnTo>
                    <a:pt x="1420323" y="505149"/>
                  </a:lnTo>
                  <a:lnTo>
                    <a:pt x="1459154" y="526228"/>
                  </a:lnTo>
                  <a:lnTo>
                    <a:pt x="1502063" y="539550"/>
                  </a:lnTo>
                  <a:lnTo>
                    <a:pt x="1548129" y="544194"/>
                  </a:lnTo>
                  <a:lnTo>
                    <a:pt x="2639187" y="544194"/>
                  </a:lnTo>
                </a:path>
              </a:pathLst>
            </a:custGeom>
            <a:ln w="28575">
              <a:solidFill>
                <a:srgbClr val="5591A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62632" y="2434335"/>
              <a:ext cx="6824345" cy="6824345"/>
            </a:xfrm>
            <a:custGeom>
              <a:avLst/>
              <a:gdLst/>
              <a:ahLst/>
              <a:cxnLst/>
              <a:rect l="l" t="t" r="r" b="b"/>
              <a:pathLst>
                <a:path w="6824345" h="6824345">
                  <a:moveTo>
                    <a:pt x="3412108" y="0"/>
                  </a:moveTo>
                  <a:lnTo>
                    <a:pt x="3363869" y="334"/>
                  </a:lnTo>
                  <a:lnTo>
                    <a:pt x="3315790" y="1333"/>
                  </a:lnTo>
                  <a:lnTo>
                    <a:pt x="3267876" y="2993"/>
                  </a:lnTo>
                  <a:lnTo>
                    <a:pt x="3220132" y="5309"/>
                  </a:lnTo>
                  <a:lnTo>
                    <a:pt x="3172561" y="8277"/>
                  </a:lnTo>
                  <a:lnTo>
                    <a:pt x="3125169" y="11893"/>
                  </a:lnTo>
                  <a:lnTo>
                    <a:pt x="3077960" y="16153"/>
                  </a:lnTo>
                  <a:lnTo>
                    <a:pt x="3030938" y="21051"/>
                  </a:lnTo>
                  <a:lnTo>
                    <a:pt x="2984107" y="26583"/>
                  </a:lnTo>
                  <a:lnTo>
                    <a:pt x="2937472" y="32746"/>
                  </a:lnTo>
                  <a:lnTo>
                    <a:pt x="2891037" y="39534"/>
                  </a:lnTo>
                  <a:lnTo>
                    <a:pt x="2844807" y="46943"/>
                  </a:lnTo>
                  <a:lnTo>
                    <a:pt x="2798785" y="54970"/>
                  </a:lnTo>
                  <a:lnTo>
                    <a:pt x="2752978" y="63609"/>
                  </a:lnTo>
                  <a:lnTo>
                    <a:pt x="2707388" y="72856"/>
                  </a:lnTo>
                  <a:lnTo>
                    <a:pt x="2662020" y="82707"/>
                  </a:lnTo>
                  <a:lnTo>
                    <a:pt x="2616878" y="93157"/>
                  </a:lnTo>
                  <a:lnTo>
                    <a:pt x="2571968" y="104202"/>
                  </a:lnTo>
                  <a:lnTo>
                    <a:pt x="2527293" y="115838"/>
                  </a:lnTo>
                  <a:lnTo>
                    <a:pt x="2482858" y="128060"/>
                  </a:lnTo>
                  <a:lnTo>
                    <a:pt x="2438666" y="140864"/>
                  </a:lnTo>
                  <a:lnTo>
                    <a:pt x="2394724" y="154245"/>
                  </a:lnTo>
                  <a:lnTo>
                    <a:pt x="2351034" y="168200"/>
                  </a:lnTo>
                  <a:lnTo>
                    <a:pt x="2307601" y="182723"/>
                  </a:lnTo>
                  <a:lnTo>
                    <a:pt x="2264430" y="197810"/>
                  </a:lnTo>
                  <a:lnTo>
                    <a:pt x="2221525" y="213457"/>
                  </a:lnTo>
                  <a:lnTo>
                    <a:pt x="2178891" y="229660"/>
                  </a:lnTo>
                  <a:lnTo>
                    <a:pt x="2136531" y="246414"/>
                  </a:lnTo>
                  <a:lnTo>
                    <a:pt x="2094450" y="263714"/>
                  </a:lnTo>
                  <a:lnTo>
                    <a:pt x="2052653" y="281557"/>
                  </a:lnTo>
                  <a:lnTo>
                    <a:pt x="2011144" y="299938"/>
                  </a:lnTo>
                  <a:lnTo>
                    <a:pt x="1969928" y="318853"/>
                  </a:lnTo>
                  <a:lnTo>
                    <a:pt x="1929008" y="338296"/>
                  </a:lnTo>
                  <a:lnTo>
                    <a:pt x="1888389" y="358265"/>
                  </a:lnTo>
                  <a:lnTo>
                    <a:pt x="1848075" y="378754"/>
                  </a:lnTo>
                  <a:lnTo>
                    <a:pt x="1808072" y="399759"/>
                  </a:lnTo>
                  <a:lnTo>
                    <a:pt x="1768383" y="421275"/>
                  </a:lnTo>
                  <a:lnTo>
                    <a:pt x="1729012" y="443299"/>
                  </a:lnTo>
                  <a:lnTo>
                    <a:pt x="1689965" y="465826"/>
                  </a:lnTo>
                  <a:lnTo>
                    <a:pt x="1651245" y="488851"/>
                  </a:lnTo>
                  <a:lnTo>
                    <a:pt x="1612857" y="512371"/>
                  </a:lnTo>
                  <a:lnTo>
                    <a:pt x="1574805" y="536380"/>
                  </a:lnTo>
                  <a:lnTo>
                    <a:pt x="1537094" y="560874"/>
                  </a:lnTo>
                  <a:lnTo>
                    <a:pt x="1499727" y="585850"/>
                  </a:lnTo>
                  <a:lnTo>
                    <a:pt x="1462710" y="611302"/>
                  </a:lnTo>
                  <a:lnTo>
                    <a:pt x="1426047" y="637226"/>
                  </a:lnTo>
                  <a:lnTo>
                    <a:pt x="1389742" y="663618"/>
                  </a:lnTo>
                  <a:lnTo>
                    <a:pt x="1353799" y="690474"/>
                  </a:lnTo>
                  <a:lnTo>
                    <a:pt x="1318224" y="717788"/>
                  </a:lnTo>
                  <a:lnTo>
                    <a:pt x="1283019" y="745557"/>
                  </a:lnTo>
                  <a:lnTo>
                    <a:pt x="1248191" y="773776"/>
                  </a:lnTo>
                  <a:lnTo>
                    <a:pt x="1213742" y="802442"/>
                  </a:lnTo>
                  <a:lnTo>
                    <a:pt x="1179678" y="831548"/>
                  </a:lnTo>
                  <a:lnTo>
                    <a:pt x="1146003" y="861092"/>
                  </a:lnTo>
                  <a:lnTo>
                    <a:pt x="1112721" y="891069"/>
                  </a:lnTo>
                  <a:lnTo>
                    <a:pt x="1079837" y="921473"/>
                  </a:lnTo>
                  <a:lnTo>
                    <a:pt x="1047354" y="952302"/>
                  </a:lnTo>
                  <a:lnTo>
                    <a:pt x="1015278" y="983551"/>
                  </a:lnTo>
                  <a:lnTo>
                    <a:pt x="983613" y="1015214"/>
                  </a:lnTo>
                  <a:lnTo>
                    <a:pt x="952363" y="1047288"/>
                  </a:lnTo>
                  <a:lnTo>
                    <a:pt x="921533" y="1079769"/>
                  </a:lnTo>
                  <a:lnTo>
                    <a:pt x="891126" y="1112652"/>
                  </a:lnTo>
                  <a:lnTo>
                    <a:pt x="861148" y="1145932"/>
                  </a:lnTo>
                  <a:lnTo>
                    <a:pt x="831603" y="1179606"/>
                  </a:lnTo>
                  <a:lnTo>
                    <a:pt x="802495" y="1213668"/>
                  </a:lnTo>
                  <a:lnTo>
                    <a:pt x="773828" y="1248115"/>
                  </a:lnTo>
                  <a:lnTo>
                    <a:pt x="745607" y="1282942"/>
                  </a:lnTo>
                  <a:lnTo>
                    <a:pt x="717836" y="1318145"/>
                  </a:lnTo>
                  <a:lnTo>
                    <a:pt x="690520" y="1353719"/>
                  </a:lnTo>
                  <a:lnTo>
                    <a:pt x="663663" y="1389660"/>
                  </a:lnTo>
                  <a:lnTo>
                    <a:pt x="637270" y="1425963"/>
                  </a:lnTo>
                  <a:lnTo>
                    <a:pt x="611344" y="1462625"/>
                  </a:lnTo>
                  <a:lnTo>
                    <a:pt x="585890" y="1499641"/>
                  </a:lnTo>
                  <a:lnTo>
                    <a:pt x="560913" y="1537005"/>
                  </a:lnTo>
                  <a:lnTo>
                    <a:pt x="536417" y="1574715"/>
                  </a:lnTo>
                  <a:lnTo>
                    <a:pt x="512407" y="1612766"/>
                  </a:lnTo>
                  <a:lnTo>
                    <a:pt x="488886" y="1651152"/>
                  </a:lnTo>
                  <a:lnTo>
                    <a:pt x="465859" y="1689871"/>
                  </a:lnTo>
                  <a:lnTo>
                    <a:pt x="443331" y="1728917"/>
                  </a:lnTo>
                  <a:lnTo>
                    <a:pt x="421305" y="1768286"/>
                  </a:lnTo>
                  <a:lnTo>
                    <a:pt x="399787" y="1807974"/>
                  </a:lnTo>
                  <a:lnTo>
                    <a:pt x="378781" y="1847976"/>
                  </a:lnTo>
                  <a:lnTo>
                    <a:pt x="358291" y="1888288"/>
                  </a:lnTo>
                  <a:lnTo>
                    <a:pt x="338321" y="1928905"/>
                  </a:lnTo>
                  <a:lnTo>
                    <a:pt x="318876" y="1969824"/>
                  </a:lnTo>
                  <a:lnTo>
                    <a:pt x="299960" y="2011039"/>
                  </a:lnTo>
                  <a:lnTo>
                    <a:pt x="281578" y="2052547"/>
                  </a:lnTo>
                  <a:lnTo>
                    <a:pt x="263734" y="2094343"/>
                  </a:lnTo>
                  <a:lnTo>
                    <a:pt x="246432" y="2136422"/>
                  </a:lnTo>
                  <a:lnTo>
                    <a:pt x="229677" y="2178781"/>
                  </a:lnTo>
                  <a:lnTo>
                    <a:pt x="213473" y="2221414"/>
                  </a:lnTo>
                  <a:lnTo>
                    <a:pt x="197825" y="2264318"/>
                  </a:lnTo>
                  <a:lnTo>
                    <a:pt x="182736" y="2307488"/>
                  </a:lnTo>
                  <a:lnTo>
                    <a:pt x="168212" y="2350920"/>
                  </a:lnTo>
                  <a:lnTo>
                    <a:pt x="154257" y="2394608"/>
                  </a:lnTo>
                  <a:lnTo>
                    <a:pt x="140875" y="2438550"/>
                  </a:lnTo>
                  <a:lnTo>
                    <a:pt x="128070" y="2482741"/>
                  </a:lnTo>
                  <a:lnTo>
                    <a:pt x="115847" y="2527175"/>
                  </a:lnTo>
                  <a:lnTo>
                    <a:pt x="104210" y="2571849"/>
                  </a:lnTo>
                  <a:lnTo>
                    <a:pt x="93164" y="2616759"/>
                  </a:lnTo>
                  <a:lnTo>
                    <a:pt x="82713" y="2661899"/>
                  </a:lnTo>
                  <a:lnTo>
                    <a:pt x="72862" y="2707266"/>
                  </a:lnTo>
                  <a:lnTo>
                    <a:pt x="63614" y="2752856"/>
                  </a:lnTo>
                  <a:lnTo>
                    <a:pt x="54974" y="2798663"/>
                  </a:lnTo>
                  <a:lnTo>
                    <a:pt x="46947" y="2844683"/>
                  </a:lnTo>
                  <a:lnTo>
                    <a:pt x="39537" y="2890913"/>
                  </a:lnTo>
                  <a:lnTo>
                    <a:pt x="32748" y="2937347"/>
                  </a:lnTo>
                  <a:lnTo>
                    <a:pt x="26585" y="2983982"/>
                  </a:lnTo>
                  <a:lnTo>
                    <a:pt x="21052" y="3030812"/>
                  </a:lnTo>
                  <a:lnTo>
                    <a:pt x="16154" y="3077834"/>
                  </a:lnTo>
                  <a:lnTo>
                    <a:pt x="11894" y="3125043"/>
                  </a:lnTo>
                  <a:lnTo>
                    <a:pt x="8278" y="3172435"/>
                  </a:lnTo>
                  <a:lnTo>
                    <a:pt x="5309" y="3220005"/>
                  </a:lnTo>
                  <a:lnTo>
                    <a:pt x="2993" y="3267749"/>
                  </a:lnTo>
                  <a:lnTo>
                    <a:pt x="1333" y="3315663"/>
                  </a:lnTo>
                  <a:lnTo>
                    <a:pt x="334" y="3363742"/>
                  </a:lnTo>
                  <a:lnTo>
                    <a:pt x="0" y="3411982"/>
                  </a:lnTo>
                  <a:lnTo>
                    <a:pt x="334" y="3460221"/>
                  </a:lnTo>
                  <a:lnTo>
                    <a:pt x="1333" y="3508300"/>
                  </a:lnTo>
                  <a:lnTo>
                    <a:pt x="2993" y="3556214"/>
                  </a:lnTo>
                  <a:lnTo>
                    <a:pt x="5309" y="3603958"/>
                  </a:lnTo>
                  <a:lnTo>
                    <a:pt x="8278" y="3651528"/>
                  </a:lnTo>
                  <a:lnTo>
                    <a:pt x="11894" y="3698920"/>
                  </a:lnTo>
                  <a:lnTo>
                    <a:pt x="16154" y="3746129"/>
                  </a:lnTo>
                  <a:lnTo>
                    <a:pt x="21052" y="3793151"/>
                  </a:lnTo>
                  <a:lnTo>
                    <a:pt x="26585" y="3839981"/>
                  </a:lnTo>
                  <a:lnTo>
                    <a:pt x="32748" y="3886616"/>
                  </a:lnTo>
                  <a:lnTo>
                    <a:pt x="39537" y="3933050"/>
                  </a:lnTo>
                  <a:lnTo>
                    <a:pt x="46947" y="3979280"/>
                  </a:lnTo>
                  <a:lnTo>
                    <a:pt x="54974" y="4025300"/>
                  </a:lnTo>
                  <a:lnTo>
                    <a:pt x="63614" y="4071107"/>
                  </a:lnTo>
                  <a:lnTo>
                    <a:pt x="72862" y="4116697"/>
                  </a:lnTo>
                  <a:lnTo>
                    <a:pt x="82713" y="4162064"/>
                  </a:lnTo>
                  <a:lnTo>
                    <a:pt x="93164" y="4207204"/>
                  </a:lnTo>
                  <a:lnTo>
                    <a:pt x="104210" y="4252114"/>
                  </a:lnTo>
                  <a:lnTo>
                    <a:pt x="115847" y="4296788"/>
                  </a:lnTo>
                  <a:lnTo>
                    <a:pt x="128070" y="4341222"/>
                  </a:lnTo>
                  <a:lnTo>
                    <a:pt x="140875" y="4385413"/>
                  </a:lnTo>
                  <a:lnTo>
                    <a:pt x="154257" y="4429355"/>
                  </a:lnTo>
                  <a:lnTo>
                    <a:pt x="168212" y="4473043"/>
                  </a:lnTo>
                  <a:lnTo>
                    <a:pt x="182736" y="4516475"/>
                  </a:lnTo>
                  <a:lnTo>
                    <a:pt x="197825" y="4559645"/>
                  </a:lnTo>
                  <a:lnTo>
                    <a:pt x="213473" y="4602549"/>
                  </a:lnTo>
                  <a:lnTo>
                    <a:pt x="229677" y="4645182"/>
                  </a:lnTo>
                  <a:lnTo>
                    <a:pt x="246432" y="4687541"/>
                  </a:lnTo>
                  <a:lnTo>
                    <a:pt x="263734" y="4729620"/>
                  </a:lnTo>
                  <a:lnTo>
                    <a:pt x="281578" y="4771416"/>
                  </a:lnTo>
                  <a:lnTo>
                    <a:pt x="299960" y="4812924"/>
                  </a:lnTo>
                  <a:lnTo>
                    <a:pt x="318876" y="4854139"/>
                  </a:lnTo>
                  <a:lnTo>
                    <a:pt x="338321" y="4895058"/>
                  </a:lnTo>
                  <a:lnTo>
                    <a:pt x="358291" y="4935675"/>
                  </a:lnTo>
                  <a:lnTo>
                    <a:pt x="378781" y="4975987"/>
                  </a:lnTo>
                  <a:lnTo>
                    <a:pt x="399787" y="5015989"/>
                  </a:lnTo>
                  <a:lnTo>
                    <a:pt x="421305" y="5055677"/>
                  </a:lnTo>
                  <a:lnTo>
                    <a:pt x="443331" y="5095046"/>
                  </a:lnTo>
                  <a:lnTo>
                    <a:pt x="465859" y="5134092"/>
                  </a:lnTo>
                  <a:lnTo>
                    <a:pt x="488886" y="5172811"/>
                  </a:lnTo>
                  <a:lnTo>
                    <a:pt x="512407" y="5211197"/>
                  </a:lnTo>
                  <a:lnTo>
                    <a:pt x="536417" y="5249248"/>
                  </a:lnTo>
                  <a:lnTo>
                    <a:pt x="560913" y="5286958"/>
                  </a:lnTo>
                  <a:lnTo>
                    <a:pt x="585890" y="5324322"/>
                  </a:lnTo>
                  <a:lnTo>
                    <a:pt x="611344" y="5361338"/>
                  </a:lnTo>
                  <a:lnTo>
                    <a:pt x="637270" y="5398000"/>
                  </a:lnTo>
                  <a:lnTo>
                    <a:pt x="663663" y="5434303"/>
                  </a:lnTo>
                  <a:lnTo>
                    <a:pt x="690520" y="5470244"/>
                  </a:lnTo>
                  <a:lnTo>
                    <a:pt x="717836" y="5505818"/>
                  </a:lnTo>
                  <a:lnTo>
                    <a:pt x="745607" y="5541021"/>
                  </a:lnTo>
                  <a:lnTo>
                    <a:pt x="773828" y="5575848"/>
                  </a:lnTo>
                  <a:lnTo>
                    <a:pt x="802495" y="5610295"/>
                  </a:lnTo>
                  <a:lnTo>
                    <a:pt x="831603" y="5644357"/>
                  </a:lnTo>
                  <a:lnTo>
                    <a:pt x="861148" y="5678031"/>
                  </a:lnTo>
                  <a:lnTo>
                    <a:pt x="891126" y="5711311"/>
                  </a:lnTo>
                  <a:lnTo>
                    <a:pt x="921533" y="5744194"/>
                  </a:lnTo>
                  <a:lnTo>
                    <a:pt x="952363" y="5776675"/>
                  </a:lnTo>
                  <a:lnTo>
                    <a:pt x="983613" y="5808749"/>
                  </a:lnTo>
                  <a:lnTo>
                    <a:pt x="1015278" y="5840412"/>
                  </a:lnTo>
                  <a:lnTo>
                    <a:pt x="1047354" y="5871661"/>
                  </a:lnTo>
                  <a:lnTo>
                    <a:pt x="1079837" y="5902490"/>
                  </a:lnTo>
                  <a:lnTo>
                    <a:pt x="1112721" y="5932894"/>
                  </a:lnTo>
                  <a:lnTo>
                    <a:pt x="1146003" y="5962871"/>
                  </a:lnTo>
                  <a:lnTo>
                    <a:pt x="1179678" y="5992415"/>
                  </a:lnTo>
                  <a:lnTo>
                    <a:pt x="1213742" y="6021521"/>
                  </a:lnTo>
                  <a:lnTo>
                    <a:pt x="1248191" y="6050187"/>
                  </a:lnTo>
                  <a:lnTo>
                    <a:pt x="1283019" y="6078406"/>
                  </a:lnTo>
                  <a:lnTo>
                    <a:pt x="1318224" y="6106175"/>
                  </a:lnTo>
                  <a:lnTo>
                    <a:pt x="1353799" y="6133489"/>
                  </a:lnTo>
                  <a:lnTo>
                    <a:pt x="1389742" y="6160345"/>
                  </a:lnTo>
                  <a:lnTo>
                    <a:pt x="1426047" y="6186737"/>
                  </a:lnTo>
                  <a:lnTo>
                    <a:pt x="1462710" y="6212661"/>
                  </a:lnTo>
                  <a:lnTo>
                    <a:pt x="1499727" y="6238113"/>
                  </a:lnTo>
                  <a:lnTo>
                    <a:pt x="1537094" y="6263089"/>
                  </a:lnTo>
                  <a:lnTo>
                    <a:pt x="1574805" y="6287583"/>
                  </a:lnTo>
                  <a:lnTo>
                    <a:pt x="1612857" y="6311592"/>
                  </a:lnTo>
                  <a:lnTo>
                    <a:pt x="1651245" y="6335112"/>
                  </a:lnTo>
                  <a:lnTo>
                    <a:pt x="1689965" y="6358137"/>
                  </a:lnTo>
                  <a:lnTo>
                    <a:pt x="1729012" y="6380664"/>
                  </a:lnTo>
                  <a:lnTo>
                    <a:pt x="1768383" y="6402688"/>
                  </a:lnTo>
                  <a:lnTo>
                    <a:pt x="1808072" y="6424204"/>
                  </a:lnTo>
                  <a:lnTo>
                    <a:pt x="1848075" y="6445209"/>
                  </a:lnTo>
                  <a:lnTo>
                    <a:pt x="1888389" y="6465698"/>
                  </a:lnTo>
                  <a:lnTo>
                    <a:pt x="1929008" y="6485667"/>
                  </a:lnTo>
                  <a:lnTo>
                    <a:pt x="1969928" y="6505110"/>
                  </a:lnTo>
                  <a:lnTo>
                    <a:pt x="2011144" y="6524025"/>
                  </a:lnTo>
                  <a:lnTo>
                    <a:pt x="2052653" y="6542406"/>
                  </a:lnTo>
                  <a:lnTo>
                    <a:pt x="2094450" y="6560249"/>
                  </a:lnTo>
                  <a:lnTo>
                    <a:pt x="2136531" y="6577549"/>
                  </a:lnTo>
                  <a:lnTo>
                    <a:pt x="2178891" y="6594303"/>
                  </a:lnTo>
                  <a:lnTo>
                    <a:pt x="2221525" y="6610506"/>
                  </a:lnTo>
                  <a:lnTo>
                    <a:pt x="2264430" y="6626153"/>
                  </a:lnTo>
                  <a:lnTo>
                    <a:pt x="2307601" y="6641240"/>
                  </a:lnTo>
                  <a:lnTo>
                    <a:pt x="2351034" y="6655763"/>
                  </a:lnTo>
                  <a:lnTo>
                    <a:pt x="2394724" y="6669718"/>
                  </a:lnTo>
                  <a:lnTo>
                    <a:pt x="2438666" y="6683099"/>
                  </a:lnTo>
                  <a:lnTo>
                    <a:pt x="2482858" y="6695903"/>
                  </a:lnTo>
                  <a:lnTo>
                    <a:pt x="2527293" y="6708125"/>
                  </a:lnTo>
                  <a:lnTo>
                    <a:pt x="2571968" y="6719761"/>
                  </a:lnTo>
                  <a:lnTo>
                    <a:pt x="2616878" y="6730806"/>
                  </a:lnTo>
                  <a:lnTo>
                    <a:pt x="2662020" y="6741256"/>
                  </a:lnTo>
                  <a:lnTo>
                    <a:pt x="2707388" y="6751107"/>
                  </a:lnTo>
                  <a:lnTo>
                    <a:pt x="2752978" y="6760354"/>
                  </a:lnTo>
                  <a:lnTo>
                    <a:pt x="2798785" y="6768993"/>
                  </a:lnTo>
                  <a:lnTo>
                    <a:pt x="2844807" y="6777020"/>
                  </a:lnTo>
                  <a:lnTo>
                    <a:pt x="2891037" y="6784429"/>
                  </a:lnTo>
                  <a:lnTo>
                    <a:pt x="2937472" y="6791217"/>
                  </a:lnTo>
                  <a:lnTo>
                    <a:pt x="2984107" y="6797380"/>
                  </a:lnTo>
                  <a:lnTo>
                    <a:pt x="3030938" y="6802912"/>
                  </a:lnTo>
                  <a:lnTo>
                    <a:pt x="3077960" y="6807810"/>
                  </a:lnTo>
                  <a:lnTo>
                    <a:pt x="3125169" y="6812070"/>
                  </a:lnTo>
                  <a:lnTo>
                    <a:pt x="3172561" y="6815686"/>
                  </a:lnTo>
                  <a:lnTo>
                    <a:pt x="3220132" y="6818654"/>
                  </a:lnTo>
                  <a:lnTo>
                    <a:pt x="3267876" y="6820970"/>
                  </a:lnTo>
                  <a:lnTo>
                    <a:pt x="3315790" y="6822630"/>
                  </a:lnTo>
                  <a:lnTo>
                    <a:pt x="3363869" y="6823629"/>
                  </a:lnTo>
                  <a:lnTo>
                    <a:pt x="3412108" y="6823964"/>
                  </a:lnTo>
                  <a:lnTo>
                    <a:pt x="3460345" y="6823629"/>
                  </a:lnTo>
                  <a:lnTo>
                    <a:pt x="3508421" y="6822630"/>
                  </a:lnTo>
                  <a:lnTo>
                    <a:pt x="3556331" y="6820970"/>
                  </a:lnTo>
                  <a:lnTo>
                    <a:pt x="3604073" y="6818654"/>
                  </a:lnTo>
                  <a:lnTo>
                    <a:pt x="3651640" y="6815686"/>
                  </a:lnTo>
                  <a:lnTo>
                    <a:pt x="3699029" y="6812070"/>
                  </a:lnTo>
                  <a:lnTo>
                    <a:pt x="3746236" y="6807810"/>
                  </a:lnTo>
                  <a:lnTo>
                    <a:pt x="3793255" y="6802912"/>
                  </a:lnTo>
                  <a:lnTo>
                    <a:pt x="3840083" y="6797380"/>
                  </a:lnTo>
                  <a:lnTo>
                    <a:pt x="3886716" y="6791217"/>
                  </a:lnTo>
                  <a:lnTo>
                    <a:pt x="3933148" y="6784429"/>
                  </a:lnTo>
                  <a:lnTo>
                    <a:pt x="3979375" y="6777020"/>
                  </a:lnTo>
                  <a:lnTo>
                    <a:pt x="4025394" y="6768993"/>
                  </a:lnTo>
                  <a:lnTo>
                    <a:pt x="4071199" y="6760354"/>
                  </a:lnTo>
                  <a:lnTo>
                    <a:pt x="4116787" y="6751107"/>
                  </a:lnTo>
                  <a:lnTo>
                    <a:pt x="4162152" y="6741256"/>
                  </a:lnTo>
                  <a:lnTo>
                    <a:pt x="4207291" y="6730806"/>
                  </a:lnTo>
                  <a:lnTo>
                    <a:pt x="4252199" y="6719761"/>
                  </a:lnTo>
                  <a:lnTo>
                    <a:pt x="4296872" y="6708125"/>
                  </a:lnTo>
                  <a:lnTo>
                    <a:pt x="4341305" y="6695903"/>
                  </a:lnTo>
                  <a:lnTo>
                    <a:pt x="4385494" y="6683099"/>
                  </a:lnTo>
                  <a:lnTo>
                    <a:pt x="4429434" y="6669718"/>
                  </a:lnTo>
                  <a:lnTo>
                    <a:pt x="4473122" y="6655763"/>
                  </a:lnTo>
                  <a:lnTo>
                    <a:pt x="4516553" y="6641240"/>
                  </a:lnTo>
                  <a:lnTo>
                    <a:pt x="4559722" y="6626153"/>
                  </a:lnTo>
                  <a:lnTo>
                    <a:pt x="4602625" y="6610506"/>
                  </a:lnTo>
                  <a:lnTo>
                    <a:pt x="4645257" y="6594303"/>
                  </a:lnTo>
                  <a:lnTo>
                    <a:pt x="4687615" y="6577549"/>
                  </a:lnTo>
                  <a:lnTo>
                    <a:pt x="4729694" y="6560249"/>
                  </a:lnTo>
                  <a:lnTo>
                    <a:pt x="4771489" y="6542406"/>
                  </a:lnTo>
                  <a:lnTo>
                    <a:pt x="4812996" y="6524025"/>
                  </a:lnTo>
                  <a:lnTo>
                    <a:pt x="4854211" y="6505110"/>
                  </a:lnTo>
                  <a:lnTo>
                    <a:pt x="4895129" y="6485667"/>
                  </a:lnTo>
                  <a:lnTo>
                    <a:pt x="4935747" y="6465698"/>
                  </a:lnTo>
                  <a:lnTo>
                    <a:pt x="4976058" y="6445209"/>
                  </a:lnTo>
                  <a:lnTo>
                    <a:pt x="5016060" y="6424204"/>
                  </a:lnTo>
                  <a:lnTo>
                    <a:pt x="5055748" y="6402688"/>
                  </a:lnTo>
                  <a:lnTo>
                    <a:pt x="5095117" y="6380664"/>
                  </a:lnTo>
                  <a:lnTo>
                    <a:pt x="5134163" y="6358137"/>
                  </a:lnTo>
                  <a:lnTo>
                    <a:pt x="5172881" y="6335112"/>
                  </a:lnTo>
                  <a:lnTo>
                    <a:pt x="5211268" y="6311592"/>
                  </a:lnTo>
                  <a:lnTo>
                    <a:pt x="5249319" y="6287583"/>
                  </a:lnTo>
                  <a:lnTo>
                    <a:pt x="5287029" y="6263089"/>
                  </a:lnTo>
                  <a:lnTo>
                    <a:pt x="5324394" y="6238113"/>
                  </a:lnTo>
                  <a:lnTo>
                    <a:pt x="5361409" y="6212661"/>
                  </a:lnTo>
                  <a:lnTo>
                    <a:pt x="5398071" y="6186737"/>
                  </a:lnTo>
                  <a:lnTo>
                    <a:pt x="5434375" y="6160345"/>
                  </a:lnTo>
                  <a:lnTo>
                    <a:pt x="5470317" y="6133489"/>
                  </a:lnTo>
                  <a:lnTo>
                    <a:pt x="5505891" y="6106175"/>
                  </a:lnTo>
                  <a:lnTo>
                    <a:pt x="5541094" y="6078406"/>
                  </a:lnTo>
                  <a:lnTo>
                    <a:pt x="5575922" y="6050187"/>
                  </a:lnTo>
                  <a:lnTo>
                    <a:pt x="5610369" y="6021521"/>
                  </a:lnTo>
                  <a:lnTo>
                    <a:pt x="5644433" y="5992415"/>
                  </a:lnTo>
                  <a:lnTo>
                    <a:pt x="5678107" y="5962871"/>
                  </a:lnTo>
                  <a:lnTo>
                    <a:pt x="5711388" y="5932894"/>
                  </a:lnTo>
                  <a:lnTo>
                    <a:pt x="5744271" y="5902490"/>
                  </a:lnTo>
                  <a:lnTo>
                    <a:pt x="5776753" y="5871661"/>
                  </a:lnTo>
                  <a:lnTo>
                    <a:pt x="5808828" y="5840412"/>
                  </a:lnTo>
                  <a:lnTo>
                    <a:pt x="5840492" y="5808749"/>
                  </a:lnTo>
                  <a:lnTo>
                    <a:pt x="5871741" y="5776675"/>
                  </a:lnTo>
                  <a:lnTo>
                    <a:pt x="5902571" y="5744194"/>
                  </a:lnTo>
                  <a:lnTo>
                    <a:pt x="5932977" y="5711311"/>
                  </a:lnTo>
                  <a:lnTo>
                    <a:pt x="5962954" y="5678031"/>
                  </a:lnTo>
                  <a:lnTo>
                    <a:pt x="5992499" y="5644357"/>
                  </a:lnTo>
                  <a:lnTo>
                    <a:pt x="6021607" y="5610295"/>
                  </a:lnTo>
                  <a:lnTo>
                    <a:pt x="6050273" y="5575848"/>
                  </a:lnTo>
                  <a:lnTo>
                    <a:pt x="6078493" y="5541021"/>
                  </a:lnTo>
                  <a:lnTo>
                    <a:pt x="6106263" y="5505818"/>
                  </a:lnTo>
                  <a:lnTo>
                    <a:pt x="6133579" y="5470244"/>
                  </a:lnTo>
                  <a:lnTo>
                    <a:pt x="6160435" y="5434303"/>
                  </a:lnTo>
                  <a:lnTo>
                    <a:pt x="6186828" y="5398000"/>
                  </a:lnTo>
                  <a:lnTo>
                    <a:pt x="6212753" y="5361338"/>
                  </a:lnTo>
                  <a:lnTo>
                    <a:pt x="6238207" y="5324322"/>
                  </a:lnTo>
                  <a:lnTo>
                    <a:pt x="6263183" y="5286958"/>
                  </a:lnTo>
                  <a:lnTo>
                    <a:pt x="6287679" y="5249248"/>
                  </a:lnTo>
                  <a:lnTo>
                    <a:pt x="6311689" y="5211197"/>
                  </a:lnTo>
                  <a:lnTo>
                    <a:pt x="6335209" y="5172811"/>
                  </a:lnTo>
                  <a:lnTo>
                    <a:pt x="6358236" y="5134092"/>
                  </a:lnTo>
                  <a:lnTo>
                    <a:pt x="6380764" y="5095046"/>
                  </a:lnTo>
                  <a:lnTo>
                    <a:pt x="6402789" y="5055677"/>
                  </a:lnTo>
                  <a:lnTo>
                    <a:pt x="6424306" y="5015989"/>
                  </a:lnTo>
                  <a:lnTo>
                    <a:pt x="6445312" y="4975987"/>
                  </a:lnTo>
                  <a:lnTo>
                    <a:pt x="6465802" y="4935675"/>
                  </a:lnTo>
                  <a:lnTo>
                    <a:pt x="6485772" y="4895058"/>
                  </a:lnTo>
                  <a:lnTo>
                    <a:pt x="6505217" y="4854139"/>
                  </a:lnTo>
                  <a:lnTo>
                    <a:pt x="6524132" y="4812924"/>
                  </a:lnTo>
                  <a:lnTo>
                    <a:pt x="6542514" y="4771416"/>
                  </a:lnTo>
                  <a:lnTo>
                    <a:pt x="6560358" y="4729620"/>
                  </a:lnTo>
                  <a:lnTo>
                    <a:pt x="6577660" y="4687541"/>
                  </a:lnTo>
                  <a:lnTo>
                    <a:pt x="6594415" y="4645182"/>
                  </a:lnTo>
                  <a:lnTo>
                    <a:pt x="6610618" y="4602549"/>
                  </a:lnTo>
                  <a:lnTo>
                    <a:pt x="6626266" y="4559645"/>
                  </a:lnTo>
                  <a:lnTo>
                    <a:pt x="6641355" y="4516475"/>
                  </a:lnTo>
                  <a:lnTo>
                    <a:pt x="6655879" y="4473043"/>
                  </a:lnTo>
                  <a:lnTo>
                    <a:pt x="6669834" y="4429355"/>
                  </a:lnTo>
                  <a:lnTo>
                    <a:pt x="6683216" y="4385413"/>
                  </a:lnTo>
                  <a:lnTo>
                    <a:pt x="6696021" y="4341222"/>
                  </a:lnTo>
                  <a:lnTo>
                    <a:pt x="6708244" y="4296788"/>
                  </a:lnTo>
                  <a:lnTo>
                    <a:pt x="6719880" y="4252114"/>
                  </a:lnTo>
                  <a:lnTo>
                    <a:pt x="6730926" y="4207204"/>
                  </a:lnTo>
                  <a:lnTo>
                    <a:pt x="6741377" y="4162064"/>
                  </a:lnTo>
                  <a:lnTo>
                    <a:pt x="6751229" y="4116697"/>
                  </a:lnTo>
                  <a:lnTo>
                    <a:pt x="6760476" y="4071107"/>
                  </a:lnTo>
                  <a:lnTo>
                    <a:pt x="6769116" y="4025300"/>
                  </a:lnTo>
                  <a:lnTo>
                    <a:pt x="6777143" y="3979280"/>
                  </a:lnTo>
                  <a:lnTo>
                    <a:pt x="6784553" y="3933050"/>
                  </a:lnTo>
                  <a:lnTo>
                    <a:pt x="6791342" y="3886616"/>
                  </a:lnTo>
                  <a:lnTo>
                    <a:pt x="6797505" y="3839981"/>
                  </a:lnTo>
                  <a:lnTo>
                    <a:pt x="6803038" y="3793151"/>
                  </a:lnTo>
                  <a:lnTo>
                    <a:pt x="6807936" y="3746129"/>
                  </a:lnTo>
                  <a:lnTo>
                    <a:pt x="6812196" y="3698920"/>
                  </a:lnTo>
                  <a:lnTo>
                    <a:pt x="6815812" y="3651528"/>
                  </a:lnTo>
                  <a:lnTo>
                    <a:pt x="6818781" y="3603958"/>
                  </a:lnTo>
                  <a:lnTo>
                    <a:pt x="6821097" y="3556214"/>
                  </a:lnTo>
                  <a:lnTo>
                    <a:pt x="6822757" y="3508300"/>
                  </a:lnTo>
                  <a:lnTo>
                    <a:pt x="6823756" y="3460221"/>
                  </a:lnTo>
                  <a:lnTo>
                    <a:pt x="6824091" y="3411982"/>
                  </a:lnTo>
                  <a:lnTo>
                    <a:pt x="6823756" y="3363742"/>
                  </a:lnTo>
                  <a:lnTo>
                    <a:pt x="6822757" y="3315663"/>
                  </a:lnTo>
                  <a:lnTo>
                    <a:pt x="6821097" y="3267749"/>
                  </a:lnTo>
                  <a:lnTo>
                    <a:pt x="6818781" y="3220005"/>
                  </a:lnTo>
                  <a:lnTo>
                    <a:pt x="6815812" y="3172435"/>
                  </a:lnTo>
                  <a:lnTo>
                    <a:pt x="6812196" y="3125043"/>
                  </a:lnTo>
                  <a:lnTo>
                    <a:pt x="6807936" y="3077834"/>
                  </a:lnTo>
                  <a:lnTo>
                    <a:pt x="6803038" y="3030812"/>
                  </a:lnTo>
                  <a:lnTo>
                    <a:pt x="6797505" y="2983982"/>
                  </a:lnTo>
                  <a:lnTo>
                    <a:pt x="6791342" y="2937347"/>
                  </a:lnTo>
                  <a:lnTo>
                    <a:pt x="6784553" y="2890913"/>
                  </a:lnTo>
                  <a:lnTo>
                    <a:pt x="6777143" y="2844683"/>
                  </a:lnTo>
                  <a:lnTo>
                    <a:pt x="6769116" y="2798663"/>
                  </a:lnTo>
                  <a:lnTo>
                    <a:pt x="6760476" y="2752856"/>
                  </a:lnTo>
                  <a:lnTo>
                    <a:pt x="6751229" y="2707266"/>
                  </a:lnTo>
                  <a:lnTo>
                    <a:pt x="6741377" y="2661899"/>
                  </a:lnTo>
                  <a:lnTo>
                    <a:pt x="6730926" y="2616759"/>
                  </a:lnTo>
                  <a:lnTo>
                    <a:pt x="6719880" y="2571849"/>
                  </a:lnTo>
                  <a:lnTo>
                    <a:pt x="6708244" y="2527175"/>
                  </a:lnTo>
                  <a:lnTo>
                    <a:pt x="6696021" y="2482741"/>
                  </a:lnTo>
                  <a:lnTo>
                    <a:pt x="6683216" y="2438550"/>
                  </a:lnTo>
                  <a:lnTo>
                    <a:pt x="6669834" y="2394608"/>
                  </a:lnTo>
                  <a:lnTo>
                    <a:pt x="6655879" y="2350920"/>
                  </a:lnTo>
                  <a:lnTo>
                    <a:pt x="6641355" y="2307488"/>
                  </a:lnTo>
                  <a:lnTo>
                    <a:pt x="6626266" y="2264318"/>
                  </a:lnTo>
                  <a:lnTo>
                    <a:pt x="6610618" y="2221414"/>
                  </a:lnTo>
                  <a:lnTo>
                    <a:pt x="6594415" y="2178781"/>
                  </a:lnTo>
                  <a:lnTo>
                    <a:pt x="6577660" y="2136422"/>
                  </a:lnTo>
                  <a:lnTo>
                    <a:pt x="6560358" y="2094343"/>
                  </a:lnTo>
                  <a:lnTo>
                    <a:pt x="6542514" y="2052547"/>
                  </a:lnTo>
                  <a:lnTo>
                    <a:pt x="6524132" y="2011039"/>
                  </a:lnTo>
                  <a:lnTo>
                    <a:pt x="6505217" y="1969824"/>
                  </a:lnTo>
                  <a:lnTo>
                    <a:pt x="6485772" y="1928905"/>
                  </a:lnTo>
                  <a:lnTo>
                    <a:pt x="6465802" y="1888288"/>
                  </a:lnTo>
                  <a:lnTo>
                    <a:pt x="6445312" y="1847976"/>
                  </a:lnTo>
                  <a:lnTo>
                    <a:pt x="6424306" y="1807974"/>
                  </a:lnTo>
                  <a:lnTo>
                    <a:pt x="6402789" y="1768286"/>
                  </a:lnTo>
                  <a:lnTo>
                    <a:pt x="6380764" y="1728917"/>
                  </a:lnTo>
                  <a:lnTo>
                    <a:pt x="6358236" y="1689871"/>
                  </a:lnTo>
                  <a:lnTo>
                    <a:pt x="6335209" y="1651152"/>
                  </a:lnTo>
                  <a:lnTo>
                    <a:pt x="6311689" y="1612766"/>
                  </a:lnTo>
                  <a:lnTo>
                    <a:pt x="6287679" y="1574715"/>
                  </a:lnTo>
                  <a:lnTo>
                    <a:pt x="6263183" y="1537005"/>
                  </a:lnTo>
                  <a:lnTo>
                    <a:pt x="6238207" y="1499641"/>
                  </a:lnTo>
                  <a:lnTo>
                    <a:pt x="6212753" y="1462625"/>
                  </a:lnTo>
                  <a:lnTo>
                    <a:pt x="6186828" y="1425963"/>
                  </a:lnTo>
                  <a:lnTo>
                    <a:pt x="6160435" y="1389660"/>
                  </a:lnTo>
                  <a:lnTo>
                    <a:pt x="6133579" y="1353719"/>
                  </a:lnTo>
                  <a:lnTo>
                    <a:pt x="6106263" y="1318145"/>
                  </a:lnTo>
                  <a:lnTo>
                    <a:pt x="6078493" y="1282942"/>
                  </a:lnTo>
                  <a:lnTo>
                    <a:pt x="6050273" y="1248115"/>
                  </a:lnTo>
                  <a:lnTo>
                    <a:pt x="6021607" y="1213668"/>
                  </a:lnTo>
                  <a:lnTo>
                    <a:pt x="5992499" y="1179606"/>
                  </a:lnTo>
                  <a:lnTo>
                    <a:pt x="5962954" y="1145932"/>
                  </a:lnTo>
                  <a:lnTo>
                    <a:pt x="5932977" y="1112652"/>
                  </a:lnTo>
                  <a:lnTo>
                    <a:pt x="5902571" y="1079769"/>
                  </a:lnTo>
                  <a:lnTo>
                    <a:pt x="5871741" y="1047288"/>
                  </a:lnTo>
                  <a:lnTo>
                    <a:pt x="5840492" y="1015214"/>
                  </a:lnTo>
                  <a:lnTo>
                    <a:pt x="5808828" y="983551"/>
                  </a:lnTo>
                  <a:lnTo>
                    <a:pt x="5776753" y="952302"/>
                  </a:lnTo>
                  <a:lnTo>
                    <a:pt x="5744271" y="921473"/>
                  </a:lnTo>
                  <a:lnTo>
                    <a:pt x="5711388" y="891069"/>
                  </a:lnTo>
                  <a:lnTo>
                    <a:pt x="5678107" y="861092"/>
                  </a:lnTo>
                  <a:lnTo>
                    <a:pt x="5644433" y="831548"/>
                  </a:lnTo>
                  <a:lnTo>
                    <a:pt x="5610369" y="802442"/>
                  </a:lnTo>
                  <a:lnTo>
                    <a:pt x="5575922" y="773776"/>
                  </a:lnTo>
                  <a:lnTo>
                    <a:pt x="5541094" y="745557"/>
                  </a:lnTo>
                  <a:lnTo>
                    <a:pt x="5505891" y="717788"/>
                  </a:lnTo>
                  <a:lnTo>
                    <a:pt x="5470317" y="690474"/>
                  </a:lnTo>
                  <a:lnTo>
                    <a:pt x="5434375" y="663618"/>
                  </a:lnTo>
                  <a:lnTo>
                    <a:pt x="5398071" y="637226"/>
                  </a:lnTo>
                  <a:lnTo>
                    <a:pt x="5361409" y="611302"/>
                  </a:lnTo>
                  <a:lnTo>
                    <a:pt x="5324394" y="585850"/>
                  </a:lnTo>
                  <a:lnTo>
                    <a:pt x="5287029" y="560874"/>
                  </a:lnTo>
                  <a:lnTo>
                    <a:pt x="5249319" y="536380"/>
                  </a:lnTo>
                  <a:lnTo>
                    <a:pt x="5211268" y="512371"/>
                  </a:lnTo>
                  <a:lnTo>
                    <a:pt x="5172881" y="488851"/>
                  </a:lnTo>
                  <a:lnTo>
                    <a:pt x="5134163" y="465826"/>
                  </a:lnTo>
                  <a:lnTo>
                    <a:pt x="5095117" y="443299"/>
                  </a:lnTo>
                  <a:lnTo>
                    <a:pt x="5055748" y="421275"/>
                  </a:lnTo>
                  <a:lnTo>
                    <a:pt x="5016060" y="399759"/>
                  </a:lnTo>
                  <a:lnTo>
                    <a:pt x="4976058" y="378754"/>
                  </a:lnTo>
                  <a:lnTo>
                    <a:pt x="4935747" y="358265"/>
                  </a:lnTo>
                  <a:lnTo>
                    <a:pt x="4895129" y="338296"/>
                  </a:lnTo>
                  <a:lnTo>
                    <a:pt x="4854211" y="318853"/>
                  </a:lnTo>
                  <a:lnTo>
                    <a:pt x="4812996" y="299938"/>
                  </a:lnTo>
                  <a:lnTo>
                    <a:pt x="4771489" y="281557"/>
                  </a:lnTo>
                  <a:lnTo>
                    <a:pt x="4729694" y="263714"/>
                  </a:lnTo>
                  <a:lnTo>
                    <a:pt x="4687615" y="246414"/>
                  </a:lnTo>
                  <a:lnTo>
                    <a:pt x="4645257" y="229660"/>
                  </a:lnTo>
                  <a:lnTo>
                    <a:pt x="4602625" y="213457"/>
                  </a:lnTo>
                  <a:lnTo>
                    <a:pt x="4559722" y="197810"/>
                  </a:lnTo>
                  <a:lnTo>
                    <a:pt x="4516553" y="182723"/>
                  </a:lnTo>
                  <a:lnTo>
                    <a:pt x="4473122" y="168200"/>
                  </a:lnTo>
                  <a:lnTo>
                    <a:pt x="4429434" y="154245"/>
                  </a:lnTo>
                  <a:lnTo>
                    <a:pt x="4385494" y="140864"/>
                  </a:lnTo>
                  <a:lnTo>
                    <a:pt x="4341305" y="128060"/>
                  </a:lnTo>
                  <a:lnTo>
                    <a:pt x="4296872" y="115838"/>
                  </a:lnTo>
                  <a:lnTo>
                    <a:pt x="4252199" y="104202"/>
                  </a:lnTo>
                  <a:lnTo>
                    <a:pt x="4207291" y="93157"/>
                  </a:lnTo>
                  <a:lnTo>
                    <a:pt x="4162152" y="82707"/>
                  </a:lnTo>
                  <a:lnTo>
                    <a:pt x="4116787" y="72856"/>
                  </a:lnTo>
                  <a:lnTo>
                    <a:pt x="4071199" y="63609"/>
                  </a:lnTo>
                  <a:lnTo>
                    <a:pt x="4025394" y="54970"/>
                  </a:lnTo>
                  <a:lnTo>
                    <a:pt x="3979375" y="46943"/>
                  </a:lnTo>
                  <a:lnTo>
                    <a:pt x="3933148" y="39534"/>
                  </a:lnTo>
                  <a:lnTo>
                    <a:pt x="3886716" y="32746"/>
                  </a:lnTo>
                  <a:lnTo>
                    <a:pt x="3840083" y="26583"/>
                  </a:lnTo>
                  <a:lnTo>
                    <a:pt x="3793255" y="21051"/>
                  </a:lnTo>
                  <a:lnTo>
                    <a:pt x="3746236" y="16153"/>
                  </a:lnTo>
                  <a:lnTo>
                    <a:pt x="3699029" y="11893"/>
                  </a:lnTo>
                  <a:lnTo>
                    <a:pt x="3651640" y="8277"/>
                  </a:lnTo>
                  <a:lnTo>
                    <a:pt x="3604073" y="5309"/>
                  </a:lnTo>
                  <a:lnTo>
                    <a:pt x="3556331" y="2993"/>
                  </a:lnTo>
                  <a:lnTo>
                    <a:pt x="3508421" y="1333"/>
                  </a:lnTo>
                  <a:lnTo>
                    <a:pt x="3460345" y="334"/>
                  </a:lnTo>
                  <a:lnTo>
                    <a:pt x="3412108" y="0"/>
                  </a:lnTo>
                  <a:close/>
                </a:path>
              </a:pathLst>
            </a:custGeom>
            <a:solidFill>
              <a:srgbClr val="5591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86380" y="2957956"/>
              <a:ext cx="5776595" cy="5776595"/>
            </a:xfrm>
            <a:custGeom>
              <a:avLst/>
              <a:gdLst/>
              <a:ahLst/>
              <a:cxnLst/>
              <a:rect l="l" t="t" r="r" b="b"/>
              <a:pathLst>
                <a:path w="5776595" h="5776595">
                  <a:moveTo>
                    <a:pt x="2888360" y="0"/>
                  </a:moveTo>
                  <a:lnTo>
                    <a:pt x="2840113" y="394"/>
                  </a:lnTo>
                  <a:lnTo>
                    <a:pt x="2792057" y="1575"/>
                  </a:lnTo>
                  <a:lnTo>
                    <a:pt x="2744198" y="3534"/>
                  </a:lnTo>
                  <a:lnTo>
                    <a:pt x="2696542" y="6267"/>
                  </a:lnTo>
                  <a:lnTo>
                    <a:pt x="2649096" y="9767"/>
                  </a:lnTo>
                  <a:lnTo>
                    <a:pt x="2601865" y="14028"/>
                  </a:lnTo>
                  <a:lnTo>
                    <a:pt x="2554857" y="19044"/>
                  </a:lnTo>
                  <a:lnTo>
                    <a:pt x="2508076" y="24808"/>
                  </a:lnTo>
                  <a:lnTo>
                    <a:pt x="2461529" y="31316"/>
                  </a:lnTo>
                  <a:lnTo>
                    <a:pt x="2415222" y="38559"/>
                  </a:lnTo>
                  <a:lnTo>
                    <a:pt x="2369161" y="46533"/>
                  </a:lnTo>
                  <a:lnTo>
                    <a:pt x="2323353" y="55231"/>
                  </a:lnTo>
                  <a:lnTo>
                    <a:pt x="2277803" y="64648"/>
                  </a:lnTo>
                  <a:lnTo>
                    <a:pt x="2232518" y="74776"/>
                  </a:lnTo>
                  <a:lnTo>
                    <a:pt x="2187503" y="85610"/>
                  </a:lnTo>
                  <a:lnTo>
                    <a:pt x="2142766" y="97144"/>
                  </a:lnTo>
                  <a:lnTo>
                    <a:pt x="2098311" y="109371"/>
                  </a:lnTo>
                  <a:lnTo>
                    <a:pt x="2054146" y="122286"/>
                  </a:lnTo>
                  <a:lnTo>
                    <a:pt x="2010276" y="135882"/>
                  </a:lnTo>
                  <a:lnTo>
                    <a:pt x="1966707" y="150153"/>
                  </a:lnTo>
                  <a:lnTo>
                    <a:pt x="1923446" y="165094"/>
                  </a:lnTo>
                  <a:lnTo>
                    <a:pt x="1880498" y="180697"/>
                  </a:lnTo>
                  <a:lnTo>
                    <a:pt x="1837870" y="196957"/>
                  </a:lnTo>
                  <a:lnTo>
                    <a:pt x="1795568" y="213868"/>
                  </a:lnTo>
                  <a:lnTo>
                    <a:pt x="1753598" y="231423"/>
                  </a:lnTo>
                  <a:lnTo>
                    <a:pt x="1711967" y="249617"/>
                  </a:lnTo>
                  <a:lnTo>
                    <a:pt x="1670679" y="268443"/>
                  </a:lnTo>
                  <a:lnTo>
                    <a:pt x="1629742" y="287895"/>
                  </a:lnTo>
                  <a:lnTo>
                    <a:pt x="1589162" y="307968"/>
                  </a:lnTo>
                  <a:lnTo>
                    <a:pt x="1548944" y="328654"/>
                  </a:lnTo>
                  <a:lnTo>
                    <a:pt x="1509095" y="349948"/>
                  </a:lnTo>
                  <a:lnTo>
                    <a:pt x="1469621" y="371843"/>
                  </a:lnTo>
                  <a:lnTo>
                    <a:pt x="1430528" y="394334"/>
                  </a:lnTo>
                  <a:lnTo>
                    <a:pt x="1391822" y="417415"/>
                  </a:lnTo>
                  <a:lnTo>
                    <a:pt x="1353509" y="441079"/>
                  </a:lnTo>
                  <a:lnTo>
                    <a:pt x="1315596" y="465320"/>
                  </a:lnTo>
                  <a:lnTo>
                    <a:pt x="1278088" y="490132"/>
                  </a:lnTo>
                  <a:lnTo>
                    <a:pt x="1240993" y="515509"/>
                  </a:lnTo>
                  <a:lnTo>
                    <a:pt x="1204314" y="541444"/>
                  </a:lnTo>
                  <a:lnTo>
                    <a:pt x="1168060" y="567933"/>
                  </a:lnTo>
                  <a:lnTo>
                    <a:pt x="1132236" y="594967"/>
                  </a:lnTo>
                  <a:lnTo>
                    <a:pt x="1096849" y="622543"/>
                  </a:lnTo>
                  <a:lnTo>
                    <a:pt x="1061903" y="650652"/>
                  </a:lnTo>
                  <a:lnTo>
                    <a:pt x="1027406" y="679290"/>
                  </a:lnTo>
                  <a:lnTo>
                    <a:pt x="993364" y="708449"/>
                  </a:lnTo>
                  <a:lnTo>
                    <a:pt x="959782" y="738125"/>
                  </a:lnTo>
                  <a:lnTo>
                    <a:pt x="926667" y="768310"/>
                  </a:lnTo>
                  <a:lnTo>
                    <a:pt x="894025" y="798998"/>
                  </a:lnTo>
                  <a:lnTo>
                    <a:pt x="861862" y="830185"/>
                  </a:lnTo>
                  <a:lnTo>
                    <a:pt x="830185" y="861862"/>
                  </a:lnTo>
                  <a:lnTo>
                    <a:pt x="798998" y="894025"/>
                  </a:lnTo>
                  <a:lnTo>
                    <a:pt x="768310" y="926667"/>
                  </a:lnTo>
                  <a:lnTo>
                    <a:pt x="738125" y="959782"/>
                  </a:lnTo>
                  <a:lnTo>
                    <a:pt x="708449" y="993364"/>
                  </a:lnTo>
                  <a:lnTo>
                    <a:pt x="679290" y="1027406"/>
                  </a:lnTo>
                  <a:lnTo>
                    <a:pt x="650652" y="1061903"/>
                  </a:lnTo>
                  <a:lnTo>
                    <a:pt x="622543" y="1096849"/>
                  </a:lnTo>
                  <a:lnTo>
                    <a:pt x="594967" y="1132236"/>
                  </a:lnTo>
                  <a:lnTo>
                    <a:pt x="567933" y="1168060"/>
                  </a:lnTo>
                  <a:lnTo>
                    <a:pt x="541444" y="1204314"/>
                  </a:lnTo>
                  <a:lnTo>
                    <a:pt x="515509" y="1240993"/>
                  </a:lnTo>
                  <a:lnTo>
                    <a:pt x="490132" y="1278088"/>
                  </a:lnTo>
                  <a:lnTo>
                    <a:pt x="465320" y="1315596"/>
                  </a:lnTo>
                  <a:lnTo>
                    <a:pt x="441079" y="1353509"/>
                  </a:lnTo>
                  <a:lnTo>
                    <a:pt x="417415" y="1391822"/>
                  </a:lnTo>
                  <a:lnTo>
                    <a:pt x="394335" y="1430527"/>
                  </a:lnTo>
                  <a:lnTo>
                    <a:pt x="371843" y="1469621"/>
                  </a:lnTo>
                  <a:lnTo>
                    <a:pt x="349948" y="1509095"/>
                  </a:lnTo>
                  <a:lnTo>
                    <a:pt x="328654" y="1548944"/>
                  </a:lnTo>
                  <a:lnTo>
                    <a:pt x="307968" y="1589162"/>
                  </a:lnTo>
                  <a:lnTo>
                    <a:pt x="287895" y="1629742"/>
                  </a:lnTo>
                  <a:lnTo>
                    <a:pt x="268443" y="1670679"/>
                  </a:lnTo>
                  <a:lnTo>
                    <a:pt x="249617" y="1711967"/>
                  </a:lnTo>
                  <a:lnTo>
                    <a:pt x="231423" y="1753598"/>
                  </a:lnTo>
                  <a:lnTo>
                    <a:pt x="213868" y="1795568"/>
                  </a:lnTo>
                  <a:lnTo>
                    <a:pt x="196957" y="1837870"/>
                  </a:lnTo>
                  <a:lnTo>
                    <a:pt x="180697" y="1880498"/>
                  </a:lnTo>
                  <a:lnTo>
                    <a:pt x="165094" y="1923446"/>
                  </a:lnTo>
                  <a:lnTo>
                    <a:pt x="150153" y="1966707"/>
                  </a:lnTo>
                  <a:lnTo>
                    <a:pt x="135882" y="2010276"/>
                  </a:lnTo>
                  <a:lnTo>
                    <a:pt x="122286" y="2054146"/>
                  </a:lnTo>
                  <a:lnTo>
                    <a:pt x="109371" y="2098311"/>
                  </a:lnTo>
                  <a:lnTo>
                    <a:pt x="97144" y="2142766"/>
                  </a:lnTo>
                  <a:lnTo>
                    <a:pt x="85610" y="2187503"/>
                  </a:lnTo>
                  <a:lnTo>
                    <a:pt x="74776" y="2232518"/>
                  </a:lnTo>
                  <a:lnTo>
                    <a:pt x="64648" y="2277803"/>
                  </a:lnTo>
                  <a:lnTo>
                    <a:pt x="55231" y="2323353"/>
                  </a:lnTo>
                  <a:lnTo>
                    <a:pt x="46533" y="2369161"/>
                  </a:lnTo>
                  <a:lnTo>
                    <a:pt x="38559" y="2415222"/>
                  </a:lnTo>
                  <a:lnTo>
                    <a:pt x="31316" y="2461529"/>
                  </a:lnTo>
                  <a:lnTo>
                    <a:pt x="24808" y="2508076"/>
                  </a:lnTo>
                  <a:lnTo>
                    <a:pt x="19044" y="2554857"/>
                  </a:lnTo>
                  <a:lnTo>
                    <a:pt x="14028" y="2601865"/>
                  </a:lnTo>
                  <a:lnTo>
                    <a:pt x="9767" y="2649096"/>
                  </a:lnTo>
                  <a:lnTo>
                    <a:pt x="6267" y="2696542"/>
                  </a:lnTo>
                  <a:lnTo>
                    <a:pt x="3534" y="2744198"/>
                  </a:lnTo>
                  <a:lnTo>
                    <a:pt x="1575" y="2792057"/>
                  </a:lnTo>
                  <a:lnTo>
                    <a:pt x="394" y="2840113"/>
                  </a:lnTo>
                  <a:lnTo>
                    <a:pt x="0" y="2888361"/>
                  </a:lnTo>
                  <a:lnTo>
                    <a:pt x="394" y="2936604"/>
                  </a:lnTo>
                  <a:lnTo>
                    <a:pt x="1575" y="2984657"/>
                  </a:lnTo>
                  <a:lnTo>
                    <a:pt x="3534" y="3032512"/>
                  </a:lnTo>
                  <a:lnTo>
                    <a:pt x="6267" y="3080164"/>
                  </a:lnTo>
                  <a:lnTo>
                    <a:pt x="9767" y="3127607"/>
                  </a:lnTo>
                  <a:lnTo>
                    <a:pt x="14028" y="3174834"/>
                  </a:lnTo>
                  <a:lnTo>
                    <a:pt x="19044" y="3221839"/>
                  </a:lnTo>
                  <a:lnTo>
                    <a:pt x="24808" y="3268617"/>
                  </a:lnTo>
                  <a:lnTo>
                    <a:pt x="31316" y="3315161"/>
                  </a:lnTo>
                  <a:lnTo>
                    <a:pt x="38559" y="3361465"/>
                  </a:lnTo>
                  <a:lnTo>
                    <a:pt x="46533" y="3407522"/>
                  </a:lnTo>
                  <a:lnTo>
                    <a:pt x="55231" y="3453328"/>
                  </a:lnTo>
                  <a:lnTo>
                    <a:pt x="64648" y="3498874"/>
                  </a:lnTo>
                  <a:lnTo>
                    <a:pt x="74776" y="3544157"/>
                  </a:lnTo>
                  <a:lnTo>
                    <a:pt x="85610" y="3589168"/>
                  </a:lnTo>
                  <a:lnTo>
                    <a:pt x="97144" y="3633903"/>
                  </a:lnTo>
                  <a:lnTo>
                    <a:pt x="109371" y="3678355"/>
                  </a:lnTo>
                  <a:lnTo>
                    <a:pt x="122286" y="3722518"/>
                  </a:lnTo>
                  <a:lnTo>
                    <a:pt x="135882" y="3766385"/>
                  </a:lnTo>
                  <a:lnTo>
                    <a:pt x="150153" y="3809952"/>
                  </a:lnTo>
                  <a:lnTo>
                    <a:pt x="165094" y="3853211"/>
                  </a:lnTo>
                  <a:lnTo>
                    <a:pt x="180697" y="3896156"/>
                  </a:lnTo>
                  <a:lnTo>
                    <a:pt x="196957" y="3938781"/>
                  </a:lnTo>
                  <a:lnTo>
                    <a:pt x="213868" y="3981081"/>
                  </a:lnTo>
                  <a:lnTo>
                    <a:pt x="231423" y="4023049"/>
                  </a:lnTo>
                  <a:lnTo>
                    <a:pt x="249617" y="4064678"/>
                  </a:lnTo>
                  <a:lnTo>
                    <a:pt x="268443" y="4105964"/>
                  </a:lnTo>
                  <a:lnTo>
                    <a:pt x="287895" y="4146899"/>
                  </a:lnTo>
                  <a:lnTo>
                    <a:pt x="307968" y="4187477"/>
                  </a:lnTo>
                  <a:lnTo>
                    <a:pt x="328654" y="4227693"/>
                  </a:lnTo>
                  <a:lnTo>
                    <a:pt x="349948" y="4267540"/>
                  </a:lnTo>
                  <a:lnTo>
                    <a:pt x="371843" y="4307013"/>
                  </a:lnTo>
                  <a:lnTo>
                    <a:pt x="394335" y="4346104"/>
                  </a:lnTo>
                  <a:lnTo>
                    <a:pt x="417415" y="4384808"/>
                  </a:lnTo>
                  <a:lnTo>
                    <a:pt x="441079" y="4423119"/>
                  </a:lnTo>
                  <a:lnTo>
                    <a:pt x="465320" y="4461031"/>
                  </a:lnTo>
                  <a:lnTo>
                    <a:pt x="490132" y="4498537"/>
                  </a:lnTo>
                  <a:lnTo>
                    <a:pt x="515509" y="4535631"/>
                  </a:lnTo>
                  <a:lnTo>
                    <a:pt x="541444" y="4572308"/>
                  </a:lnTo>
                  <a:lnTo>
                    <a:pt x="567933" y="4608561"/>
                  </a:lnTo>
                  <a:lnTo>
                    <a:pt x="594967" y="4644383"/>
                  </a:lnTo>
                  <a:lnTo>
                    <a:pt x="622543" y="4679770"/>
                  </a:lnTo>
                  <a:lnTo>
                    <a:pt x="650652" y="4714714"/>
                  </a:lnTo>
                  <a:lnTo>
                    <a:pt x="679290" y="4749210"/>
                  </a:lnTo>
                  <a:lnTo>
                    <a:pt x="708449" y="4783251"/>
                  </a:lnTo>
                  <a:lnTo>
                    <a:pt x="738125" y="4816832"/>
                  </a:lnTo>
                  <a:lnTo>
                    <a:pt x="768310" y="4849945"/>
                  </a:lnTo>
                  <a:lnTo>
                    <a:pt x="798998" y="4882586"/>
                  </a:lnTo>
                  <a:lnTo>
                    <a:pt x="830185" y="4914748"/>
                  </a:lnTo>
                  <a:lnTo>
                    <a:pt x="861862" y="4946425"/>
                  </a:lnTo>
                  <a:lnTo>
                    <a:pt x="894025" y="4977610"/>
                  </a:lnTo>
                  <a:lnTo>
                    <a:pt x="926667" y="5008298"/>
                  </a:lnTo>
                  <a:lnTo>
                    <a:pt x="959782" y="5038482"/>
                  </a:lnTo>
                  <a:lnTo>
                    <a:pt x="993364" y="5068157"/>
                  </a:lnTo>
                  <a:lnTo>
                    <a:pt x="1027406" y="5097316"/>
                  </a:lnTo>
                  <a:lnTo>
                    <a:pt x="1061903" y="5125952"/>
                  </a:lnTo>
                  <a:lnTo>
                    <a:pt x="1096849" y="5154061"/>
                  </a:lnTo>
                  <a:lnTo>
                    <a:pt x="1132236" y="5181636"/>
                  </a:lnTo>
                  <a:lnTo>
                    <a:pt x="1168060" y="5208670"/>
                  </a:lnTo>
                  <a:lnTo>
                    <a:pt x="1204314" y="5235157"/>
                  </a:lnTo>
                  <a:lnTo>
                    <a:pt x="1240993" y="5261092"/>
                  </a:lnTo>
                  <a:lnTo>
                    <a:pt x="1278088" y="5286469"/>
                  </a:lnTo>
                  <a:lnTo>
                    <a:pt x="1315596" y="5311280"/>
                  </a:lnTo>
                  <a:lnTo>
                    <a:pt x="1353509" y="5335521"/>
                  </a:lnTo>
                  <a:lnTo>
                    <a:pt x="1391822" y="5359184"/>
                  </a:lnTo>
                  <a:lnTo>
                    <a:pt x="1430528" y="5382264"/>
                  </a:lnTo>
                  <a:lnTo>
                    <a:pt x="1469621" y="5404755"/>
                  </a:lnTo>
                  <a:lnTo>
                    <a:pt x="1509095" y="5426650"/>
                  </a:lnTo>
                  <a:lnTo>
                    <a:pt x="1548944" y="5447944"/>
                  </a:lnTo>
                  <a:lnTo>
                    <a:pt x="1589162" y="5468630"/>
                  </a:lnTo>
                  <a:lnTo>
                    <a:pt x="1629742" y="5488702"/>
                  </a:lnTo>
                  <a:lnTo>
                    <a:pt x="1670679" y="5508154"/>
                  </a:lnTo>
                  <a:lnTo>
                    <a:pt x="1711967" y="5526979"/>
                  </a:lnTo>
                  <a:lnTo>
                    <a:pt x="1753598" y="5545173"/>
                  </a:lnTo>
                  <a:lnTo>
                    <a:pt x="1795568" y="5562728"/>
                  </a:lnTo>
                  <a:lnTo>
                    <a:pt x="1837870" y="5579639"/>
                  </a:lnTo>
                  <a:lnTo>
                    <a:pt x="1880498" y="5595898"/>
                  </a:lnTo>
                  <a:lnTo>
                    <a:pt x="1923446" y="5611502"/>
                  </a:lnTo>
                  <a:lnTo>
                    <a:pt x="1966707" y="5626442"/>
                  </a:lnTo>
                  <a:lnTo>
                    <a:pt x="2010276" y="5640713"/>
                  </a:lnTo>
                  <a:lnTo>
                    <a:pt x="2054146" y="5654309"/>
                  </a:lnTo>
                  <a:lnTo>
                    <a:pt x="2098311" y="5667224"/>
                  </a:lnTo>
                  <a:lnTo>
                    <a:pt x="2142766" y="5679451"/>
                  </a:lnTo>
                  <a:lnTo>
                    <a:pt x="2187503" y="5690984"/>
                  </a:lnTo>
                  <a:lnTo>
                    <a:pt x="2232518" y="5701818"/>
                  </a:lnTo>
                  <a:lnTo>
                    <a:pt x="2277803" y="5711947"/>
                  </a:lnTo>
                  <a:lnTo>
                    <a:pt x="2323353" y="5721363"/>
                  </a:lnTo>
                  <a:lnTo>
                    <a:pt x="2369161" y="5730061"/>
                  </a:lnTo>
                  <a:lnTo>
                    <a:pt x="2415222" y="5738035"/>
                  </a:lnTo>
                  <a:lnTo>
                    <a:pt x="2461529" y="5745278"/>
                  </a:lnTo>
                  <a:lnTo>
                    <a:pt x="2508076" y="5751786"/>
                  </a:lnTo>
                  <a:lnTo>
                    <a:pt x="2554857" y="5757550"/>
                  </a:lnTo>
                  <a:lnTo>
                    <a:pt x="2601865" y="5762566"/>
                  </a:lnTo>
                  <a:lnTo>
                    <a:pt x="2649096" y="5766827"/>
                  </a:lnTo>
                  <a:lnTo>
                    <a:pt x="2696542" y="5770327"/>
                  </a:lnTo>
                  <a:lnTo>
                    <a:pt x="2744198" y="5773060"/>
                  </a:lnTo>
                  <a:lnTo>
                    <a:pt x="2792057" y="5775019"/>
                  </a:lnTo>
                  <a:lnTo>
                    <a:pt x="2840113" y="5776200"/>
                  </a:lnTo>
                  <a:lnTo>
                    <a:pt x="2888360" y="5776595"/>
                  </a:lnTo>
                  <a:lnTo>
                    <a:pt x="2936604" y="5776200"/>
                  </a:lnTo>
                  <a:lnTo>
                    <a:pt x="2984657" y="5775019"/>
                  </a:lnTo>
                  <a:lnTo>
                    <a:pt x="3032512" y="5773060"/>
                  </a:lnTo>
                  <a:lnTo>
                    <a:pt x="3080164" y="5770327"/>
                  </a:lnTo>
                  <a:lnTo>
                    <a:pt x="3127607" y="5766827"/>
                  </a:lnTo>
                  <a:lnTo>
                    <a:pt x="3174834" y="5762566"/>
                  </a:lnTo>
                  <a:lnTo>
                    <a:pt x="3221839" y="5757550"/>
                  </a:lnTo>
                  <a:lnTo>
                    <a:pt x="3268617" y="5751786"/>
                  </a:lnTo>
                  <a:lnTo>
                    <a:pt x="3315161" y="5745278"/>
                  </a:lnTo>
                  <a:lnTo>
                    <a:pt x="3361465" y="5738035"/>
                  </a:lnTo>
                  <a:lnTo>
                    <a:pt x="3407522" y="5730061"/>
                  </a:lnTo>
                  <a:lnTo>
                    <a:pt x="3453328" y="5721363"/>
                  </a:lnTo>
                  <a:lnTo>
                    <a:pt x="3498874" y="5711947"/>
                  </a:lnTo>
                  <a:lnTo>
                    <a:pt x="3544157" y="5701818"/>
                  </a:lnTo>
                  <a:lnTo>
                    <a:pt x="3589168" y="5690984"/>
                  </a:lnTo>
                  <a:lnTo>
                    <a:pt x="3633903" y="5679451"/>
                  </a:lnTo>
                  <a:lnTo>
                    <a:pt x="3678355" y="5667224"/>
                  </a:lnTo>
                  <a:lnTo>
                    <a:pt x="3722518" y="5654309"/>
                  </a:lnTo>
                  <a:lnTo>
                    <a:pt x="3766385" y="5640713"/>
                  </a:lnTo>
                  <a:lnTo>
                    <a:pt x="3809952" y="5626442"/>
                  </a:lnTo>
                  <a:lnTo>
                    <a:pt x="3853211" y="5611502"/>
                  </a:lnTo>
                  <a:lnTo>
                    <a:pt x="3896156" y="5595898"/>
                  </a:lnTo>
                  <a:lnTo>
                    <a:pt x="3938781" y="5579639"/>
                  </a:lnTo>
                  <a:lnTo>
                    <a:pt x="3981081" y="5562728"/>
                  </a:lnTo>
                  <a:lnTo>
                    <a:pt x="4023049" y="5545173"/>
                  </a:lnTo>
                  <a:lnTo>
                    <a:pt x="4064678" y="5526979"/>
                  </a:lnTo>
                  <a:lnTo>
                    <a:pt x="4105964" y="5508154"/>
                  </a:lnTo>
                  <a:lnTo>
                    <a:pt x="4146899" y="5488702"/>
                  </a:lnTo>
                  <a:lnTo>
                    <a:pt x="4187477" y="5468630"/>
                  </a:lnTo>
                  <a:lnTo>
                    <a:pt x="4227693" y="5447944"/>
                  </a:lnTo>
                  <a:lnTo>
                    <a:pt x="4267540" y="5426650"/>
                  </a:lnTo>
                  <a:lnTo>
                    <a:pt x="4307013" y="5404755"/>
                  </a:lnTo>
                  <a:lnTo>
                    <a:pt x="4346104" y="5382264"/>
                  </a:lnTo>
                  <a:lnTo>
                    <a:pt x="4384808" y="5359184"/>
                  </a:lnTo>
                  <a:lnTo>
                    <a:pt x="4423119" y="5335521"/>
                  </a:lnTo>
                  <a:lnTo>
                    <a:pt x="4461031" y="5311280"/>
                  </a:lnTo>
                  <a:lnTo>
                    <a:pt x="4498537" y="5286469"/>
                  </a:lnTo>
                  <a:lnTo>
                    <a:pt x="4535631" y="5261092"/>
                  </a:lnTo>
                  <a:lnTo>
                    <a:pt x="4572308" y="5235157"/>
                  </a:lnTo>
                  <a:lnTo>
                    <a:pt x="4608561" y="5208670"/>
                  </a:lnTo>
                  <a:lnTo>
                    <a:pt x="4644383" y="5181636"/>
                  </a:lnTo>
                  <a:lnTo>
                    <a:pt x="4679770" y="5154061"/>
                  </a:lnTo>
                  <a:lnTo>
                    <a:pt x="4714714" y="5125952"/>
                  </a:lnTo>
                  <a:lnTo>
                    <a:pt x="4749210" y="5097316"/>
                  </a:lnTo>
                  <a:lnTo>
                    <a:pt x="4783251" y="5068157"/>
                  </a:lnTo>
                  <a:lnTo>
                    <a:pt x="4816832" y="5038482"/>
                  </a:lnTo>
                  <a:lnTo>
                    <a:pt x="4849945" y="5008298"/>
                  </a:lnTo>
                  <a:lnTo>
                    <a:pt x="4882586" y="4977610"/>
                  </a:lnTo>
                  <a:lnTo>
                    <a:pt x="4914748" y="4946425"/>
                  </a:lnTo>
                  <a:lnTo>
                    <a:pt x="4946425" y="4914748"/>
                  </a:lnTo>
                  <a:lnTo>
                    <a:pt x="4977610" y="4882586"/>
                  </a:lnTo>
                  <a:lnTo>
                    <a:pt x="5008298" y="4849945"/>
                  </a:lnTo>
                  <a:lnTo>
                    <a:pt x="5038482" y="4816832"/>
                  </a:lnTo>
                  <a:lnTo>
                    <a:pt x="5068157" y="4783251"/>
                  </a:lnTo>
                  <a:lnTo>
                    <a:pt x="5097316" y="4749210"/>
                  </a:lnTo>
                  <a:lnTo>
                    <a:pt x="5125952" y="4714714"/>
                  </a:lnTo>
                  <a:lnTo>
                    <a:pt x="5154061" y="4679770"/>
                  </a:lnTo>
                  <a:lnTo>
                    <a:pt x="5181636" y="4644383"/>
                  </a:lnTo>
                  <a:lnTo>
                    <a:pt x="5208670" y="4608561"/>
                  </a:lnTo>
                  <a:lnTo>
                    <a:pt x="5235157" y="4572308"/>
                  </a:lnTo>
                  <a:lnTo>
                    <a:pt x="5261092" y="4535631"/>
                  </a:lnTo>
                  <a:lnTo>
                    <a:pt x="5286469" y="4498537"/>
                  </a:lnTo>
                  <a:lnTo>
                    <a:pt x="5311280" y="4461031"/>
                  </a:lnTo>
                  <a:lnTo>
                    <a:pt x="5335521" y="4423119"/>
                  </a:lnTo>
                  <a:lnTo>
                    <a:pt x="5359184" y="4384808"/>
                  </a:lnTo>
                  <a:lnTo>
                    <a:pt x="5382264" y="4346104"/>
                  </a:lnTo>
                  <a:lnTo>
                    <a:pt x="5404755" y="4307013"/>
                  </a:lnTo>
                  <a:lnTo>
                    <a:pt x="5426650" y="4267540"/>
                  </a:lnTo>
                  <a:lnTo>
                    <a:pt x="5447944" y="4227693"/>
                  </a:lnTo>
                  <a:lnTo>
                    <a:pt x="5468630" y="4187477"/>
                  </a:lnTo>
                  <a:lnTo>
                    <a:pt x="5488702" y="4146899"/>
                  </a:lnTo>
                  <a:lnTo>
                    <a:pt x="5508154" y="4105964"/>
                  </a:lnTo>
                  <a:lnTo>
                    <a:pt x="5526979" y="4064678"/>
                  </a:lnTo>
                  <a:lnTo>
                    <a:pt x="5545173" y="4023049"/>
                  </a:lnTo>
                  <a:lnTo>
                    <a:pt x="5562728" y="3981081"/>
                  </a:lnTo>
                  <a:lnTo>
                    <a:pt x="5579639" y="3938781"/>
                  </a:lnTo>
                  <a:lnTo>
                    <a:pt x="5595898" y="3896156"/>
                  </a:lnTo>
                  <a:lnTo>
                    <a:pt x="5611502" y="3853211"/>
                  </a:lnTo>
                  <a:lnTo>
                    <a:pt x="5626442" y="3809952"/>
                  </a:lnTo>
                  <a:lnTo>
                    <a:pt x="5640713" y="3766385"/>
                  </a:lnTo>
                  <a:lnTo>
                    <a:pt x="5654309" y="3722518"/>
                  </a:lnTo>
                  <a:lnTo>
                    <a:pt x="5667224" y="3678355"/>
                  </a:lnTo>
                  <a:lnTo>
                    <a:pt x="5679451" y="3633903"/>
                  </a:lnTo>
                  <a:lnTo>
                    <a:pt x="5690984" y="3589168"/>
                  </a:lnTo>
                  <a:lnTo>
                    <a:pt x="5701818" y="3544157"/>
                  </a:lnTo>
                  <a:lnTo>
                    <a:pt x="5711947" y="3498874"/>
                  </a:lnTo>
                  <a:lnTo>
                    <a:pt x="5721363" y="3453328"/>
                  </a:lnTo>
                  <a:lnTo>
                    <a:pt x="5730061" y="3407522"/>
                  </a:lnTo>
                  <a:lnTo>
                    <a:pt x="5738035" y="3361465"/>
                  </a:lnTo>
                  <a:lnTo>
                    <a:pt x="5745278" y="3315161"/>
                  </a:lnTo>
                  <a:lnTo>
                    <a:pt x="5751786" y="3268617"/>
                  </a:lnTo>
                  <a:lnTo>
                    <a:pt x="5757550" y="3221839"/>
                  </a:lnTo>
                  <a:lnTo>
                    <a:pt x="5762566" y="3174834"/>
                  </a:lnTo>
                  <a:lnTo>
                    <a:pt x="5766827" y="3127607"/>
                  </a:lnTo>
                  <a:lnTo>
                    <a:pt x="5770327" y="3080164"/>
                  </a:lnTo>
                  <a:lnTo>
                    <a:pt x="5773060" y="3032512"/>
                  </a:lnTo>
                  <a:lnTo>
                    <a:pt x="5775019" y="2984657"/>
                  </a:lnTo>
                  <a:lnTo>
                    <a:pt x="5776200" y="2936604"/>
                  </a:lnTo>
                  <a:lnTo>
                    <a:pt x="5776595" y="2888361"/>
                  </a:lnTo>
                  <a:lnTo>
                    <a:pt x="5776200" y="2840113"/>
                  </a:lnTo>
                  <a:lnTo>
                    <a:pt x="5775019" y="2792057"/>
                  </a:lnTo>
                  <a:lnTo>
                    <a:pt x="5773060" y="2744198"/>
                  </a:lnTo>
                  <a:lnTo>
                    <a:pt x="5770327" y="2696542"/>
                  </a:lnTo>
                  <a:lnTo>
                    <a:pt x="5766827" y="2649096"/>
                  </a:lnTo>
                  <a:lnTo>
                    <a:pt x="5762566" y="2601865"/>
                  </a:lnTo>
                  <a:lnTo>
                    <a:pt x="5757550" y="2554857"/>
                  </a:lnTo>
                  <a:lnTo>
                    <a:pt x="5751786" y="2508076"/>
                  </a:lnTo>
                  <a:lnTo>
                    <a:pt x="5745278" y="2461529"/>
                  </a:lnTo>
                  <a:lnTo>
                    <a:pt x="5738035" y="2415222"/>
                  </a:lnTo>
                  <a:lnTo>
                    <a:pt x="5730061" y="2369161"/>
                  </a:lnTo>
                  <a:lnTo>
                    <a:pt x="5721363" y="2323353"/>
                  </a:lnTo>
                  <a:lnTo>
                    <a:pt x="5711947" y="2277803"/>
                  </a:lnTo>
                  <a:lnTo>
                    <a:pt x="5701818" y="2232518"/>
                  </a:lnTo>
                  <a:lnTo>
                    <a:pt x="5690984" y="2187503"/>
                  </a:lnTo>
                  <a:lnTo>
                    <a:pt x="5679451" y="2142766"/>
                  </a:lnTo>
                  <a:lnTo>
                    <a:pt x="5667224" y="2098311"/>
                  </a:lnTo>
                  <a:lnTo>
                    <a:pt x="5654309" y="2054146"/>
                  </a:lnTo>
                  <a:lnTo>
                    <a:pt x="5640713" y="2010276"/>
                  </a:lnTo>
                  <a:lnTo>
                    <a:pt x="5626442" y="1966707"/>
                  </a:lnTo>
                  <a:lnTo>
                    <a:pt x="5611502" y="1923446"/>
                  </a:lnTo>
                  <a:lnTo>
                    <a:pt x="5595898" y="1880498"/>
                  </a:lnTo>
                  <a:lnTo>
                    <a:pt x="5579639" y="1837870"/>
                  </a:lnTo>
                  <a:lnTo>
                    <a:pt x="5562728" y="1795568"/>
                  </a:lnTo>
                  <a:lnTo>
                    <a:pt x="5545173" y="1753598"/>
                  </a:lnTo>
                  <a:lnTo>
                    <a:pt x="5526979" y="1711967"/>
                  </a:lnTo>
                  <a:lnTo>
                    <a:pt x="5508154" y="1670679"/>
                  </a:lnTo>
                  <a:lnTo>
                    <a:pt x="5488702" y="1629742"/>
                  </a:lnTo>
                  <a:lnTo>
                    <a:pt x="5468630" y="1589162"/>
                  </a:lnTo>
                  <a:lnTo>
                    <a:pt x="5447944" y="1548944"/>
                  </a:lnTo>
                  <a:lnTo>
                    <a:pt x="5426650" y="1509095"/>
                  </a:lnTo>
                  <a:lnTo>
                    <a:pt x="5404755" y="1469621"/>
                  </a:lnTo>
                  <a:lnTo>
                    <a:pt x="5382264" y="1430527"/>
                  </a:lnTo>
                  <a:lnTo>
                    <a:pt x="5359184" y="1391822"/>
                  </a:lnTo>
                  <a:lnTo>
                    <a:pt x="5335521" y="1353509"/>
                  </a:lnTo>
                  <a:lnTo>
                    <a:pt x="5311280" y="1315596"/>
                  </a:lnTo>
                  <a:lnTo>
                    <a:pt x="5286469" y="1278088"/>
                  </a:lnTo>
                  <a:lnTo>
                    <a:pt x="5261092" y="1240993"/>
                  </a:lnTo>
                  <a:lnTo>
                    <a:pt x="5235157" y="1204314"/>
                  </a:lnTo>
                  <a:lnTo>
                    <a:pt x="5208670" y="1168060"/>
                  </a:lnTo>
                  <a:lnTo>
                    <a:pt x="5181636" y="1132236"/>
                  </a:lnTo>
                  <a:lnTo>
                    <a:pt x="5154061" y="1096849"/>
                  </a:lnTo>
                  <a:lnTo>
                    <a:pt x="5125952" y="1061903"/>
                  </a:lnTo>
                  <a:lnTo>
                    <a:pt x="5097316" y="1027406"/>
                  </a:lnTo>
                  <a:lnTo>
                    <a:pt x="5068157" y="993364"/>
                  </a:lnTo>
                  <a:lnTo>
                    <a:pt x="5038482" y="959782"/>
                  </a:lnTo>
                  <a:lnTo>
                    <a:pt x="5008298" y="926667"/>
                  </a:lnTo>
                  <a:lnTo>
                    <a:pt x="4977610" y="894025"/>
                  </a:lnTo>
                  <a:lnTo>
                    <a:pt x="4946425" y="861862"/>
                  </a:lnTo>
                  <a:lnTo>
                    <a:pt x="4914748" y="830185"/>
                  </a:lnTo>
                  <a:lnTo>
                    <a:pt x="4882586" y="798998"/>
                  </a:lnTo>
                  <a:lnTo>
                    <a:pt x="4849945" y="768310"/>
                  </a:lnTo>
                  <a:lnTo>
                    <a:pt x="4816832" y="738125"/>
                  </a:lnTo>
                  <a:lnTo>
                    <a:pt x="4783251" y="708449"/>
                  </a:lnTo>
                  <a:lnTo>
                    <a:pt x="4749210" y="679290"/>
                  </a:lnTo>
                  <a:lnTo>
                    <a:pt x="4714714" y="650652"/>
                  </a:lnTo>
                  <a:lnTo>
                    <a:pt x="4679770" y="622543"/>
                  </a:lnTo>
                  <a:lnTo>
                    <a:pt x="4644383" y="594967"/>
                  </a:lnTo>
                  <a:lnTo>
                    <a:pt x="4608561" y="567933"/>
                  </a:lnTo>
                  <a:lnTo>
                    <a:pt x="4572308" y="541444"/>
                  </a:lnTo>
                  <a:lnTo>
                    <a:pt x="4535631" y="515509"/>
                  </a:lnTo>
                  <a:lnTo>
                    <a:pt x="4498537" y="490132"/>
                  </a:lnTo>
                  <a:lnTo>
                    <a:pt x="4461031" y="465320"/>
                  </a:lnTo>
                  <a:lnTo>
                    <a:pt x="4423119" y="441079"/>
                  </a:lnTo>
                  <a:lnTo>
                    <a:pt x="4384808" y="417415"/>
                  </a:lnTo>
                  <a:lnTo>
                    <a:pt x="4346104" y="394335"/>
                  </a:lnTo>
                  <a:lnTo>
                    <a:pt x="4307013" y="371843"/>
                  </a:lnTo>
                  <a:lnTo>
                    <a:pt x="4267540" y="349948"/>
                  </a:lnTo>
                  <a:lnTo>
                    <a:pt x="4227693" y="328654"/>
                  </a:lnTo>
                  <a:lnTo>
                    <a:pt x="4187477" y="307968"/>
                  </a:lnTo>
                  <a:lnTo>
                    <a:pt x="4146899" y="287895"/>
                  </a:lnTo>
                  <a:lnTo>
                    <a:pt x="4105964" y="268443"/>
                  </a:lnTo>
                  <a:lnTo>
                    <a:pt x="4064678" y="249617"/>
                  </a:lnTo>
                  <a:lnTo>
                    <a:pt x="4023049" y="231423"/>
                  </a:lnTo>
                  <a:lnTo>
                    <a:pt x="3981081" y="213868"/>
                  </a:lnTo>
                  <a:lnTo>
                    <a:pt x="3938781" y="196957"/>
                  </a:lnTo>
                  <a:lnTo>
                    <a:pt x="3896156" y="180697"/>
                  </a:lnTo>
                  <a:lnTo>
                    <a:pt x="3853211" y="165094"/>
                  </a:lnTo>
                  <a:lnTo>
                    <a:pt x="3809952" y="150153"/>
                  </a:lnTo>
                  <a:lnTo>
                    <a:pt x="3766385" y="135882"/>
                  </a:lnTo>
                  <a:lnTo>
                    <a:pt x="3722518" y="122286"/>
                  </a:lnTo>
                  <a:lnTo>
                    <a:pt x="3678355" y="109371"/>
                  </a:lnTo>
                  <a:lnTo>
                    <a:pt x="3633903" y="97144"/>
                  </a:lnTo>
                  <a:lnTo>
                    <a:pt x="3589168" y="85610"/>
                  </a:lnTo>
                  <a:lnTo>
                    <a:pt x="3544157" y="74776"/>
                  </a:lnTo>
                  <a:lnTo>
                    <a:pt x="3498874" y="64648"/>
                  </a:lnTo>
                  <a:lnTo>
                    <a:pt x="3453328" y="55231"/>
                  </a:lnTo>
                  <a:lnTo>
                    <a:pt x="3407522" y="46533"/>
                  </a:lnTo>
                  <a:lnTo>
                    <a:pt x="3361465" y="38559"/>
                  </a:lnTo>
                  <a:lnTo>
                    <a:pt x="3315161" y="31316"/>
                  </a:lnTo>
                  <a:lnTo>
                    <a:pt x="3268617" y="24808"/>
                  </a:lnTo>
                  <a:lnTo>
                    <a:pt x="3221839" y="19044"/>
                  </a:lnTo>
                  <a:lnTo>
                    <a:pt x="3174834" y="14028"/>
                  </a:lnTo>
                  <a:lnTo>
                    <a:pt x="3127607" y="9767"/>
                  </a:lnTo>
                  <a:lnTo>
                    <a:pt x="3080164" y="6267"/>
                  </a:lnTo>
                  <a:lnTo>
                    <a:pt x="3032512" y="3534"/>
                  </a:lnTo>
                  <a:lnTo>
                    <a:pt x="2984657" y="1575"/>
                  </a:lnTo>
                  <a:lnTo>
                    <a:pt x="2936604" y="394"/>
                  </a:lnTo>
                  <a:lnTo>
                    <a:pt x="2888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4139508" y="0"/>
            <a:ext cx="10009505" cy="2385695"/>
            <a:chOff x="4139508" y="0"/>
            <a:chExt cx="10009505" cy="2385695"/>
          </a:xfrm>
        </p:grpSpPr>
        <p:sp>
          <p:nvSpPr>
            <p:cNvPr id="10" name="object 10"/>
            <p:cNvSpPr/>
            <p:nvPr/>
          </p:nvSpPr>
          <p:spPr>
            <a:xfrm>
              <a:off x="4139508" y="0"/>
              <a:ext cx="10009505" cy="2385695"/>
            </a:xfrm>
            <a:custGeom>
              <a:avLst/>
              <a:gdLst/>
              <a:ahLst/>
              <a:cxnLst/>
              <a:rect l="l" t="t" r="r" b="b"/>
              <a:pathLst>
                <a:path w="10009505" h="2385695">
                  <a:moveTo>
                    <a:pt x="10008982" y="0"/>
                  </a:moveTo>
                  <a:lnTo>
                    <a:pt x="0" y="0"/>
                  </a:lnTo>
                  <a:lnTo>
                    <a:pt x="17973" y="22120"/>
                  </a:lnTo>
                  <a:lnTo>
                    <a:pt x="49481" y="60298"/>
                  </a:lnTo>
                  <a:lnTo>
                    <a:pt x="81275" y="98229"/>
                  </a:lnTo>
                  <a:lnTo>
                    <a:pt x="113354" y="135911"/>
                  </a:lnTo>
                  <a:lnTo>
                    <a:pt x="145717" y="173344"/>
                  </a:lnTo>
                  <a:lnTo>
                    <a:pt x="178361" y="210524"/>
                  </a:lnTo>
                  <a:lnTo>
                    <a:pt x="211286" y="247450"/>
                  </a:lnTo>
                  <a:lnTo>
                    <a:pt x="244489" y="284121"/>
                  </a:lnTo>
                  <a:lnTo>
                    <a:pt x="277969" y="320536"/>
                  </a:lnTo>
                  <a:lnTo>
                    <a:pt x="311724" y="356692"/>
                  </a:lnTo>
                  <a:lnTo>
                    <a:pt x="345752" y="392587"/>
                  </a:lnTo>
                  <a:lnTo>
                    <a:pt x="380052" y="428221"/>
                  </a:lnTo>
                  <a:lnTo>
                    <a:pt x="414623" y="463592"/>
                  </a:lnTo>
                  <a:lnTo>
                    <a:pt x="449461" y="498697"/>
                  </a:lnTo>
                  <a:lnTo>
                    <a:pt x="484567" y="533535"/>
                  </a:lnTo>
                  <a:lnTo>
                    <a:pt x="519938" y="568105"/>
                  </a:lnTo>
                  <a:lnTo>
                    <a:pt x="555572" y="602405"/>
                  </a:lnTo>
                  <a:lnTo>
                    <a:pt x="591468" y="636432"/>
                  </a:lnTo>
                  <a:lnTo>
                    <a:pt x="627624" y="670187"/>
                  </a:lnTo>
                  <a:lnTo>
                    <a:pt x="664039" y="703666"/>
                  </a:lnTo>
                  <a:lnTo>
                    <a:pt x="700711" y="736868"/>
                  </a:lnTo>
                  <a:lnTo>
                    <a:pt x="737638" y="769793"/>
                  </a:lnTo>
                  <a:lnTo>
                    <a:pt x="774818" y="802436"/>
                  </a:lnTo>
                  <a:lnTo>
                    <a:pt x="812251" y="834799"/>
                  </a:lnTo>
                  <a:lnTo>
                    <a:pt x="849934" y="866877"/>
                  </a:lnTo>
                  <a:lnTo>
                    <a:pt x="887865" y="898671"/>
                  </a:lnTo>
                  <a:lnTo>
                    <a:pt x="926043" y="930178"/>
                  </a:lnTo>
                  <a:lnTo>
                    <a:pt x="964466" y="961397"/>
                  </a:lnTo>
                  <a:lnTo>
                    <a:pt x="1003133" y="992325"/>
                  </a:lnTo>
                  <a:lnTo>
                    <a:pt x="1042042" y="1022962"/>
                  </a:lnTo>
                  <a:lnTo>
                    <a:pt x="1081192" y="1053306"/>
                  </a:lnTo>
                  <a:lnTo>
                    <a:pt x="1120580" y="1083354"/>
                  </a:lnTo>
                  <a:lnTo>
                    <a:pt x="1160205" y="1113106"/>
                  </a:lnTo>
                  <a:lnTo>
                    <a:pt x="1200065" y="1142560"/>
                  </a:lnTo>
                  <a:lnTo>
                    <a:pt x="1240159" y="1171713"/>
                  </a:lnTo>
                  <a:lnTo>
                    <a:pt x="1280485" y="1200565"/>
                  </a:lnTo>
                  <a:lnTo>
                    <a:pt x="1321041" y="1229113"/>
                  </a:lnTo>
                  <a:lnTo>
                    <a:pt x="1361826" y="1257357"/>
                  </a:lnTo>
                  <a:lnTo>
                    <a:pt x="1402838" y="1285294"/>
                  </a:lnTo>
                  <a:lnTo>
                    <a:pt x="1444075" y="1312923"/>
                  </a:lnTo>
                  <a:lnTo>
                    <a:pt x="1485536" y="1340242"/>
                  </a:lnTo>
                  <a:lnTo>
                    <a:pt x="1527219" y="1367249"/>
                  </a:lnTo>
                  <a:lnTo>
                    <a:pt x="1569123" y="1393943"/>
                  </a:lnTo>
                  <a:lnTo>
                    <a:pt x="1611245" y="1420322"/>
                  </a:lnTo>
                  <a:lnTo>
                    <a:pt x="1653584" y="1446384"/>
                  </a:lnTo>
                  <a:lnTo>
                    <a:pt x="1696139" y="1472128"/>
                  </a:lnTo>
                  <a:lnTo>
                    <a:pt x="1738908" y="1497553"/>
                  </a:lnTo>
                  <a:lnTo>
                    <a:pt x="1781888" y="1522655"/>
                  </a:lnTo>
                  <a:lnTo>
                    <a:pt x="1825079" y="1547435"/>
                  </a:lnTo>
                  <a:lnTo>
                    <a:pt x="1868479" y="1571890"/>
                  </a:lnTo>
                  <a:lnTo>
                    <a:pt x="1912086" y="1596018"/>
                  </a:lnTo>
                  <a:lnTo>
                    <a:pt x="1955899" y="1619818"/>
                  </a:lnTo>
                  <a:lnTo>
                    <a:pt x="1999915" y="1643288"/>
                  </a:lnTo>
                  <a:lnTo>
                    <a:pt x="2044134" y="1666427"/>
                  </a:lnTo>
                  <a:lnTo>
                    <a:pt x="2088553" y="1689233"/>
                  </a:lnTo>
                  <a:lnTo>
                    <a:pt x="2133170" y="1711704"/>
                  </a:lnTo>
                  <a:lnTo>
                    <a:pt x="2177985" y="1733838"/>
                  </a:lnTo>
                  <a:lnTo>
                    <a:pt x="2222996" y="1755634"/>
                  </a:lnTo>
                  <a:lnTo>
                    <a:pt x="2268200" y="1777091"/>
                  </a:lnTo>
                  <a:lnTo>
                    <a:pt x="2313597" y="1798206"/>
                  </a:lnTo>
                  <a:lnTo>
                    <a:pt x="2359184" y="1818978"/>
                  </a:lnTo>
                  <a:lnTo>
                    <a:pt x="2404960" y="1839405"/>
                  </a:lnTo>
                  <a:lnTo>
                    <a:pt x="2450924" y="1859486"/>
                  </a:lnTo>
                  <a:lnTo>
                    <a:pt x="2497072" y="1879219"/>
                  </a:lnTo>
                  <a:lnTo>
                    <a:pt x="2543405" y="1898602"/>
                  </a:lnTo>
                  <a:lnTo>
                    <a:pt x="2589920" y="1917633"/>
                  </a:lnTo>
                  <a:lnTo>
                    <a:pt x="2636616" y="1936312"/>
                  </a:lnTo>
                  <a:lnTo>
                    <a:pt x="2683491" y="1954636"/>
                  </a:lnTo>
                  <a:lnTo>
                    <a:pt x="2730543" y="1972603"/>
                  </a:lnTo>
                  <a:lnTo>
                    <a:pt x="2777770" y="1990213"/>
                  </a:lnTo>
                  <a:lnTo>
                    <a:pt x="2825172" y="2007463"/>
                  </a:lnTo>
                  <a:lnTo>
                    <a:pt x="2872746" y="2024351"/>
                  </a:lnTo>
                  <a:lnTo>
                    <a:pt x="2920490" y="2040877"/>
                  </a:lnTo>
                  <a:lnTo>
                    <a:pt x="2968404" y="2057038"/>
                  </a:lnTo>
                  <a:lnTo>
                    <a:pt x="3016484" y="2072832"/>
                  </a:lnTo>
                  <a:lnTo>
                    <a:pt x="3064731" y="2088259"/>
                  </a:lnTo>
                  <a:lnTo>
                    <a:pt x="3113142" y="2103316"/>
                  </a:lnTo>
                  <a:lnTo>
                    <a:pt x="3161715" y="2118002"/>
                  </a:lnTo>
                  <a:lnTo>
                    <a:pt x="3210448" y="2132315"/>
                  </a:lnTo>
                  <a:lnTo>
                    <a:pt x="3259341" y="2146253"/>
                  </a:lnTo>
                  <a:lnTo>
                    <a:pt x="3308391" y="2159815"/>
                  </a:lnTo>
                  <a:lnTo>
                    <a:pt x="3357597" y="2172999"/>
                  </a:lnTo>
                  <a:lnTo>
                    <a:pt x="3406957" y="2185804"/>
                  </a:lnTo>
                  <a:lnTo>
                    <a:pt x="3456469" y="2198227"/>
                  </a:lnTo>
                  <a:lnTo>
                    <a:pt x="3506132" y="2210268"/>
                  </a:lnTo>
                  <a:lnTo>
                    <a:pt x="3555944" y="2221924"/>
                  </a:lnTo>
                  <a:lnTo>
                    <a:pt x="3605904" y="2233194"/>
                  </a:lnTo>
                  <a:lnTo>
                    <a:pt x="3656009" y="2244076"/>
                  </a:lnTo>
                  <a:lnTo>
                    <a:pt x="3706259" y="2254568"/>
                  </a:lnTo>
                  <a:lnTo>
                    <a:pt x="3756651" y="2264669"/>
                  </a:lnTo>
                  <a:lnTo>
                    <a:pt x="3807184" y="2274378"/>
                  </a:lnTo>
                  <a:lnTo>
                    <a:pt x="3857856" y="2283692"/>
                  </a:lnTo>
                  <a:lnTo>
                    <a:pt x="3908665" y="2292609"/>
                  </a:lnTo>
                  <a:lnTo>
                    <a:pt x="3959611" y="2301130"/>
                  </a:lnTo>
                  <a:lnTo>
                    <a:pt x="4010690" y="2309250"/>
                  </a:lnTo>
                  <a:lnTo>
                    <a:pt x="4061902" y="2316970"/>
                  </a:lnTo>
                  <a:lnTo>
                    <a:pt x="4113245" y="2324286"/>
                  </a:lnTo>
                  <a:lnTo>
                    <a:pt x="4164717" y="2331199"/>
                  </a:lnTo>
                  <a:lnTo>
                    <a:pt x="4216317" y="2337705"/>
                  </a:lnTo>
                  <a:lnTo>
                    <a:pt x="4268043" y="2343803"/>
                  </a:lnTo>
                  <a:lnTo>
                    <a:pt x="4319893" y="2349492"/>
                  </a:lnTo>
                  <a:lnTo>
                    <a:pt x="4371865" y="2354770"/>
                  </a:lnTo>
                  <a:lnTo>
                    <a:pt x="4423958" y="2359636"/>
                  </a:lnTo>
                  <a:lnTo>
                    <a:pt x="4476171" y="2364086"/>
                  </a:lnTo>
                  <a:lnTo>
                    <a:pt x="4528501" y="2368121"/>
                  </a:lnTo>
                  <a:lnTo>
                    <a:pt x="4580947" y="2371739"/>
                  </a:lnTo>
                  <a:lnTo>
                    <a:pt x="4633507" y="2374936"/>
                  </a:lnTo>
                  <a:lnTo>
                    <a:pt x="4686180" y="2377713"/>
                  </a:lnTo>
                  <a:lnTo>
                    <a:pt x="4738964" y="2380067"/>
                  </a:lnTo>
                  <a:lnTo>
                    <a:pt x="4791858" y="2381997"/>
                  </a:lnTo>
                  <a:lnTo>
                    <a:pt x="4844859" y="2383501"/>
                  </a:lnTo>
                  <a:lnTo>
                    <a:pt x="4897966" y="2384577"/>
                  </a:lnTo>
                  <a:lnTo>
                    <a:pt x="4951177" y="2385224"/>
                  </a:lnTo>
                  <a:lnTo>
                    <a:pt x="5004491" y="2385441"/>
                  </a:lnTo>
                  <a:lnTo>
                    <a:pt x="5057805" y="2385224"/>
                  </a:lnTo>
                  <a:lnTo>
                    <a:pt x="5111016" y="2384577"/>
                  </a:lnTo>
                  <a:lnTo>
                    <a:pt x="5164123" y="2383501"/>
                  </a:lnTo>
                  <a:lnTo>
                    <a:pt x="5217124" y="2381997"/>
                  </a:lnTo>
                  <a:lnTo>
                    <a:pt x="5270017" y="2380067"/>
                  </a:lnTo>
                  <a:lnTo>
                    <a:pt x="5322801" y="2377713"/>
                  </a:lnTo>
                  <a:lnTo>
                    <a:pt x="5375475" y="2374936"/>
                  </a:lnTo>
                  <a:lnTo>
                    <a:pt x="5428035" y="2371739"/>
                  </a:lnTo>
                  <a:lnTo>
                    <a:pt x="5480481" y="2368121"/>
                  </a:lnTo>
                  <a:lnTo>
                    <a:pt x="5532811" y="2364086"/>
                  </a:lnTo>
                  <a:lnTo>
                    <a:pt x="5585024" y="2359636"/>
                  </a:lnTo>
                  <a:lnTo>
                    <a:pt x="5637117" y="2354770"/>
                  </a:lnTo>
                  <a:lnTo>
                    <a:pt x="5689089" y="2349492"/>
                  </a:lnTo>
                  <a:lnTo>
                    <a:pt x="5740939" y="2343803"/>
                  </a:lnTo>
                  <a:lnTo>
                    <a:pt x="5792665" y="2337705"/>
                  </a:lnTo>
                  <a:lnTo>
                    <a:pt x="5844265" y="2331199"/>
                  </a:lnTo>
                  <a:lnTo>
                    <a:pt x="5895737" y="2324286"/>
                  </a:lnTo>
                  <a:lnTo>
                    <a:pt x="5947080" y="2316970"/>
                  </a:lnTo>
                  <a:lnTo>
                    <a:pt x="5998292" y="2309250"/>
                  </a:lnTo>
                  <a:lnTo>
                    <a:pt x="6049371" y="2301130"/>
                  </a:lnTo>
                  <a:lnTo>
                    <a:pt x="6100317" y="2292609"/>
                  </a:lnTo>
                  <a:lnTo>
                    <a:pt x="6151126" y="2283692"/>
                  </a:lnTo>
                  <a:lnTo>
                    <a:pt x="6201798" y="2274378"/>
                  </a:lnTo>
                  <a:lnTo>
                    <a:pt x="6252331" y="2264669"/>
                  </a:lnTo>
                  <a:lnTo>
                    <a:pt x="6302723" y="2254568"/>
                  </a:lnTo>
                  <a:lnTo>
                    <a:pt x="6352973" y="2244076"/>
                  </a:lnTo>
                  <a:lnTo>
                    <a:pt x="6403078" y="2233194"/>
                  </a:lnTo>
                  <a:lnTo>
                    <a:pt x="6453038" y="2221924"/>
                  </a:lnTo>
                  <a:lnTo>
                    <a:pt x="6502850" y="2210268"/>
                  </a:lnTo>
                  <a:lnTo>
                    <a:pt x="6552513" y="2198227"/>
                  </a:lnTo>
                  <a:lnTo>
                    <a:pt x="6602025" y="2185804"/>
                  </a:lnTo>
                  <a:lnTo>
                    <a:pt x="6651385" y="2172999"/>
                  </a:lnTo>
                  <a:lnTo>
                    <a:pt x="6700591" y="2159815"/>
                  </a:lnTo>
                  <a:lnTo>
                    <a:pt x="6749641" y="2146253"/>
                  </a:lnTo>
                  <a:lnTo>
                    <a:pt x="6798534" y="2132315"/>
                  </a:lnTo>
                  <a:lnTo>
                    <a:pt x="6847267" y="2118002"/>
                  </a:lnTo>
                  <a:lnTo>
                    <a:pt x="6895840" y="2103316"/>
                  </a:lnTo>
                  <a:lnTo>
                    <a:pt x="6944251" y="2088259"/>
                  </a:lnTo>
                  <a:lnTo>
                    <a:pt x="6992497" y="2072832"/>
                  </a:lnTo>
                  <a:lnTo>
                    <a:pt x="7040578" y="2057038"/>
                  </a:lnTo>
                  <a:lnTo>
                    <a:pt x="7088492" y="2040877"/>
                  </a:lnTo>
                  <a:lnTo>
                    <a:pt x="7136236" y="2024351"/>
                  </a:lnTo>
                  <a:lnTo>
                    <a:pt x="7183810" y="2007463"/>
                  </a:lnTo>
                  <a:lnTo>
                    <a:pt x="7231212" y="1990213"/>
                  </a:lnTo>
                  <a:lnTo>
                    <a:pt x="7278439" y="1972603"/>
                  </a:lnTo>
                  <a:lnTo>
                    <a:pt x="7325491" y="1954636"/>
                  </a:lnTo>
                  <a:lnTo>
                    <a:pt x="7372366" y="1936312"/>
                  </a:lnTo>
                  <a:lnTo>
                    <a:pt x="7419062" y="1917633"/>
                  </a:lnTo>
                  <a:lnTo>
                    <a:pt x="7465577" y="1898602"/>
                  </a:lnTo>
                  <a:lnTo>
                    <a:pt x="7511910" y="1879219"/>
                  </a:lnTo>
                  <a:lnTo>
                    <a:pt x="7558058" y="1859486"/>
                  </a:lnTo>
                  <a:lnTo>
                    <a:pt x="7604022" y="1839405"/>
                  </a:lnTo>
                  <a:lnTo>
                    <a:pt x="7649798" y="1818978"/>
                  </a:lnTo>
                  <a:lnTo>
                    <a:pt x="7695385" y="1798206"/>
                  </a:lnTo>
                  <a:lnTo>
                    <a:pt x="7740782" y="1777091"/>
                  </a:lnTo>
                  <a:lnTo>
                    <a:pt x="7785986" y="1755634"/>
                  </a:lnTo>
                  <a:lnTo>
                    <a:pt x="7830997" y="1733838"/>
                  </a:lnTo>
                  <a:lnTo>
                    <a:pt x="7875812" y="1711704"/>
                  </a:lnTo>
                  <a:lnTo>
                    <a:pt x="7920429" y="1689233"/>
                  </a:lnTo>
                  <a:lnTo>
                    <a:pt x="7964848" y="1666427"/>
                  </a:lnTo>
                  <a:lnTo>
                    <a:pt x="8009067" y="1643288"/>
                  </a:lnTo>
                  <a:lnTo>
                    <a:pt x="8053083" y="1619818"/>
                  </a:lnTo>
                  <a:lnTo>
                    <a:pt x="8096896" y="1596018"/>
                  </a:lnTo>
                  <a:lnTo>
                    <a:pt x="8140503" y="1571890"/>
                  </a:lnTo>
                  <a:lnTo>
                    <a:pt x="8183903" y="1547435"/>
                  </a:lnTo>
                  <a:lnTo>
                    <a:pt x="8227094" y="1522655"/>
                  </a:lnTo>
                  <a:lnTo>
                    <a:pt x="8270074" y="1497553"/>
                  </a:lnTo>
                  <a:lnTo>
                    <a:pt x="8312843" y="1472128"/>
                  </a:lnTo>
                  <a:lnTo>
                    <a:pt x="8355398" y="1446384"/>
                  </a:lnTo>
                  <a:lnTo>
                    <a:pt x="8397737" y="1420322"/>
                  </a:lnTo>
                  <a:lnTo>
                    <a:pt x="8439859" y="1393943"/>
                  </a:lnTo>
                  <a:lnTo>
                    <a:pt x="8481763" y="1367249"/>
                  </a:lnTo>
                  <a:lnTo>
                    <a:pt x="8523446" y="1340242"/>
                  </a:lnTo>
                  <a:lnTo>
                    <a:pt x="8564907" y="1312923"/>
                  </a:lnTo>
                  <a:lnTo>
                    <a:pt x="8606144" y="1285294"/>
                  </a:lnTo>
                  <a:lnTo>
                    <a:pt x="8647156" y="1257357"/>
                  </a:lnTo>
                  <a:lnTo>
                    <a:pt x="8687941" y="1229113"/>
                  </a:lnTo>
                  <a:lnTo>
                    <a:pt x="8728497" y="1200565"/>
                  </a:lnTo>
                  <a:lnTo>
                    <a:pt x="8768823" y="1171713"/>
                  </a:lnTo>
                  <a:lnTo>
                    <a:pt x="8808917" y="1142560"/>
                  </a:lnTo>
                  <a:lnTo>
                    <a:pt x="8848777" y="1113106"/>
                  </a:lnTo>
                  <a:lnTo>
                    <a:pt x="8888402" y="1083354"/>
                  </a:lnTo>
                  <a:lnTo>
                    <a:pt x="8927790" y="1053306"/>
                  </a:lnTo>
                  <a:lnTo>
                    <a:pt x="8966940" y="1022962"/>
                  </a:lnTo>
                  <a:lnTo>
                    <a:pt x="9005849" y="992325"/>
                  </a:lnTo>
                  <a:lnTo>
                    <a:pt x="9044516" y="961397"/>
                  </a:lnTo>
                  <a:lnTo>
                    <a:pt x="9082939" y="930178"/>
                  </a:lnTo>
                  <a:lnTo>
                    <a:pt x="9121117" y="898671"/>
                  </a:lnTo>
                  <a:lnTo>
                    <a:pt x="9159048" y="866877"/>
                  </a:lnTo>
                  <a:lnTo>
                    <a:pt x="9196731" y="834799"/>
                  </a:lnTo>
                  <a:lnTo>
                    <a:pt x="9234163" y="802436"/>
                  </a:lnTo>
                  <a:lnTo>
                    <a:pt x="9271344" y="769793"/>
                  </a:lnTo>
                  <a:lnTo>
                    <a:pt x="9308271" y="736868"/>
                  </a:lnTo>
                  <a:lnTo>
                    <a:pt x="9344943" y="703666"/>
                  </a:lnTo>
                  <a:lnTo>
                    <a:pt x="9381358" y="670187"/>
                  </a:lnTo>
                  <a:lnTo>
                    <a:pt x="9417514" y="636432"/>
                  </a:lnTo>
                  <a:lnTo>
                    <a:pt x="9453410" y="602405"/>
                  </a:lnTo>
                  <a:lnTo>
                    <a:pt x="9489044" y="568105"/>
                  </a:lnTo>
                  <a:lnTo>
                    <a:pt x="9524415" y="533535"/>
                  </a:lnTo>
                  <a:lnTo>
                    <a:pt x="9559521" y="498697"/>
                  </a:lnTo>
                  <a:lnTo>
                    <a:pt x="9594359" y="463592"/>
                  </a:lnTo>
                  <a:lnTo>
                    <a:pt x="9628930" y="428221"/>
                  </a:lnTo>
                  <a:lnTo>
                    <a:pt x="9663230" y="392587"/>
                  </a:lnTo>
                  <a:lnTo>
                    <a:pt x="9697258" y="356692"/>
                  </a:lnTo>
                  <a:lnTo>
                    <a:pt x="9731013" y="320536"/>
                  </a:lnTo>
                  <a:lnTo>
                    <a:pt x="9764493" y="284121"/>
                  </a:lnTo>
                  <a:lnTo>
                    <a:pt x="9797696" y="247450"/>
                  </a:lnTo>
                  <a:lnTo>
                    <a:pt x="9830620" y="210524"/>
                  </a:lnTo>
                  <a:lnTo>
                    <a:pt x="9863265" y="173344"/>
                  </a:lnTo>
                  <a:lnTo>
                    <a:pt x="9895628" y="135911"/>
                  </a:lnTo>
                  <a:lnTo>
                    <a:pt x="9927707" y="98229"/>
                  </a:lnTo>
                  <a:lnTo>
                    <a:pt x="9959501" y="60298"/>
                  </a:lnTo>
                  <a:lnTo>
                    <a:pt x="9991009" y="22120"/>
                  </a:lnTo>
                  <a:lnTo>
                    <a:pt x="10008982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499488" y="0"/>
              <a:ext cx="7289165" cy="1397000"/>
            </a:xfrm>
            <a:custGeom>
              <a:avLst/>
              <a:gdLst/>
              <a:ahLst/>
              <a:cxnLst/>
              <a:rect l="l" t="t" r="r" b="b"/>
              <a:pathLst>
                <a:path w="7289165" h="1397000">
                  <a:moveTo>
                    <a:pt x="7289022" y="0"/>
                  </a:moveTo>
                  <a:lnTo>
                    <a:pt x="0" y="0"/>
                  </a:lnTo>
                  <a:lnTo>
                    <a:pt x="33241" y="29645"/>
                  </a:lnTo>
                  <a:lnTo>
                    <a:pt x="66914" y="59186"/>
                  </a:lnTo>
                  <a:lnTo>
                    <a:pt x="100832" y="88453"/>
                  </a:lnTo>
                  <a:lnTo>
                    <a:pt x="134991" y="117446"/>
                  </a:lnTo>
                  <a:lnTo>
                    <a:pt x="169391" y="146163"/>
                  </a:lnTo>
                  <a:lnTo>
                    <a:pt x="204030" y="174602"/>
                  </a:lnTo>
                  <a:lnTo>
                    <a:pt x="238905" y="202760"/>
                  </a:lnTo>
                  <a:lnTo>
                    <a:pt x="274016" y="230638"/>
                  </a:lnTo>
                  <a:lnTo>
                    <a:pt x="309360" y="258231"/>
                  </a:lnTo>
                  <a:lnTo>
                    <a:pt x="344936" y="285540"/>
                  </a:lnTo>
                  <a:lnTo>
                    <a:pt x="380742" y="312563"/>
                  </a:lnTo>
                  <a:lnTo>
                    <a:pt x="416776" y="339296"/>
                  </a:lnTo>
                  <a:lnTo>
                    <a:pt x="453037" y="365740"/>
                  </a:lnTo>
                  <a:lnTo>
                    <a:pt x="489523" y="391892"/>
                  </a:lnTo>
                  <a:lnTo>
                    <a:pt x="526232" y="417750"/>
                  </a:lnTo>
                  <a:lnTo>
                    <a:pt x="563162" y="443313"/>
                  </a:lnTo>
                  <a:lnTo>
                    <a:pt x="600312" y="468579"/>
                  </a:lnTo>
                  <a:lnTo>
                    <a:pt x="637680" y="493546"/>
                  </a:lnTo>
                  <a:lnTo>
                    <a:pt x="675265" y="518213"/>
                  </a:lnTo>
                  <a:lnTo>
                    <a:pt x="713064" y="542578"/>
                  </a:lnTo>
                  <a:lnTo>
                    <a:pt x="751076" y="566639"/>
                  </a:lnTo>
                  <a:lnTo>
                    <a:pt x="789299" y="590394"/>
                  </a:lnTo>
                  <a:lnTo>
                    <a:pt x="827732" y="613842"/>
                  </a:lnTo>
                  <a:lnTo>
                    <a:pt x="866372" y="636980"/>
                  </a:lnTo>
                  <a:lnTo>
                    <a:pt x="905218" y="659809"/>
                  </a:lnTo>
                  <a:lnTo>
                    <a:pt x="944269" y="682324"/>
                  </a:lnTo>
                  <a:lnTo>
                    <a:pt x="983522" y="704526"/>
                  </a:lnTo>
                  <a:lnTo>
                    <a:pt x="1022976" y="726411"/>
                  </a:lnTo>
                  <a:lnTo>
                    <a:pt x="1062629" y="747979"/>
                  </a:lnTo>
                  <a:lnTo>
                    <a:pt x="1102480" y="769228"/>
                  </a:lnTo>
                  <a:lnTo>
                    <a:pt x="1142526" y="790156"/>
                  </a:lnTo>
                  <a:lnTo>
                    <a:pt x="1182767" y="810761"/>
                  </a:lnTo>
                  <a:lnTo>
                    <a:pt x="1223199" y="831041"/>
                  </a:lnTo>
                  <a:lnTo>
                    <a:pt x="1263822" y="850995"/>
                  </a:lnTo>
                  <a:lnTo>
                    <a:pt x="1304634" y="870621"/>
                  </a:lnTo>
                  <a:lnTo>
                    <a:pt x="1345634" y="889918"/>
                  </a:lnTo>
                  <a:lnTo>
                    <a:pt x="1386818" y="908884"/>
                  </a:lnTo>
                  <a:lnTo>
                    <a:pt x="1428187" y="927516"/>
                  </a:lnTo>
                  <a:lnTo>
                    <a:pt x="1469737" y="945813"/>
                  </a:lnTo>
                  <a:lnTo>
                    <a:pt x="1511467" y="963774"/>
                  </a:lnTo>
                  <a:lnTo>
                    <a:pt x="1553376" y="981397"/>
                  </a:lnTo>
                  <a:lnTo>
                    <a:pt x="1595462" y="998680"/>
                  </a:lnTo>
                  <a:lnTo>
                    <a:pt x="1637723" y="1015621"/>
                  </a:lnTo>
                  <a:lnTo>
                    <a:pt x="1680158" y="1032219"/>
                  </a:lnTo>
                  <a:lnTo>
                    <a:pt x="1722764" y="1048472"/>
                  </a:lnTo>
                  <a:lnTo>
                    <a:pt x="1765540" y="1064378"/>
                  </a:lnTo>
                  <a:lnTo>
                    <a:pt x="1808484" y="1079935"/>
                  </a:lnTo>
                  <a:lnTo>
                    <a:pt x="1851595" y="1095143"/>
                  </a:lnTo>
                  <a:lnTo>
                    <a:pt x="1894871" y="1109998"/>
                  </a:lnTo>
                  <a:lnTo>
                    <a:pt x="1938309" y="1124500"/>
                  </a:lnTo>
                  <a:lnTo>
                    <a:pt x="1981909" y="1138646"/>
                  </a:lnTo>
                  <a:lnTo>
                    <a:pt x="2025669" y="1152435"/>
                  </a:lnTo>
                  <a:lnTo>
                    <a:pt x="2069587" y="1165865"/>
                  </a:lnTo>
                  <a:lnTo>
                    <a:pt x="2113661" y="1178935"/>
                  </a:lnTo>
                  <a:lnTo>
                    <a:pt x="2157889" y="1191643"/>
                  </a:lnTo>
                  <a:lnTo>
                    <a:pt x="2202271" y="1203986"/>
                  </a:lnTo>
                  <a:lnTo>
                    <a:pt x="2246803" y="1215964"/>
                  </a:lnTo>
                  <a:lnTo>
                    <a:pt x="2291485" y="1227575"/>
                  </a:lnTo>
                  <a:lnTo>
                    <a:pt x="2336314" y="1238816"/>
                  </a:lnTo>
                  <a:lnTo>
                    <a:pt x="2381289" y="1249687"/>
                  </a:lnTo>
                  <a:lnTo>
                    <a:pt x="2426409" y="1260185"/>
                  </a:lnTo>
                  <a:lnTo>
                    <a:pt x="2471671" y="1270309"/>
                  </a:lnTo>
                  <a:lnTo>
                    <a:pt x="2517074" y="1280057"/>
                  </a:lnTo>
                  <a:lnTo>
                    <a:pt x="2562615" y="1289427"/>
                  </a:lnTo>
                  <a:lnTo>
                    <a:pt x="2608295" y="1298417"/>
                  </a:lnTo>
                  <a:lnTo>
                    <a:pt x="2654109" y="1307027"/>
                  </a:lnTo>
                  <a:lnTo>
                    <a:pt x="2700058" y="1315254"/>
                  </a:lnTo>
                  <a:lnTo>
                    <a:pt x="2746139" y="1323096"/>
                  </a:lnTo>
                  <a:lnTo>
                    <a:pt x="2792351" y="1330552"/>
                  </a:lnTo>
                  <a:lnTo>
                    <a:pt x="2838691" y="1337620"/>
                  </a:lnTo>
                  <a:lnTo>
                    <a:pt x="2885158" y="1344298"/>
                  </a:lnTo>
                  <a:lnTo>
                    <a:pt x="2931750" y="1350584"/>
                  </a:lnTo>
                  <a:lnTo>
                    <a:pt x="2978467" y="1356478"/>
                  </a:lnTo>
                  <a:lnTo>
                    <a:pt x="3025305" y="1361977"/>
                  </a:lnTo>
                  <a:lnTo>
                    <a:pt x="3072263" y="1367079"/>
                  </a:lnTo>
                  <a:lnTo>
                    <a:pt x="3119340" y="1371783"/>
                  </a:lnTo>
                  <a:lnTo>
                    <a:pt x="3166533" y="1376086"/>
                  </a:lnTo>
                  <a:lnTo>
                    <a:pt x="3213841" y="1379988"/>
                  </a:lnTo>
                  <a:lnTo>
                    <a:pt x="3261263" y="1383487"/>
                  </a:lnTo>
                  <a:lnTo>
                    <a:pt x="3308797" y="1386580"/>
                  </a:lnTo>
                  <a:lnTo>
                    <a:pt x="3356440" y="1389267"/>
                  </a:lnTo>
                  <a:lnTo>
                    <a:pt x="3404191" y="1391545"/>
                  </a:lnTo>
                  <a:lnTo>
                    <a:pt x="3452049" y="1393413"/>
                  </a:lnTo>
                  <a:lnTo>
                    <a:pt x="3500012" y="1394868"/>
                  </a:lnTo>
                  <a:lnTo>
                    <a:pt x="3548077" y="1395910"/>
                  </a:lnTo>
                  <a:lnTo>
                    <a:pt x="3596244" y="1396536"/>
                  </a:lnTo>
                  <a:lnTo>
                    <a:pt x="3644511" y="1396746"/>
                  </a:lnTo>
                  <a:lnTo>
                    <a:pt x="3692777" y="1396536"/>
                  </a:lnTo>
                  <a:lnTo>
                    <a:pt x="3740944" y="1395910"/>
                  </a:lnTo>
                  <a:lnTo>
                    <a:pt x="3789010" y="1394868"/>
                  </a:lnTo>
                  <a:lnTo>
                    <a:pt x="3836972" y="1393413"/>
                  </a:lnTo>
                  <a:lnTo>
                    <a:pt x="3884830" y="1391545"/>
                  </a:lnTo>
                  <a:lnTo>
                    <a:pt x="3932581" y="1389267"/>
                  </a:lnTo>
                  <a:lnTo>
                    <a:pt x="3980225" y="1386580"/>
                  </a:lnTo>
                  <a:lnTo>
                    <a:pt x="4027758" y="1383487"/>
                  </a:lnTo>
                  <a:lnTo>
                    <a:pt x="4075180" y="1379988"/>
                  </a:lnTo>
                  <a:lnTo>
                    <a:pt x="4122488" y="1376086"/>
                  </a:lnTo>
                  <a:lnTo>
                    <a:pt x="4169682" y="1371783"/>
                  </a:lnTo>
                  <a:lnTo>
                    <a:pt x="4216758" y="1367079"/>
                  </a:lnTo>
                  <a:lnTo>
                    <a:pt x="4263717" y="1361977"/>
                  </a:lnTo>
                  <a:lnTo>
                    <a:pt x="4310555" y="1356478"/>
                  </a:lnTo>
                  <a:lnTo>
                    <a:pt x="4357271" y="1350584"/>
                  </a:lnTo>
                  <a:lnTo>
                    <a:pt x="4403863" y="1344298"/>
                  </a:lnTo>
                  <a:lnTo>
                    <a:pt x="4450331" y="1337620"/>
                  </a:lnTo>
                  <a:lnTo>
                    <a:pt x="4496671" y="1330552"/>
                  </a:lnTo>
                  <a:lnTo>
                    <a:pt x="4542882" y="1323096"/>
                  </a:lnTo>
                  <a:lnTo>
                    <a:pt x="4588963" y="1315254"/>
                  </a:lnTo>
                  <a:lnTo>
                    <a:pt x="4634912" y="1307027"/>
                  </a:lnTo>
                  <a:lnTo>
                    <a:pt x="4680727" y="1298417"/>
                  </a:lnTo>
                  <a:lnTo>
                    <a:pt x="4726406" y="1289427"/>
                  </a:lnTo>
                  <a:lnTo>
                    <a:pt x="4771948" y="1280057"/>
                  </a:lnTo>
                  <a:lnTo>
                    <a:pt x="4817350" y="1270309"/>
                  </a:lnTo>
                  <a:lnTo>
                    <a:pt x="4862612" y="1260185"/>
                  </a:lnTo>
                  <a:lnTo>
                    <a:pt x="4907732" y="1249687"/>
                  </a:lnTo>
                  <a:lnTo>
                    <a:pt x="4952707" y="1238816"/>
                  </a:lnTo>
                  <a:lnTo>
                    <a:pt x="4997537" y="1227575"/>
                  </a:lnTo>
                  <a:lnTo>
                    <a:pt x="5042218" y="1215964"/>
                  </a:lnTo>
                  <a:lnTo>
                    <a:pt x="5086751" y="1203986"/>
                  </a:lnTo>
                  <a:lnTo>
                    <a:pt x="5131132" y="1191643"/>
                  </a:lnTo>
                  <a:lnTo>
                    <a:pt x="5175360" y="1178935"/>
                  </a:lnTo>
                  <a:lnTo>
                    <a:pt x="5219434" y="1165865"/>
                  </a:lnTo>
                  <a:lnTo>
                    <a:pt x="5263352" y="1152435"/>
                  </a:lnTo>
                  <a:lnTo>
                    <a:pt x="5307112" y="1138646"/>
                  </a:lnTo>
                  <a:lnTo>
                    <a:pt x="5350712" y="1124500"/>
                  </a:lnTo>
                  <a:lnTo>
                    <a:pt x="5394151" y="1109998"/>
                  </a:lnTo>
                  <a:lnTo>
                    <a:pt x="5437426" y="1095143"/>
                  </a:lnTo>
                  <a:lnTo>
                    <a:pt x="5480537" y="1079935"/>
                  </a:lnTo>
                  <a:lnTo>
                    <a:pt x="5523481" y="1064378"/>
                  </a:lnTo>
                  <a:lnTo>
                    <a:pt x="5566258" y="1048472"/>
                  </a:lnTo>
                  <a:lnTo>
                    <a:pt x="5608864" y="1032219"/>
                  </a:lnTo>
                  <a:lnTo>
                    <a:pt x="5651298" y="1015621"/>
                  </a:lnTo>
                  <a:lnTo>
                    <a:pt x="5693559" y="998680"/>
                  </a:lnTo>
                  <a:lnTo>
                    <a:pt x="5735645" y="981397"/>
                  </a:lnTo>
                  <a:lnTo>
                    <a:pt x="5777554" y="963774"/>
                  </a:lnTo>
                  <a:lnTo>
                    <a:pt x="5819285" y="945813"/>
                  </a:lnTo>
                  <a:lnTo>
                    <a:pt x="5860835" y="927516"/>
                  </a:lnTo>
                  <a:lnTo>
                    <a:pt x="5902203" y="908884"/>
                  </a:lnTo>
                  <a:lnTo>
                    <a:pt x="5943388" y="889918"/>
                  </a:lnTo>
                  <a:lnTo>
                    <a:pt x="5984387" y="870621"/>
                  </a:lnTo>
                  <a:lnTo>
                    <a:pt x="6025199" y="850995"/>
                  </a:lnTo>
                  <a:lnTo>
                    <a:pt x="6065822" y="831041"/>
                  </a:lnTo>
                  <a:lnTo>
                    <a:pt x="6106255" y="810761"/>
                  </a:lnTo>
                  <a:lnTo>
                    <a:pt x="6146495" y="790156"/>
                  </a:lnTo>
                  <a:lnTo>
                    <a:pt x="6186541" y="769228"/>
                  </a:lnTo>
                  <a:lnTo>
                    <a:pt x="6226392" y="747979"/>
                  </a:lnTo>
                  <a:lnTo>
                    <a:pt x="6266045" y="726411"/>
                  </a:lnTo>
                  <a:lnTo>
                    <a:pt x="6305499" y="704526"/>
                  </a:lnTo>
                  <a:lnTo>
                    <a:pt x="6344753" y="682324"/>
                  </a:lnTo>
                  <a:lnTo>
                    <a:pt x="6383803" y="659809"/>
                  </a:lnTo>
                  <a:lnTo>
                    <a:pt x="6422649" y="636980"/>
                  </a:lnTo>
                  <a:lnTo>
                    <a:pt x="6461290" y="613842"/>
                  </a:lnTo>
                  <a:lnTo>
                    <a:pt x="6499722" y="590394"/>
                  </a:lnTo>
                  <a:lnTo>
                    <a:pt x="6537945" y="566639"/>
                  </a:lnTo>
                  <a:lnTo>
                    <a:pt x="6575957" y="542578"/>
                  </a:lnTo>
                  <a:lnTo>
                    <a:pt x="6613757" y="518213"/>
                  </a:lnTo>
                  <a:lnTo>
                    <a:pt x="6651341" y="493546"/>
                  </a:lnTo>
                  <a:lnTo>
                    <a:pt x="6688709" y="468579"/>
                  </a:lnTo>
                  <a:lnTo>
                    <a:pt x="6725859" y="443313"/>
                  </a:lnTo>
                  <a:lnTo>
                    <a:pt x="6762790" y="417750"/>
                  </a:lnTo>
                  <a:lnTo>
                    <a:pt x="6799499" y="391892"/>
                  </a:lnTo>
                  <a:lnTo>
                    <a:pt x="6835984" y="365740"/>
                  </a:lnTo>
                  <a:lnTo>
                    <a:pt x="6872245" y="339296"/>
                  </a:lnTo>
                  <a:lnTo>
                    <a:pt x="6908280" y="312563"/>
                  </a:lnTo>
                  <a:lnTo>
                    <a:pt x="6944085" y="285540"/>
                  </a:lnTo>
                  <a:lnTo>
                    <a:pt x="6979661" y="258231"/>
                  </a:lnTo>
                  <a:lnTo>
                    <a:pt x="7015005" y="230638"/>
                  </a:lnTo>
                  <a:lnTo>
                    <a:pt x="7050116" y="202760"/>
                  </a:lnTo>
                  <a:lnTo>
                    <a:pt x="7084991" y="174602"/>
                  </a:lnTo>
                  <a:lnTo>
                    <a:pt x="7119630" y="146163"/>
                  </a:lnTo>
                  <a:lnTo>
                    <a:pt x="7154030" y="117446"/>
                  </a:lnTo>
                  <a:lnTo>
                    <a:pt x="7188189" y="88453"/>
                  </a:lnTo>
                  <a:lnTo>
                    <a:pt x="7222107" y="59186"/>
                  </a:lnTo>
                  <a:lnTo>
                    <a:pt x="7255781" y="29645"/>
                  </a:lnTo>
                  <a:lnTo>
                    <a:pt x="72890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10618596" y="2558542"/>
            <a:ext cx="5187315" cy="1272540"/>
            <a:chOff x="10618596" y="2558542"/>
            <a:chExt cx="5187315" cy="1272540"/>
          </a:xfrm>
        </p:grpSpPr>
        <p:sp>
          <p:nvSpPr>
            <p:cNvPr id="13" name="object 13"/>
            <p:cNvSpPr/>
            <p:nvPr/>
          </p:nvSpPr>
          <p:spPr>
            <a:xfrm>
              <a:off x="10618596" y="2558542"/>
              <a:ext cx="5187315" cy="1272540"/>
            </a:xfrm>
            <a:custGeom>
              <a:avLst/>
              <a:gdLst/>
              <a:ahLst/>
              <a:cxnLst/>
              <a:rect l="l" t="t" r="r" b="b"/>
              <a:pathLst>
                <a:path w="5187315" h="1272539">
                  <a:moveTo>
                    <a:pt x="4550918" y="0"/>
                  </a:moveTo>
                  <a:lnTo>
                    <a:pt x="636270" y="0"/>
                  </a:lnTo>
                  <a:lnTo>
                    <a:pt x="585880" y="1996"/>
                  </a:lnTo>
                  <a:lnTo>
                    <a:pt x="536121" y="7927"/>
                  </a:lnTo>
                  <a:lnTo>
                    <a:pt x="487207" y="17703"/>
                  </a:lnTo>
                  <a:lnTo>
                    <a:pt x="439350" y="31235"/>
                  </a:lnTo>
                  <a:lnTo>
                    <a:pt x="392763" y="48434"/>
                  </a:lnTo>
                  <a:lnTo>
                    <a:pt x="347657" y="69210"/>
                  </a:lnTo>
                  <a:lnTo>
                    <a:pt x="304247" y="93475"/>
                  </a:lnTo>
                  <a:lnTo>
                    <a:pt x="262743" y="121139"/>
                  </a:lnTo>
                  <a:lnTo>
                    <a:pt x="223360" y="152113"/>
                  </a:lnTo>
                  <a:lnTo>
                    <a:pt x="186308" y="186308"/>
                  </a:lnTo>
                  <a:lnTo>
                    <a:pt x="152113" y="223360"/>
                  </a:lnTo>
                  <a:lnTo>
                    <a:pt x="121139" y="262743"/>
                  </a:lnTo>
                  <a:lnTo>
                    <a:pt x="93475" y="304247"/>
                  </a:lnTo>
                  <a:lnTo>
                    <a:pt x="69210" y="347657"/>
                  </a:lnTo>
                  <a:lnTo>
                    <a:pt x="48434" y="392763"/>
                  </a:lnTo>
                  <a:lnTo>
                    <a:pt x="31235" y="439350"/>
                  </a:lnTo>
                  <a:lnTo>
                    <a:pt x="17703" y="487207"/>
                  </a:lnTo>
                  <a:lnTo>
                    <a:pt x="7927" y="536121"/>
                  </a:lnTo>
                  <a:lnTo>
                    <a:pt x="1996" y="585880"/>
                  </a:lnTo>
                  <a:lnTo>
                    <a:pt x="0" y="636269"/>
                  </a:lnTo>
                  <a:lnTo>
                    <a:pt x="1881" y="683756"/>
                  </a:lnTo>
                  <a:lnTo>
                    <a:pt x="1996" y="686659"/>
                  </a:lnTo>
                  <a:lnTo>
                    <a:pt x="7927" y="736418"/>
                  </a:lnTo>
                  <a:lnTo>
                    <a:pt x="17703" y="785332"/>
                  </a:lnTo>
                  <a:lnTo>
                    <a:pt x="31235" y="833189"/>
                  </a:lnTo>
                  <a:lnTo>
                    <a:pt x="48434" y="879776"/>
                  </a:lnTo>
                  <a:lnTo>
                    <a:pt x="69210" y="924882"/>
                  </a:lnTo>
                  <a:lnTo>
                    <a:pt x="93475" y="968292"/>
                  </a:lnTo>
                  <a:lnTo>
                    <a:pt x="121139" y="1009796"/>
                  </a:lnTo>
                  <a:lnTo>
                    <a:pt x="152113" y="1049179"/>
                  </a:lnTo>
                  <a:lnTo>
                    <a:pt x="186308" y="1086230"/>
                  </a:lnTo>
                  <a:lnTo>
                    <a:pt x="223360" y="1120456"/>
                  </a:lnTo>
                  <a:lnTo>
                    <a:pt x="262743" y="1151449"/>
                  </a:lnTo>
                  <a:lnTo>
                    <a:pt x="304247" y="1179120"/>
                  </a:lnTo>
                  <a:lnTo>
                    <a:pt x="347657" y="1203383"/>
                  </a:lnTo>
                  <a:lnTo>
                    <a:pt x="392763" y="1224152"/>
                  </a:lnTo>
                  <a:lnTo>
                    <a:pt x="439350" y="1241340"/>
                  </a:lnTo>
                  <a:lnTo>
                    <a:pt x="487207" y="1254860"/>
                  </a:lnTo>
                  <a:lnTo>
                    <a:pt x="536121" y="1264624"/>
                  </a:lnTo>
                  <a:lnTo>
                    <a:pt x="585880" y="1270546"/>
                  </a:lnTo>
                  <a:lnTo>
                    <a:pt x="636270" y="1272539"/>
                  </a:lnTo>
                  <a:lnTo>
                    <a:pt x="4550918" y="1272539"/>
                  </a:lnTo>
                  <a:lnTo>
                    <a:pt x="4598404" y="1270794"/>
                  </a:lnTo>
                  <a:lnTo>
                    <a:pt x="4644942" y="1265641"/>
                  </a:lnTo>
                  <a:lnTo>
                    <a:pt x="4690410" y="1257202"/>
                  </a:lnTo>
                  <a:lnTo>
                    <a:pt x="4734683" y="1245601"/>
                  </a:lnTo>
                  <a:lnTo>
                    <a:pt x="4777640" y="1230961"/>
                  </a:lnTo>
                  <a:lnTo>
                    <a:pt x="4819156" y="1213404"/>
                  </a:lnTo>
                  <a:lnTo>
                    <a:pt x="4859109" y="1193054"/>
                  </a:lnTo>
                  <a:lnTo>
                    <a:pt x="4897376" y="1170034"/>
                  </a:lnTo>
                  <a:lnTo>
                    <a:pt x="4933834" y="1144467"/>
                  </a:lnTo>
                  <a:lnTo>
                    <a:pt x="4968360" y="1116475"/>
                  </a:lnTo>
                  <a:lnTo>
                    <a:pt x="5000780" y="1086230"/>
                  </a:lnTo>
                  <a:lnTo>
                    <a:pt x="5031123" y="1053712"/>
                  </a:lnTo>
                  <a:lnTo>
                    <a:pt x="5059115" y="1019186"/>
                  </a:lnTo>
                  <a:lnTo>
                    <a:pt x="5084682" y="982728"/>
                  </a:lnTo>
                  <a:lnTo>
                    <a:pt x="5107702" y="944461"/>
                  </a:lnTo>
                  <a:lnTo>
                    <a:pt x="5128052" y="904508"/>
                  </a:lnTo>
                  <a:lnTo>
                    <a:pt x="5145609" y="862992"/>
                  </a:lnTo>
                  <a:lnTo>
                    <a:pt x="5160249" y="820035"/>
                  </a:lnTo>
                  <a:lnTo>
                    <a:pt x="5171850" y="775762"/>
                  </a:lnTo>
                  <a:lnTo>
                    <a:pt x="5180289" y="730294"/>
                  </a:lnTo>
                  <a:lnTo>
                    <a:pt x="5185442" y="683756"/>
                  </a:lnTo>
                  <a:lnTo>
                    <a:pt x="5187187" y="636269"/>
                  </a:lnTo>
                  <a:lnTo>
                    <a:pt x="5185191" y="585880"/>
                  </a:lnTo>
                  <a:lnTo>
                    <a:pt x="5179259" y="536121"/>
                  </a:lnTo>
                  <a:lnTo>
                    <a:pt x="5169480" y="487207"/>
                  </a:lnTo>
                  <a:lnTo>
                    <a:pt x="5155943" y="439350"/>
                  </a:lnTo>
                  <a:lnTo>
                    <a:pt x="5138737" y="392763"/>
                  </a:lnTo>
                  <a:lnTo>
                    <a:pt x="5117949" y="347657"/>
                  </a:lnTo>
                  <a:lnTo>
                    <a:pt x="5093668" y="304247"/>
                  </a:lnTo>
                  <a:lnTo>
                    <a:pt x="5065983" y="262743"/>
                  </a:lnTo>
                  <a:lnTo>
                    <a:pt x="5034981" y="223360"/>
                  </a:lnTo>
                  <a:lnTo>
                    <a:pt x="5000751" y="186308"/>
                  </a:lnTo>
                  <a:lnTo>
                    <a:pt x="4963731" y="152113"/>
                  </a:lnTo>
                  <a:lnTo>
                    <a:pt x="4924367" y="121139"/>
                  </a:lnTo>
                  <a:lnTo>
                    <a:pt x="4882873" y="93475"/>
                  </a:lnTo>
                  <a:lnTo>
                    <a:pt x="4839466" y="69210"/>
                  </a:lnTo>
                  <a:lnTo>
                    <a:pt x="4794361" y="48434"/>
                  </a:lnTo>
                  <a:lnTo>
                    <a:pt x="4747774" y="31235"/>
                  </a:lnTo>
                  <a:lnTo>
                    <a:pt x="4699920" y="17703"/>
                  </a:lnTo>
                  <a:lnTo>
                    <a:pt x="4651016" y="7927"/>
                  </a:lnTo>
                  <a:lnTo>
                    <a:pt x="4601276" y="1996"/>
                  </a:lnTo>
                  <a:lnTo>
                    <a:pt x="4550918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91570" y="2714828"/>
              <a:ext cx="1026731" cy="102544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767694" y="2673858"/>
              <a:ext cx="1011555" cy="1011555"/>
            </a:xfrm>
            <a:custGeom>
              <a:avLst/>
              <a:gdLst/>
              <a:ahLst/>
              <a:cxnLst/>
              <a:rect l="l" t="t" r="r" b="b"/>
              <a:pathLst>
                <a:path w="1011554" h="1011554">
                  <a:moveTo>
                    <a:pt x="505713" y="0"/>
                  </a:moveTo>
                  <a:lnTo>
                    <a:pt x="457014" y="2315"/>
                  </a:lnTo>
                  <a:lnTo>
                    <a:pt x="409623" y="9119"/>
                  </a:lnTo>
                  <a:lnTo>
                    <a:pt x="363753" y="20201"/>
                  </a:lnTo>
                  <a:lnTo>
                    <a:pt x="319616" y="35349"/>
                  </a:lnTo>
                  <a:lnTo>
                    <a:pt x="277424" y="54351"/>
                  </a:lnTo>
                  <a:lnTo>
                    <a:pt x="237389" y="76994"/>
                  </a:lnTo>
                  <a:lnTo>
                    <a:pt x="199723" y="103067"/>
                  </a:lnTo>
                  <a:lnTo>
                    <a:pt x="164638" y="132359"/>
                  </a:lnTo>
                  <a:lnTo>
                    <a:pt x="132345" y="164656"/>
                  </a:lnTo>
                  <a:lnTo>
                    <a:pt x="103058" y="199749"/>
                  </a:lnTo>
                  <a:lnTo>
                    <a:pt x="76988" y="237423"/>
                  </a:lnTo>
                  <a:lnTo>
                    <a:pt x="54347" y="277469"/>
                  </a:lnTo>
                  <a:lnTo>
                    <a:pt x="35348" y="319673"/>
                  </a:lnTo>
                  <a:lnTo>
                    <a:pt x="20201" y="363824"/>
                  </a:lnTo>
                  <a:lnTo>
                    <a:pt x="9119" y="409710"/>
                  </a:lnTo>
                  <a:lnTo>
                    <a:pt x="2315" y="457120"/>
                  </a:lnTo>
                  <a:lnTo>
                    <a:pt x="0" y="505841"/>
                  </a:lnTo>
                  <a:lnTo>
                    <a:pt x="2315" y="554540"/>
                  </a:lnTo>
                  <a:lnTo>
                    <a:pt x="9119" y="601931"/>
                  </a:lnTo>
                  <a:lnTo>
                    <a:pt x="20201" y="647801"/>
                  </a:lnTo>
                  <a:lnTo>
                    <a:pt x="35348" y="691938"/>
                  </a:lnTo>
                  <a:lnTo>
                    <a:pt x="54347" y="734130"/>
                  </a:lnTo>
                  <a:lnTo>
                    <a:pt x="76988" y="774165"/>
                  </a:lnTo>
                  <a:lnTo>
                    <a:pt x="103058" y="811831"/>
                  </a:lnTo>
                  <a:lnTo>
                    <a:pt x="132345" y="846916"/>
                  </a:lnTo>
                  <a:lnTo>
                    <a:pt x="164638" y="879209"/>
                  </a:lnTo>
                  <a:lnTo>
                    <a:pt x="199723" y="908496"/>
                  </a:lnTo>
                  <a:lnTo>
                    <a:pt x="237389" y="934566"/>
                  </a:lnTo>
                  <a:lnTo>
                    <a:pt x="277424" y="957207"/>
                  </a:lnTo>
                  <a:lnTo>
                    <a:pt x="319616" y="976206"/>
                  </a:lnTo>
                  <a:lnTo>
                    <a:pt x="363753" y="991353"/>
                  </a:lnTo>
                  <a:lnTo>
                    <a:pt x="409623" y="1002435"/>
                  </a:lnTo>
                  <a:lnTo>
                    <a:pt x="457014" y="1009239"/>
                  </a:lnTo>
                  <a:lnTo>
                    <a:pt x="505713" y="1011555"/>
                  </a:lnTo>
                  <a:lnTo>
                    <a:pt x="554434" y="1009239"/>
                  </a:lnTo>
                  <a:lnTo>
                    <a:pt x="601844" y="1002435"/>
                  </a:lnTo>
                  <a:lnTo>
                    <a:pt x="647730" y="991353"/>
                  </a:lnTo>
                  <a:lnTo>
                    <a:pt x="691881" y="976206"/>
                  </a:lnTo>
                  <a:lnTo>
                    <a:pt x="734085" y="957207"/>
                  </a:lnTo>
                  <a:lnTo>
                    <a:pt x="774131" y="934566"/>
                  </a:lnTo>
                  <a:lnTo>
                    <a:pt x="811805" y="908496"/>
                  </a:lnTo>
                  <a:lnTo>
                    <a:pt x="846898" y="879209"/>
                  </a:lnTo>
                  <a:lnTo>
                    <a:pt x="879195" y="846916"/>
                  </a:lnTo>
                  <a:lnTo>
                    <a:pt x="908487" y="811831"/>
                  </a:lnTo>
                  <a:lnTo>
                    <a:pt x="934560" y="774165"/>
                  </a:lnTo>
                  <a:lnTo>
                    <a:pt x="957203" y="734130"/>
                  </a:lnTo>
                  <a:lnTo>
                    <a:pt x="976205" y="691938"/>
                  </a:lnTo>
                  <a:lnTo>
                    <a:pt x="991353" y="647801"/>
                  </a:lnTo>
                  <a:lnTo>
                    <a:pt x="1002435" y="601931"/>
                  </a:lnTo>
                  <a:lnTo>
                    <a:pt x="1009239" y="554540"/>
                  </a:lnTo>
                  <a:lnTo>
                    <a:pt x="1011554" y="505841"/>
                  </a:lnTo>
                  <a:lnTo>
                    <a:pt x="1009239" y="457120"/>
                  </a:lnTo>
                  <a:lnTo>
                    <a:pt x="1002435" y="409710"/>
                  </a:lnTo>
                  <a:lnTo>
                    <a:pt x="991353" y="363824"/>
                  </a:lnTo>
                  <a:lnTo>
                    <a:pt x="976205" y="319673"/>
                  </a:lnTo>
                  <a:lnTo>
                    <a:pt x="957203" y="277469"/>
                  </a:lnTo>
                  <a:lnTo>
                    <a:pt x="934560" y="237423"/>
                  </a:lnTo>
                  <a:lnTo>
                    <a:pt x="908487" y="199749"/>
                  </a:lnTo>
                  <a:lnTo>
                    <a:pt x="879195" y="164656"/>
                  </a:lnTo>
                  <a:lnTo>
                    <a:pt x="846898" y="132359"/>
                  </a:lnTo>
                  <a:lnTo>
                    <a:pt x="811805" y="103067"/>
                  </a:lnTo>
                  <a:lnTo>
                    <a:pt x="774131" y="76994"/>
                  </a:lnTo>
                  <a:lnTo>
                    <a:pt x="734085" y="54351"/>
                  </a:lnTo>
                  <a:lnTo>
                    <a:pt x="691881" y="35349"/>
                  </a:lnTo>
                  <a:lnTo>
                    <a:pt x="647730" y="20201"/>
                  </a:lnTo>
                  <a:lnTo>
                    <a:pt x="601844" y="9119"/>
                  </a:lnTo>
                  <a:lnTo>
                    <a:pt x="554434" y="2315"/>
                  </a:lnTo>
                  <a:lnTo>
                    <a:pt x="5057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75418" y="3070479"/>
            <a:ext cx="218312" cy="218313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11574653" y="4326128"/>
            <a:ext cx="5115560" cy="1273175"/>
            <a:chOff x="11574653" y="4326128"/>
            <a:chExt cx="5115560" cy="1273175"/>
          </a:xfrm>
        </p:grpSpPr>
        <p:sp>
          <p:nvSpPr>
            <p:cNvPr id="18" name="object 18"/>
            <p:cNvSpPr/>
            <p:nvPr/>
          </p:nvSpPr>
          <p:spPr>
            <a:xfrm>
              <a:off x="11574653" y="4326128"/>
              <a:ext cx="5115560" cy="1273175"/>
            </a:xfrm>
            <a:custGeom>
              <a:avLst/>
              <a:gdLst/>
              <a:ahLst/>
              <a:cxnLst/>
              <a:rect l="l" t="t" r="r" b="b"/>
              <a:pathLst>
                <a:path w="5115559" h="1273175">
                  <a:moveTo>
                    <a:pt x="4478782" y="0"/>
                  </a:moveTo>
                  <a:lnTo>
                    <a:pt x="636397" y="0"/>
                  </a:lnTo>
                  <a:lnTo>
                    <a:pt x="586003" y="1996"/>
                  </a:lnTo>
                  <a:lnTo>
                    <a:pt x="536236" y="7928"/>
                  </a:lnTo>
                  <a:lnTo>
                    <a:pt x="487310" y="17707"/>
                  </a:lnTo>
                  <a:lnTo>
                    <a:pt x="439441" y="31244"/>
                  </a:lnTo>
                  <a:lnTo>
                    <a:pt x="392842" y="48450"/>
                  </a:lnTo>
                  <a:lnTo>
                    <a:pt x="347730" y="69238"/>
                  </a:lnTo>
                  <a:lnTo>
                    <a:pt x="304318" y="93519"/>
                  </a:lnTo>
                  <a:lnTo>
                    <a:pt x="262821" y="121204"/>
                  </a:lnTo>
                  <a:lnTo>
                    <a:pt x="223456" y="152206"/>
                  </a:lnTo>
                  <a:lnTo>
                    <a:pt x="186436" y="186436"/>
                  </a:lnTo>
                  <a:lnTo>
                    <a:pt x="152206" y="223456"/>
                  </a:lnTo>
                  <a:lnTo>
                    <a:pt x="121204" y="262821"/>
                  </a:lnTo>
                  <a:lnTo>
                    <a:pt x="93519" y="304318"/>
                  </a:lnTo>
                  <a:lnTo>
                    <a:pt x="69238" y="347730"/>
                  </a:lnTo>
                  <a:lnTo>
                    <a:pt x="48450" y="392842"/>
                  </a:lnTo>
                  <a:lnTo>
                    <a:pt x="31244" y="439441"/>
                  </a:lnTo>
                  <a:lnTo>
                    <a:pt x="17707" y="487310"/>
                  </a:lnTo>
                  <a:lnTo>
                    <a:pt x="7928" y="536236"/>
                  </a:lnTo>
                  <a:lnTo>
                    <a:pt x="1996" y="586003"/>
                  </a:lnTo>
                  <a:lnTo>
                    <a:pt x="0" y="636397"/>
                  </a:lnTo>
                  <a:lnTo>
                    <a:pt x="1996" y="686755"/>
                  </a:lnTo>
                  <a:lnTo>
                    <a:pt x="7928" y="736495"/>
                  </a:lnTo>
                  <a:lnTo>
                    <a:pt x="17707" y="785399"/>
                  </a:lnTo>
                  <a:lnTo>
                    <a:pt x="31244" y="833253"/>
                  </a:lnTo>
                  <a:lnTo>
                    <a:pt x="48450" y="879840"/>
                  </a:lnTo>
                  <a:lnTo>
                    <a:pt x="69238" y="924945"/>
                  </a:lnTo>
                  <a:lnTo>
                    <a:pt x="93519" y="968352"/>
                  </a:lnTo>
                  <a:lnTo>
                    <a:pt x="121204" y="1009846"/>
                  </a:lnTo>
                  <a:lnTo>
                    <a:pt x="152206" y="1049210"/>
                  </a:lnTo>
                  <a:lnTo>
                    <a:pt x="186436" y="1086231"/>
                  </a:lnTo>
                  <a:lnTo>
                    <a:pt x="223456" y="1120460"/>
                  </a:lnTo>
                  <a:lnTo>
                    <a:pt x="262821" y="1151462"/>
                  </a:lnTo>
                  <a:lnTo>
                    <a:pt x="304318" y="1179147"/>
                  </a:lnTo>
                  <a:lnTo>
                    <a:pt x="347730" y="1203428"/>
                  </a:lnTo>
                  <a:lnTo>
                    <a:pt x="392842" y="1224216"/>
                  </a:lnTo>
                  <a:lnTo>
                    <a:pt x="439441" y="1241422"/>
                  </a:lnTo>
                  <a:lnTo>
                    <a:pt x="487310" y="1254959"/>
                  </a:lnTo>
                  <a:lnTo>
                    <a:pt x="536236" y="1264738"/>
                  </a:lnTo>
                  <a:lnTo>
                    <a:pt x="586003" y="1270670"/>
                  </a:lnTo>
                  <a:lnTo>
                    <a:pt x="636397" y="1272667"/>
                  </a:lnTo>
                  <a:lnTo>
                    <a:pt x="4478782" y="1272667"/>
                  </a:lnTo>
                  <a:lnTo>
                    <a:pt x="4529171" y="1270670"/>
                  </a:lnTo>
                  <a:lnTo>
                    <a:pt x="4578930" y="1264738"/>
                  </a:lnTo>
                  <a:lnTo>
                    <a:pt x="4627844" y="1254959"/>
                  </a:lnTo>
                  <a:lnTo>
                    <a:pt x="4675701" y="1241422"/>
                  </a:lnTo>
                  <a:lnTo>
                    <a:pt x="4722288" y="1224216"/>
                  </a:lnTo>
                  <a:lnTo>
                    <a:pt x="4767394" y="1203428"/>
                  </a:lnTo>
                  <a:lnTo>
                    <a:pt x="4810804" y="1179147"/>
                  </a:lnTo>
                  <a:lnTo>
                    <a:pt x="4852308" y="1151462"/>
                  </a:lnTo>
                  <a:lnTo>
                    <a:pt x="4891691" y="1120460"/>
                  </a:lnTo>
                  <a:lnTo>
                    <a:pt x="4928743" y="1086231"/>
                  </a:lnTo>
                  <a:lnTo>
                    <a:pt x="4962968" y="1049210"/>
                  </a:lnTo>
                  <a:lnTo>
                    <a:pt x="4993961" y="1009846"/>
                  </a:lnTo>
                  <a:lnTo>
                    <a:pt x="5021632" y="968352"/>
                  </a:lnTo>
                  <a:lnTo>
                    <a:pt x="5045895" y="924945"/>
                  </a:lnTo>
                  <a:lnTo>
                    <a:pt x="5066665" y="879840"/>
                  </a:lnTo>
                  <a:lnTo>
                    <a:pt x="5083852" y="833253"/>
                  </a:lnTo>
                  <a:lnTo>
                    <a:pt x="5097372" y="785399"/>
                  </a:lnTo>
                  <a:lnTo>
                    <a:pt x="5107136" y="736495"/>
                  </a:lnTo>
                  <a:lnTo>
                    <a:pt x="5113058" y="686755"/>
                  </a:lnTo>
                  <a:lnTo>
                    <a:pt x="5115052" y="636397"/>
                  </a:lnTo>
                  <a:lnTo>
                    <a:pt x="5113306" y="588894"/>
                  </a:lnTo>
                  <a:lnTo>
                    <a:pt x="5108153" y="542340"/>
                  </a:lnTo>
                  <a:lnTo>
                    <a:pt x="5099714" y="496859"/>
                  </a:lnTo>
                  <a:lnTo>
                    <a:pt x="5088113" y="452573"/>
                  </a:lnTo>
                  <a:lnTo>
                    <a:pt x="5073473" y="409606"/>
                  </a:lnTo>
                  <a:lnTo>
                    <a:pt x="5055916" y="368080"/>
                  </a:lnTo>
                  <a:lnTo>
                    <a:pt x="5035566" y="328118"/>
                  </a:lnTo>
                  <a:lnTo>
                    <a:pt x="5012546" y="289844"/>
                  </a:lnTo>
                  <a:lnTo>
                    <a:pt x="4986979" y="253379"/>
                  </a:lnTo>
                  <a:lnTo>
                    <a:pt x="4958987" y="218848"/>
                  </a:lnTo>
                  <a:lnTo>
                    <a:pt x="4928754" y="186436"/>
                  </a:lnTo>
                  <a:lnTo>
                    <a:pt x="4896224" y="156075"/>
                  </a:lnTo>
                  <a:lnTo>
                    <a:pt x="4861698" y="128081"/>
                  </a:lnTo>
                  <a:lnTo>
                    <a:pt x="4825240" y="102511"/>
                  </a:lnTo>
                  <a:lnTo>
                    <a:pt x="4786973" y="79489"/>
                  </a:lnTo>
                  <a:lnTo>
                    <a:pt x="4747020" y="59138"/>
                  </a:lnTo>
                  <a:lnTo>
                    <a:pt x="4705504" y="41580"/>
                  </a:lnTo>
                  <a:lnTo>
                    <a:pt x="4662547" y="26939"/>
                  </a:lnTo>
                  <a:lnTo>
                    <a:pt x="4618274" y="15337"/>
                  </a:lnTo>
                  <a:lnTo>
                    <a:pt x="4572806" y="6898"/>
                  </a:lnTo>
                  <a:lnTo>
                    <a:pt x="4526268" y="1745"/>
                  </a:lnTo>
                  <a:lnTo>
                    <a:pt x="4478782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47754" y="4482541"/>
              <a:ext cx="1026731" cy="102544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1723751" y="4441444"/>
              <a:ext cx="1012190" cy="1012190"/>
            </a:xfrm>
            <a:custGeom>
              <a:avLst/>
              <a:gdLst/>
              <a:ahLst/>
              <a:cxnLst/>
              <a:rect l="l" t="t" r="r" b="b"/>
              <a:pathLst>
                <a:path w="1012190" h="1012189">
                  <a:moveTo>
                    <a:pt x="505841" y="0"/>
                  </a:moveTo>
                  <a:lnTo>
                    <a:pt x="457120" y="2315"/>
                  </a:lnTo>
                  <a:lnTo>
                    <a:pt x="409710" y="9119"/>
                  </a:lnTo>
                  <a:lnTo>
                    <a:pt x="363824" y="20201"/>
                  </a:lnTo>
                  <a:lnTo>
                    <a:pt x="319673" y="35349"/>
                  </a:lnTo>
                  <a:lnTo>
                    <a:pt x="277469" y="54351"/>
                  </a:lnTo>
                  <a:lnTo>
                    <a:pt x="237423" y="76994"/>
                  </a:lnTo>
                  <a:lnTo>
                    <a:pt x="199749" y="103067"/>
                  </a:lnTo>
                  <a:lnTo>
                    <a:pt x="164656" y="132359"/>
                  </a:lnTo>
                  <a:lnTo>
                    <a:pt x="132359" y="164656"/>
                  </a:lnTo>
                  <a:lnTo>
                    <a:pt x="103067" y="199749"/>
                  </a:lnTo>
                  <a:lnTo>
                    <a:pt x="76994" y="237423"/>
                  </a:lnTo>
                  <a:lnTo>
                    <a:pt x="54351" y="277469"/>
                  </a:lnTo>
                  <a:lnTo>
                    <a:pt x="35349" y="319673"/>
                  </a:lnTo>
                  <a:lnTo>
                    <a:pt x="20201" y="363824"/>
                  </a:lnTo>
                  <a:lnTo>
                    <a:pt x="9119" y="409710"/>
                  </a:lnTo>
                  <a:lnTo>
                    <a:pt x="2315" y="457120"/>
                  </a:lnTo>
                  <a:lnTo>
                    <a:pt x="0" y="505840"/>
                  </a:lnTo>
                  <a:lnTo>
                    <a:pt x="2315" y="554561"/>
                  </a:lnTo>
                  <a:lnTo>
                    <a:pt x="9119" y="601971"/>
                  </a:lnTo>
                  <a:lnTo>
                    <a:pt x="20201" y="647857"/>
                  </a:lnTo>
                  <a:lnTo>
                    <a:pt x="35349" y="692008"/>
                  </a:lnTo>
                  <a:lnTo>
                    <a:pt x="54351" y="734212"/>
                  </a:lnTo>
                  <a:lnTo>
                    <a:pt x="76994" y="774258"/>
                  </a:lnTo>
                  <a:lnTo>
                    <a:pt x="103067" y="811932"/>
                  </a:lnTo>
                  <a:lnTo>
                    <a:pt x="132359" y="847025"/>
                  </a:lnTo>
                  <a:lnTo>
                    <a:pt x="164656" y="879322"/>
                  </a:lnTo>
                  <a:lnTo>
                    <a:pt x="199749" y="908614"/>
                  </a:lnTo>
                  <a:lnTo>
                    <a:pt x="237423" y="934687"/>
                  </a:lnTo>
                  <a:lnTo>
                    <a:pt x="277469" y="957330"/>
                  </a:lnTo>
                  <a:lnTo>
                    <a:pt x="319673" y="976332"/>
                  </a:lnTo>
                  <a:lnTo>
                    <a:pt x="363824" y="991480"/>
                  </a:lnTo>
                  <a:lnTo>
                    <a:pt x="409710" y="1002562"/>
                  </a:lnTo>
                  <a:lnTo>
                    <a:pt x="457120" y="1009366"/>
                  </a:lnTo>
                  <a:lnTo>
                    <a:pt x="505841" y="1011681"/>
                  </a:lnTo>
                  <a:lnTo>
                    <a:pt x="554561" y="1009366"/>
                  </a:lnTo>
                  <a:lnTo>
                    <a:pt x="601971" y="1002562"/>
                  </a:lnTo>
                  <a:lnTo>
                    <a:pt x="647857" y="991480"/>
                  </a:lnTo>
                  <a:lnTo>
                    <a:pt x="692008" y="976332"/>
                  </a:lnTo>
                  <a:lnTo>
                    <a:pt x="734212" y="957330"/>
                  </a:lnTo>
                  <a:lnTo>
                    <a:pt x="774258" y="934687"/>
                  </a:lnTo>
                  <a:lnTo>
                    <a:pt x="811932" y="908614"/>
                  </a:lnTo>
                  <a:lnTo>
                    <a:pt x="847025" y="879322"/>
                  </a:lnTo>
                  <a:lnTo>
                    <a:pt x="879322" y="847025"/>
                  </a:lnTo>
                  <a:lnTo>
                    <a:pt x="908614" y="811932"/>
                  </a:lnTo>
                  <a:lnTo>
                    <a:pt x="934687" y="774258"/>
                  </a:lnTo>
                  <a:lnTo>
                    <a:pt x="957330" y="734212"/>
                  </a:lnTo>
                  <a:lnTo>
                    <a:pt x="976332" y="692008"/>
                  </a:lnTo>
                  <a:lnTo>
                    <a:pt x="991480" y="647857"/>
                  </a:lnTo>
                  <a:lnTo>
                    <a:pt x="1002562" y="601971"/>
                  </a:lnTo>
                  <a:lnTo>
                    <a:pt x="1009366" y="554561"/>
                  </a:lnTo>
                  <a:lnTo>
                    <a:pt x="1011681" y="505840"/>
                  </a:lnTo>
                  <a:lnTo>
                    <a:pt x="1009366" y="457120"/>
                  </a:lnTo>
                  <a:lnTo>
                    <a:pt x="1002562" y="409710"/>
                  </a:lnTo>
                  <a:lnTo>
                    <a:pt x="991480" y="363824"/>
                  </a:lnTo>
                  <a:lnTo>
                    <a:pt x="976332" y="319673"/>
                  </a:lnTo>
                  <a:lnTo>
                    <a:pt x="957330" y="277469"/>
                  </a:lnTo>
                  <a:lnTo>
                    <a:pt x="934687" y="237423"/>
                  </a:lnTo>
                  <a:lnTo>
                    <a:pt x="908614" y="199749"/>
                  </a:lnTo>
                  <a:lnTo>
                    <a:pt x="879322" y="164656"/>
                  </a:lnTo>
                  <a:lnTo>
                    <a:pt x="847025" y="132359"/>
                  </a:lnTo>
                  <a:lnTo>
                    <a:pt x="811932" y="103067"/>
                  </a:lnTo>
                  <a:lnTo>
                    <a:pt x="774258" y="76994"/>
                  </a:lnTo>
                  <a:lnTo>
                    <a:pt x="734212" y="54351"/>
                  </a:lnTo>
                  <a:lnTo>
                    <a:pt x="692008" y="35349"/>
                  </a:lnTo>
                  <a:lnTo>
                    <a:pt x="647857" y="20201"/>
                  </a:lnTo>
                  <a:lnTo>
                    <a:pt x="601971" y="9119"/>
                  </a:lnTo>
                  <a:lnTo>
                    <a:pt x="554561" y="2315"/>
                  </a:lnTo>
                  <a:lnTo>
                    <a:pt x="505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31601" y="4838065"/>
            <a:ext cx="218313" cy="218439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11574653" y="6093840"/>
            <a:ext cx="5115560" cy="1272540"/>
            <a:chOff x="11574653" y="6093840"/>
            <a:chExt cx="5115560" cy="1272540"/>
          </a:xfrm>
        </p:grpSpPr>
        <p:sp>
          <p:nvSpPr>
            <p:cNvPr id="23" name="object 23"/>
            <p:cNvSpPr/>
            <p:nvPr/>
          </p:nvSpPr>
          <p:spPr>
            <a:xfrm>
              <a:off x="11574653" y="6093840"/>
              <a:ext cx="5115560" cy="1272540"/>
            </a:xfrm>
            <a:custGeom>
              <a:avLst/>
              <a:gdLst/>
              <a:ahLst/>
              <a:cxnLst/>
              <a:rect l="l" t="t" r="r" b="b"/>
              <a:pathLst>
                <a:path w="5115559" h="1272540">
                  <a:moveTo>
                    <a:pt x="4478782" y="0"/>
                  </a:moveTo>
                  <a:lnTo>
                    <a:pt x="636397" y="0"/>
                  </a:lnTo>
                  <a:lnTo>
                    <a:pt x="586003" y="1996"/>
                  </a:lnTo>
                  <a:lnTo>
                    <a:pt x="536236" y="7927"/>
                  </a:lnTo>
                  <a:lnTo>
                    <a:pt x="487310" y="17703"/>
                  </a:lnTo>
                  <a:lnTo>
                    <a:pt x="439441" y="31235"/>
                  </a:lnTo>
                  <a:lnTo>
                    <a:pt x="392842" y="48434"/>
                  </a:lnTo>
                  <a:lnTo>
                    <a:pt x="347730" y="69210"/>
                  </a:lnTo>
                  <a:lnTo>
                    <a:pt x="304318" y="93475"/>
                  </a:lnTo>
                  <a:lnTo>
                    <a:pt x="262821" y="121139"/>
                  </a:lnTo>
                  <a:lnTo>
                    <a:pt x="223456" y="152113"/>
                  </a:lnTo>
                  <a:lnTo>
                    <a:pt x="186392" y="186356"/>
                  </a:lnTo>
                  <a:lnTo>
                    <a:pt x="152206" y="223360"/>
                  </a:lnTo>
                  <a:lnTo>
                    <a:pt x="121204" y="262743"/>
                  </a:lnTo>
                  <a:lnTo>
                    <a:pt x="93519" y="304247"/>
                  </a:lnTo>
                  <a:lnTo>
                    <a:pt x="69238" y="347657"/>
                  </a:lnTo>
                  <a:lnTo>
                    <a:pt x="48450" y="392763"/>
                  </a:lnTo>
                  <a:lnTo>
                    <a:pt x="31244" y="439350"/>
                  </a:lnTo>
                  <a:lnTo>
                    <a:pt x="17707" y="487207"/>
                  </a:lnTo>
                  <a:lnTo>
                    <a:pt x="7928" y="536121"/>
                  </a:lnTo>
                  <a:lnTo>
                    <a:pt x="1996" y="585880"/>
                  </a:lnTo>
                  <a:lnTo>
                    <a:pt x="0" y="636270"/>
                  </a:lnTo>
                  <a:lnTo>
                    <a:pt x="1996" y="686659"/>
                  </a:lnTo>
                  <a:lnTo>
                    <a:pt x="7928" y="736418"/>
                  </a:lnTo>
                  <a:lnTo>
                    <a:pt x="17707" y="785332"/>
                  </a:lnTo>
                  <a:lnTo>
                    <a:pt x="31244" y="833189"/>
                  </a:lnTo>
                  <a:lnTo>
                    <a:pt x="48450" y="879776"/>
                  </a:lnTo>
                  <a:lnTo>
                    <a:pt x="69238" y="924882"/>
                  </a:lnTo>
                  <a:lnTo>
                    <a:pt x="93519" y="968292"/>
                  </a:lnTo>
                  <a:lnTo>
                    <a:pt x="121204" y="1009796"/>
                  </a:lnTo>
                  <a:lnTo>
                    <a:pt x="152206" y="1049179"/>
                  </a:lnTo>
                  <a:lnTo>
                    <a:pt x="186436" y="1086231"/>
                  </a:lnTo>
                  <a:lnTo>
                    <a:pt x="223456" y="1120456"/>
                  </a:lnTo>
                  <a:lnTo>
                    <a:pt x="262821" y="1151449"/>
                  </a:lnTo>
                  <a:lnTo>
                    <a:pt x="304318" y="1179120"/>
                  </a:lnTo>
                  <a:lnTo>
                    <a:pt x="347730" y="1203383"/>
                  </a:lnTo>
                  <a:lnTo>
                    <a:pt x="392842" y="1224153"/>
                  </a:lnTo>
                  <a:lnTo>
                    <a:pt x="439441" y="1241340"/>
                  </a:lnTo>
                  <a:lnTo>
                    <a:pt x="487310" y="1254860"/>
                  </a:lnTo>
                  <a:lnTo>
                    <a:pt x="536236" y="1264624"/>
                  </a:lnTo>
                  <a:lnTo>
                    <a:pt x="586003" y="1270546"/>
                  </a:lnTo>
                  <a:lnTo>
                    <a:pt x="636397" y="1272540"/>
                  </a:lnTo>
                  <a:lnTo>
                    <a:pt x="4478782" y="1272540"/>
                  </a:lnTo>
                  <a:lnTo>
                    <a:pt x="4529171" y="1270546"/>
                  </a:lnTo>
                  <a:lnTo>
                    <a:pt x="4578930" y="1264624"/>
                  </a:lnTo>
                  <a:lnTo>
                    <a:pt x="4627844" y="1254860"/>
                  </a:lnTo>
                  <a:lnTo>
                    <a:pt x="4675701" y="1241340"/>
                  </a:lnTo>
                  <a:lnTo>
                    <a:pt x="4722288" y="1224153"/>
                  </a:lnTo>
                  <a:lnTo>
                    <a:pt x="4767394" y="1203383"/>
                  </a:lnTo>
                  <a:lnTo>
                    <a:pt x="4810804" y="1179120"/>
                  </a:lnTo>
                  <a:lnTo>
                    <a:pt x="4852308" y="1151449"/>
                  </a:lnTo>
                  <a:lnTo>
                    <a:pt x="4891691" y="1120456"/>
                  </a:lnTo>
                  <a:lnTo>
                    <a:pt x="4928743" y="1086231"/>
                  </a:lnTo>
                  <a:lnTo>
                    <a:pt x="4962968" y="1049179"/>
                  </a:lnTo>
                  <a:lnTo>
                    <a:pt x="4993961" y="1009796"/>
                  </a:lnTo>
                  <a:lnTo>
                    <a:pt x="5021632" y="968292"/>
                  </a:lnTo>
                  <a:lnTo>
                    <a:pt x="5045895" y="924882"/>
                  </a:lnTo>
                  <a:lnTo>
                    <a:pt x="5066665" y="879776"/>
                  </a:lnTo>
                  <a:lnTo>
                    <a:pt x="5083852" y="833189"/>
                  </a:lnTo>
                  <a:lnTo>
                    <a:pt x="5097372" y="785332"/>
                  </a:lnTo>
                  <a:lnTo>
                    <a:pt x="5107136" y="736418"/>
                  </a:lnTo>
                  <a:lnTo>
                    <a:pt x="5113058" y="686659"/>
                  </a:lnTo>
                  <a:lnTo>
                    <a:pt x="5115052" y="636270"/>
                  </a:lnTo>
                  <a:lnTo>
                    <a:pt x="5113306" y="588783"/>
                  </a:lnTo>
                  <a:lnTo>
                    <a:pt x="5108153" y="542245"/>
                  </a:lnTo>
                  <a:lnTo>
                    <a:pt x="5099714" y="496777"/>
                  </a:lnTo>
                  <a:lnTo>
                    <a:pt x="5088113" y="452504"/>
                  </a:lnTo>
                  <a:lnTo>
                    <a:pt x="5073473" y="409547"/>
                  </a:lnTo>
                  <a:lnTo>
                    <a:pt x="5055916" y="368031"/>
                  </a:lnTo>
                  <a:lnTo>
                    <a:pt x="5035566" y="328078"/>
                  </a:lnTo>
                  <a:lnTo>
                    <a:pt x="5012546" y="289811"/>
                  </a:lnTo>
                  <a:lnTo>
                    <a:pt x="4986979" y="253353"/>
                  </a:lnTo>
                  <a:lnTo>
                    <a:pt x="4958987" y="218827"/>
                  </a:lnTo>
                  <a:lnTo>
                    <a:pt x="4928695" y="186356"/>
                  </a:lnTo>
                  <a:lnTo>
                    <a:pt x="4896224" y="156064"/>
                  </a:lnTo>
                  <a:lnTo>
                    <a:pt x="4861698" y="128072"/>
                  </a:lnTo>
                  <a:lnTo>
                    <a:pt x="4825240" y="102505"/>
                  </a:lnTo>
                  <a:lnTo>
                    <a:pt x="4786973" y="79485"/>
                  </a:lnTo>
                  <a:lnTo>
                    <a:pt x="4747020" y="59135"/>
                  </a:lnTo>
                  <a:lnTo>
                    <a:pt x="4705504" y="41578"/>
                  </a:lnTo>
                  <a:lnTo>
                    <a:pt x="4662547" y="26938"/>
                  </a:lnTo>
                  <a:lnTo>
                    <a:pt x="4618274" y="15337"/>
                  </a:lnTo>
                  <a:lnTo>
                    <a:pt x="4572806" y="6898"/>
                  </a:lnTo>
                  <a:lnTo>
                    <a:pt x="4526268" y="1745"/>
                  </a:lnTo>
                  <a:lnTo>
                    <a:pt x="4478782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47754" y="6250127"/>
              <a:ext cx="1026731" cy="102544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1723751" y="6209156"/>
              <a:ext cx="1012190" cy="1011555"/>
            </a:xfrm>
            <a:custGeom>
              <a:avLst/>
              <a:gdLst/>
              <a:ahLst/>
              <a:cxnLst/>
              <a:rect l="l" t="t" r="r" b="b"/>
              <a:pathLst>
                <a:path w="1012190" h="1011554">
                  <a:moveTo>
                    <a:pt x="505841" y="0"/>
                  </a:moveTo>
                  <a:lnTo>
                    <a:pt x="457120" y="2315"/>
                  </a:lnTo>
                  <a:lnTo>
                    <a:pt x="409710" y="9119"/>
                  </a:lnTo>
                  <a:lnTo>
                    <a:pt x="363824" y="20201"/>
                  </a:lnTo>
                  <a:lnTo>
                    <a:pt x="319673" y="35349"/>
                  </a:lnTo>
                  <a:lnTo>
                    <a:pt x="277469" y="54351"/>
                  </a:lnTo>
                  <a:lnTo>
                    <a:pt x="237423" y="76994"/>
                  </a:lnTo>
                  <a:lnTo>
                    <a:pt x="199749" y="103067"/>
                  </a:lnTo>
                  <a:lnTo>
                    <a:pt x="164656" y="132359"/>
                  </a:lnTo>
                  <a:lnTo>
                    <a:pt x="132359" y="164656"/>
                  </a:lnTo>
                  <a:lnTo>
                    <a:pt x="103067" y="199749"/>
                  </a:lnTo>
                  <a:lnTo>
                    <a:pt x="76994" y="237423"/>
                  </a:lnTo>
                  <a:lnTo>
                    <a:pt x="54351" y="277469"/>
                  </a:lnTo>
                  <a:lnTo>
                    <a:pt x="35349" y="319673"/>
                  </a:lnTo>
                  <a:lnTo>
                    <a:pt x="20201" y="363824"/>
                  </a:lnTo>
                  <a:lnTo>
                    <a:pt x="9119" y="409710"/>
                  </a:lnTo>
                  <a:lnTo>
                    <a:pt x="2315" y="457120"/>
                  </a:lnTo>
                  <a:lnTo>
                    <a:pt x="0" y="505840"/>
                  </a:lnTo>
                  <a:lnTo>
                    <a:pt x="2315" y="554540"/>
                  </a:lnTo>
                  <a:lnTo>
                    <a:pt x="9119" y="601931"/>
                  </a:lnTo>
                  <a:lnTo>
                    <a:pt x="20201" y="647801"/>
                  </a:lnTo>
                  <a:lnTo>
                    <a:pt x="35349" y="691938"/>
                  </a:lnTo>
                  <a:lnTo>
                    <a:pt x="54351" y="734130"/>
                  </a:lnTo>
                  <a:lnTo>
                    <a:pt x="76994" y="774165"/>
                  </a:lnTo>
                  <a:lnTo>
                    <a:pt x="103067" y="811831"/>
                  </a:lnTo>
                  <a:lnTo>
                    <a:pt x="132359" y="846916"/>
                  </a:lnTo>
                  <a:lnTo>
                    <a:pt x="164656" y="879209"/>
                  </a:lnTo>
                  <a:lnTo>
                    <a:pt x="199749" y="908496"/>
                  </a:lnTo>
                  <a:lnTo>
                    <a:pt x="237423" y="934566"/>
                  </a:lnTo>
                  <a:lnTo>
                    <a:pt x="277469" y="957207"/>
                  </a:lnTo>
                  <a:lnTo>
                    <a:pt x="319673" y="976206"/>
                  </a:lnTo>
                  <a:lnTo>
                    <a:pt x="363824" y="991353"/>
                  </a:lnTo>
                  <a:lnTo>
                    <a:pt x="409710" y="1002435"/>
                  </a:lnTo>
                  <a:lnTo>
                    <a:pt x="457120" y="1009239"/>
                  </a:lnTo>
                  <a:lnTo>
                    <a:pt x="505841" y="1011554"/>
                  </a:lnTo>
                  <a:lnTo>
                    <a:pt x="554561" y="1009239"/>
                  </a:lnTo>
                  <a:lnTo>
                    <a:pt x="601971" y="1002435"/>
                  </a:lnTo>
                  <a:lnTo>
                    <a:pt x="647857" y="991353"/>
                  </a:lnTo>
                  <a:lnTo>
                    <a:pt x="692008" y="976206"/>
                  </a:lnTo>
                  <a:lnTo>
                    <a:pt x="734212" y="957207"/>
                  </a:lnTo>
                  <a:lnTo>
                    <a:pt x="774258" y="934566"/>
                  </a:lnTo>
                  <a:lnTo>
                    <a:pt x="811932" y="908496"/>
                  </a:lnTo>
                  <a:lnTo>
                    <a:pt x="847025" y="879209"/>
                  </a:lnTo>
                  <a:lnTo>
                    <a:pt x="879322" y="846916"/>
                  </a:lnTo>
                  <a:lnTo>
                    <a:pt x="908614" y="811831"/>
                  </a:lnTo>
                  <a:lnTo>
                    <a:pt x="934687" y="774165"/>
                  </a:lnTo>
                  <a:lnTo>
                    <a:pt x="957330" y="734130"/>
                  </a:lnTo>
                  <a:lnTo>
                    <a:pt x="976332" y="691938"/>
                  </a:lnTo>
                  <a:lnTo>
                    <a:pt x="991480" y="647801"/>
                  </a:lnTo>
                  <a:lnTo>
                    <a:pt x="1002562" y="601931"/>
                  </a:lnTo>
                  <a:lnTo>
                    <a:pt x="1009366" y="554540"/>
                  </a:lnTo>
                  <a:lnTo>
                    <a:pt x="1011681" y="505840"/>
                  </a:lnTo>
                  <a:lnTo>
                    <a:pt x="1009366" y="457120"/>
                  </a:lnTo>
                  <a:lnTo>
                    <a:pt x="1002562" y="409710"/>
                  </a:lnTo>
                  <a:lnTo>
                    <a:pt x="991480" y="363824"/>
                  </a:lnTo>
                  <a:lnTo>
                    <a:pt x="976332" y="319673"/>
                  </a:lnTo>
                  <a:lnTo>
                    <a:pt x="957330" y="277469"/>
                  </a:lnTo>
                  <a:lnTo>
                    <a:pt x="934687" y="237423"/>
                  </a:lnTo>
                  <a:lnTo>
                    <a:pt x="908614" y="199749"/>
                  </a:lnTo>
                  <a:lnTo>
                    <a:pt x="879322" y="164656"/>
                  </a:lnTo>
                  <a:lnTo>
                    <a:pt x="847025" y="132359"/>
                  </a:lnTo>
                  <a:lnTo>
                    <a:pt x="811932" y="103067"/>
                  </a:lnTo>
                  <a:lnTo>
                    <a:pt x="774258" y="76994"/>
                  </a:lnTo>
                  <a:lnTo>
                    <a:pt x="734212" y="54351"/>
                  </a:lnTo>
                  <a:lnTo>
                    <a:pt x="692008" y="35349"/>
                  </a:lnTo>
                  <a:lnTo>
                    <a:pt x="647857" y="20201"/>
                  </a:lnTo>
                  <a:lnTo>
                    <a:pt x="601971" y="9119"/>
                  </a:lnTo>
                  <a:lnTo>
                    <a:pt x="554561" y="2315"/>
                  </a:lnTo>
                  <a:lnTo>
                    <a:pt x="505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31601" y="6605778"/>
            <a:ext cx="218313" cy="218312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10618596" y="7861427"/>
            <a:ext cx="5499100" cy="1273175"/>
            <a:chOff x="10618596" y="7861427"/>
            <a:chExt cx="5499100" cy="1273175"/>
          </a:xfrm>
        </p:grpSpPr>
        <p:sp>
          <p:nvSpPr>
            <p:cNvPr id="28" name="object 28"/>
            <p:cNvSpPr/>
            <p:nvPr/>
          </p:nvSpPr>
          <p:spPr>
            <a:xfrm>
              <a:off x="10618596" y="7861427"/>
              <a:ext cx="5499100" cy="1273175"/>
            </a:xfrm>
            <a:custGeom>
              <a:avLst/>
              <a:gdLst/>
              <a:ahLst/>
              <a:cxnLst/>
              <a:rect l="l" t="t" r="r" b="b"/>
              <a:pathLst>
                <a:path w="5499100" h="1273175">
                  <a:moveTo>
                    <a:pt x="4862449" y="0"/>
                  </a:moveTo>
                  <a:lnTo>
                    <a:pt x="636270" y="0"/>
                  </a:lnTo>
                  <a:lnTo>
                    <a:pt x="585880" y="1996"/>
                  </a:lnTo>
                  <a:lnTo>
                    <a:pt x="536121" y="7928"/>
                  </a:lnTo>
                  <a:lnTo>
                    <a:pt x="487207" y="17707"/>
                  </a:lnTo>
                  <a:lnTo>
                    <a:pt x="439350" y="31244"/>
                  </a:lnTo>
                  <a:lnTo>
                    <a:pt x="392763" y="48450"/>
                  </a:lnTo>
                  <a:lnTo>
                    <a:pt x="347657" y="69238"/>
                  </a:lnTo>
                  <a:lnTo>
                    <a:pt x="304247" y="93519"/>
                  </a:lnTo>
                  <a:lnTo>
                    <a:pt x="262743" y="121204"/>
                  </a:lnTo>
                  <a:lnTo>
                    <a:pt x="223360" y="152206"/>
                  </a:lnTo>
                  <a:lnTo>
                    <a:pt x="186308" y="186436"/>
                  </a:lnTo>
                  <a:lnTo>
                    <a:pt x="152113" y="223456"/>
                  </a:lnTo>
                  <a:lnTo>
                    <a:pt x="121139" y="262820"/>
                  </a:lnTo>
                  <a:lnTo>
                    <a:pt x="93475" y="304314"/>
                  </a:lnTo>
                  <a:lnTo>
                    <a:pt x="69210" y="347721"/>
                  </a:lnTo>
                  <a:lnTo>
                    <a:pt x="48434" y="392826"/>
                  </a:lnTo>
                  <a:lnTo>
                    <a:pt x="31235" y="439413"/>
                  </a:lnTo>
                  <a:lnTo>
                    <a:pt x="17703" y="487267"/>
                  </a:lnTo>
                  <a:lnTo>
                    <a:pt x="7927" y="536171"/>
                  </a:lnTo>
                  <a:lnTo>
                    <a:pt x="1996" y="585911"/>
                  </a:lnTo>
                  <a:lnTo>
                    <a:pt x="0" y="636270"/>
                  </a:lnTo>
                  <a:lnTo>
                    <a:pt x="1996" y="686663"/>
                  </a:lnTo>
                  <a:lnTo>
                    <a:pt x="7927" y="736430"/>
                  </a:lnTo>
                  <a:lnTo>
                    <a:pt x="17703" y="785356"/>
                  </a:lnTo>
                  <a:lnTo>
                    <a:pt x="31235" y="833225"/>
                  </a:lnTo>
                  <a:lnTo>
                    <a:pt x="48434" y="879824"/>
                  </a:lnTo>
                  <a:lnTo>
                    <a:pt x="69210" y="924936"/>
                  </a:lnTo>
                  <a:lnTo>
                    <a:pt x="93475" y="968348"/>
                  </a:lnTo>
                  <a:lnTo>
                    <a:pt x="121139" y="1009845"/>
                  </a:lnTo>
                  <a:lnTo>
                    <a:pt x="152113" y="1049210"/>
                  </a:lnTo>
                  <a:lnTo>
                    <a:pt x="186308" y="1086231"/>
                  </a:lnTo>
                  <a:lnTo>
                    <a:pt x="223360" y="1120459"/>
                  </a:lnTo>
                  <a:lnTo>
                    <a:pt x="262743" y="1151459"/>
                  </a:lnTo>
                  <a:lnTo>
                    <a:pt x="304247" y="1179142"/>
                  </a:lnTo>
                  <a:lnTo>
                    <a:pt x="347657" y="1203419"/>
                  </a:lnTo>
                  <a:lnTo>
                    <a:pt x="392763" y="1224203"/>
                  </a:lnTo>
                  <a:lnTo>
                    <a:pt x="439350" y="1241406"/>
                  </a:lnTo>
                  <a:lnTo>
                    <a:pt x="487207" y="1254939"/>
                  </a:lnTo>
                  <a:lnTo>
                    <a:pt x="536121" y="1264715"/>
                  </a:lnTo>
                  <a:lnTo>
                    <a:pt x="585880" y="1270645"/>
                  </a:lnTo>
                  <a:lnTo>
                    <a:pt x="636270" y="1272641"/>
                  </a:lnTo>
                  <a:lnTo>
                    <a:pt x="4862449" y="1272641"/>
                  </a:lnTo>
                  <a:lnTo>
                    <a:pt x="4912838" y="1270645"/>
                  </a:lnTo>
                  <a:lnTo>
                    <a:pt x="4962597" y="1264715"/>
                  </a:lnTo>
                  <a:lnTo>
                    <a:pt x="5011511" y="1254939"/>
                  </a:lnTo>
                  <a:lnTo>
                    <a:pt x="5059368" y="1241406"/>
                  </a:lnTo>
                  <a:lnTo>
                    <a:pt x="5105955" y="1224203"/>
                  </a:lnTo>
                  <a:lnTo>
                    <a:pt x="5151061" y="1203419"/>
                  </a:lnTo>
                  <a:lnTo>
                    <a:pt x="5194471" y="1179142"/>
                  </a:lnTo>
                  <a:lnTo>
                    <a:pt x="5235975" y="1151459"/>
                  </a:lnTo>
                  <a:lnTo>
                    <a:pt x="5275358" y="1120459"/>
                  </a:lnTo>
                  <a:lnTo>
                    <a:pt x="5312410" y="1086231"/>
                  </a:lnTo>
                  <a:lnTo>
                    <a:pt x="5346605" y="1049210"/>
                  </a:lnTo>
                  <a:lnTo>
                    <a:pt x="5377579" y="1009845"/>
                  </a:lnTo>
                  <a:lnTo>
                    <a:pt x="5405243" y="968348"/>
                  </a:lnTo>
                  <a:lnTo>
                    <a:pt x="5429508" y="924936"/>
                  </a:lnTo>
                  <a:lnTo>
                    <a:pt x="5450284" y="879824"/>
                  </a:lnTo>
                  <a:lnTo>
                    <a:pt x="5467483" y="833225"/>
                  </a:lnTo>
                  <a:lnTo>
                    <a:pt x="5481015" y="785356"/>
                  </a:lnTo>
                  <a:lnTo>
                    <a:pt x="5490791" y="736430"/>
                  </a:lnTo>
                  <a:lnTo>
                    <a:pt x="5496722" y="686663"/>
                  </a:lnTo>
                  <a:lnTo>
                    <a:pt x="5498718" y="636270"/>
                  </a:lnTo>
                  <a:lnTo>
                    <a:pt x="5496973" y="588783"/>
                  </a:lnTo>
                  <a:lnTo>
                    <a:pt x="5491820" y="542245"/>
                  </a:lnTo>
                  <a:lnTo>
                    <a:pt x="5483381" y="496777"/>
                  </a:lnTo>
                  <a:lnTo>
                    <a:pt x="5471780" y="452504"/>
                  </a:lnTo>
                  <a:lnTo>
                    <a:pt x="5457140" y="409547"/>
                  </a:lnTo>
                  <a:lnTo>
                    <a:pt x="5439583" y="368031"/>
                  </a:lnTo>
                  <a:lnTo>
                    <a:pt x="5419233" y="328078"/>
                  </a:lnTo>
                  <a:lnTo>
                    <a:pt x="5396213" y="289811"/>
                  </a:lnTo>
                  <a:lnTo>
                    <a:pt x="5370646" y="253353"/>
                  </a:lnTo>
                  <a:lnTo>
                    <a:pt x="5342654" y="218827"/>
                  </a:lnTo>
                  <a:lnTo>
                    <a:pt x="5312436" y="186436"/>
                  </a:lnTo>
                  <a:lnTo>
                    <a:pt x="5279891" y="156064"/>
                  </a:lnTo>
                  <a:lnTo>
                    <a:pt x="5245365" y="128072"/>
                  </a:lnTo>
                  <a:lnTo>
                    <a:pt x="5208907" y="102505"/>
                  </a:lnTo>
                  <a:lnTo>
                    <a:pt x="5170640" y="79485"/>
                  </a:lnTo>
                  <a:lnTo>
                    <a:pt x="5130687" y="59135"/>
                  </a:lnTo>
                  <a:lnTo>
                    <a:pt x="5089171" y="41578"/>
                  </a:lnTo>
                  <a:lnTo>
                    <a:pt x="5046214" y="26938"/>
                  </a:lnTo>
                  <a:lnTo>
                    <a:pt x="5001941" y="15337"/>
                  </a:lnTo>
                  <a:lnTo>
                    <a:pt x="4956473" y="6898"/>
                  </a:lnTo>
                  <a:lnTo>
                    <a:pt x="4909935" y="1745"/>
                  </a:lnTo>
                  <a:lnTo>
                    <a:pt x="4862449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91570" y="8017802"/>
              <a:ext cx="1026731" cy="102544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0767694" y="7976743"/>
              <a:ext cx="1011555" cy="1012190"/>
            </a:xfrm>
            <a:custGeom>
              <a:avLst/>
              <a:gdLst/>
              <a:ahLst/>
              <a:cxnLst/>
              <a:rect l="l" t="t" r="r" b="b"/>
              <a:pathLst>
                <a:path w="1011554" h="1012190">
                  <a:moveTo>
                    <a:pt x="505713" y="0"/>
                  </a:moveTo>
                  <a:lnTo>
                    <a:pt x="457014" y="2315"/>
                  </a:lnTo>
                  <a:lnTo>
                    <a:pt x="409623" y="9119"/>
                  </a:lnTo>
                  <a:lnTo>
                    <a:pt x="363753" y="20201"/>
                  </a:lnTo>
                  <a:lnTo>
                    <a:pt x="319616" y="35349"/>
                  </a:lnTo>
                  <a:lnTo>
                    <a:pt x="277424" y="54351"/>
                  </a:lnTo>
                  <a:lnTo>
                    <a:pt x="237389" y="76994"/>
                  </a:lnTo>
                  <a:lnTo>
                    <a:pt x="199723" y="103067"/>
                  </a:lnTo>
                  <a:lnTo>
                    <a:pt x="164638" y="132359"/>
                  </a:lnTo>
                  <a:lnTo>
                    <a:pt x="132345" y="164656"/>
                  </a:lnTo>
                  <a:lnTo>
                    <a:pt x="103058" y="199749"/>
                  </a:lnTo>
                  <a:lnTo>
                    <a:pt x="76988" y="237423"/>
                  </a:lnTo>
                  <a:lnTo>
                    <a:pt x="54347" y="277469"/>
                  </a:lnTo>
                  <a:lnTo>
                    <a:pt x="35348" y="319673"/>
                  </a:lnTo>
                  <a:lnTo>
                    <a:pt x="20201" y="363824"/>
                  </a:lnTo>
                  <a:lnTo>
                    <a:pt x="9119" y="409710"/>
                  </a:lnTo>
                  <a:lnTo>
                    <a:pt x="2315" y="457120"/>
                  </a:lnTo>
                  <a:lnTo>
                    <a:pt x="0" y="505840"/>
                  </a:lnTo>
                  <a:lnTo>
                    <a:pt x="2315" y="554561"/>
                  </a:lnTo>
                  <a:lnTo>
                    <a:pt x="9119" y="601971"/>
                  </a:lnTo>
                  <a:lnTo>
                    <a:pt x="20201" y="647857"/>
                  </a:lnTo>
                  <a:lnTo>
                    <a:pt x="35348" y="692008"/>
                  </a:lnTo>
                  <a:lnTo>
                    <a:pt x="54347" y="734212"/>
                  </a:lnTo>
                  <a:lnTo>
                    <a:pt x="76988" y="774258"/>
                  </a:lnTo>
                  <a:lnTo>
                    <a:pt x="103058" y="811932"/>
                  </a:lnTo>
                  <a:lnTo>
                    <a:pt x="132345" y="847025"/>
                  </a:lnTo>
                  <a:lnTo>
                    <a:pt x="164638" y="879322"/>
                  </a:lnTo>
                  <a:lnTo>
                    <a:pt x="199723" y="908614"/>
                  </a:lnTo>
                  <a:lnTo>
                    <a:pt x="237389" y="934687"/>
                  </a:lnTo>
                  <a:lnTo>
                    <a:pt x="277424" y="957330"/>
                  </a:lnTo>
                  <a:lnTo>
                    <a:pt x="319616" y="976332"/>
                  </a:lnTo>
                  <a:lnTo>
                    <a:pt x="363753" y="991480"/>
                  </a:lnTo>
                  <a:lnTo>
                    <a:pt x="409623" y="1002562"/>
                  </a:lnTo>
                  <a:lnTo>
                    <a:pt x="457014" y="1009366"/>
                  </a:lnTo>
                  <a:lnTo>
                    <a:pt x="505713" y="1011681"/>
                  </a:lnTo>
                  <a:lnTo>
                    <a:pt x="554434" y="1009366"/>
                  </a:lnTo>
                  <a:lnTo>
                    <a:pt x="601844" y="1002562"/>
                  </a:lnTo>
                  <a:lnTo>
                    <a:pt x="647730" y="991480"/>
                  </a:lnTo>
                  <a:lnTo>
                    <a:pt x="691881" y="976332"/>
                  </a:lnTo>
                  <a:lnTo>
                    <a:pt x="734085" y="957330"/>
                  </a:lnTo>
                  <a:lnTo>
                    <a:pt x="774131" y="934687"/>
                  </a:lnTo>
                  <a:lnTo>
                    <a:pt x="811805" y="908614"/>
                  </a:lnTo>
                  <a:lnTo>
                    <a:pt x="846898" y="879322"/>
                  </a:lnTo>
                  <a:lnTo>
                    <a:pt x="879195" y="847025"/>
                  </a:lnTo>
                  <a:lnTo>
                    <a:pt x="908487" y="811932"/>
                  </a:lnTo>
                  <a:lnTo>
                    <a:pt x="934560" y="774258"/>
                  </a:lnTo>
                  <a:lnTo>
                    <a:pt x="957203" y="734212"/>
                  </a:lnTo>
                  <a:lnTo>
                    <a:pt x="976205" y="692008"/>
                  </a:lnTo>
                  <a:lnTo>
                    <a:pt x="991353" y="647857"/>
                  </a:lnTo>
                  <a:lnTo>
                    <a:pt x="1002435" y="601971"/>
                  </a:lnTo>
                  <a:lnTo>
                    <a:pt x="1009239" y="554561"/>
                  </a:lnTo>
                  <a:lnTo>
                    <a:pt x="1011554" y="505840"/>
                  </a:lnTo>
                  <a:lnTo>
                    <a:pt x="1009239" y="457120"/>
                  </a:lnTo>
                  <a:lnTo>
                    <a:pt x="1002435" y="409710"/>
                  </a:lnTo>
                  <a:lnTo>
                    <a:pt x="991353" y="363824"/>
                  </a:lnTo>
                  <a:lnTo>
                    <a:pt x="976205" y="319673"/>
                  </a:lnTo>
                  <a:lnTo>
                    <a:pt x="957203" y="277469"/>
                  </a:lnTo>
                  <a:lnTo>
                    <a:pt x="934560" y="237423"/>
                  </a:lnTo>
                  <a:lnTo>
                    <a:pt x="908487" y="199749"/>
                  </a:lnTo>
                  <a:lnTo>
                    <a:pt x="879195" y="164656"/>
                  </a:lnTo>
                  <a:lnTo>
                    <a:pt x="846898" y="132359"/>
                  </a:lnTo>
                  <a:lnTo>
                    <a:pt x="811805" y="103067"/>
                  </a:lnTo>
                  <a:lnTo>
                    <a:pt x="774131" y="76994"/>
                  </a:lnTo>
                  <a:lnTo>
                    <a:pt x="734085" y="54351"/>
                  </a:lnTo>
                  <a:lnTo>
                    <a:pt x="691881" y="35349"/>
                  </a:lnTo>
                  <a:lnTo>
                    <a:pt x="647730" y="20201"/>
                  </a:lnTo>
                  <a:lnTo>
                    <a:pt x="601844" y="9119"/>
                  </a:lnTo>
                  <a:lnTo>
                    <a:pt x="554434" y="2315"/>
                  </a:lnTo>
                  <a:lnTo>
                    <a:pt x="5057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75418" y="8373364"/>
            <a:ext cx="218312" cy="218440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17491837" y="8458454"/>
            <a:ext cx="796290" cy="800100"/>
          </a:xfrm>
          <a:custGeom>
            <a:avLst/>
            <a:gdLst/>
            <a:ahLst/>
            <a:cxnLst/>
            <a:rect l="l" t="t" r="r" b="b"/>
            <a:pathLst>
              <a:path w="796290" h="800100">
                <a:moveTo>
                  <a:pt x="796163" y="0"/>
                </a:moveTo>
                <a:lnTo>
                  <a:pt x="80009" y="0"/>
                </a:lnTo>
                <a:lnTo>
                  <a:pt x="64337" y="1543"/>
                </a:lnTo>
                <a:lnTo>
                  <a:pt x="23368" y="23368"/>
                </a:lnTo>
                <a:lnTo>
                  <a:pt x="1543" y="64337"/>
                </a:lnTo>
                <a:lnTo>
                  <a:pt x="0" y="80010"/>
                </a:lnTo>
                <a:lnTo>
                  <a:pt x="0" y="719797"/>
                </a:lnTo>
                <a:lnTo>
                  <a:pt x="13394" y="764210"/>
                </a:lnTo>
                <a:lnTo>
                  <a:pt x="49403" y="793753"/>
                </a:lnTo>
                <a:lnTo>
                  <a:pt x="80009" y="799846"/>
                </a:lnTo>
                <a:lnTo>
                  <a:pt x="796163" y="799846"/>
                </a:lnTo>
                <a:lnTo>
                  <a:pt x="796163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" name="object 33"/>
          <p:cNvGrpSpPr/>
          <p:nvPr/>
        </p:nvGrpSpPr>
        <p:grpSpPr>
          <a:xfrm>
            <a:off x="1799463" y="2324633"/>
            <a:ext cx="7052309" cy="7042784"/>
            <a:chOff x="1799463" y="2324633"/>
            <a:chExt cx="7052309" cy="7042784"/>
          </a:xfrm>
        </p:grpSpPr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9463" y="2324633"/>
              <a:ext cx="7052183" cy="704278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534158" y="3177413"/>
              <a:ext cx="5281295" cy="5281295"/>
            </a:xfrm>
            <a:custGeom>
              <a:avLst/>
              <a:gdLst/>
              <a:ahLst/>
              <a:cxnLst/>
              <a:rect l="l" t="t" r="r" b="b"/>
              <a:pathLst>
                <a:path w="5281295" h="5281295">
                  <a:moveTo>
                    <a:pt x="2640584" y="0"/>
                  </a:moveTo>
                  <a:lnTo>
                    <a:pt x="2592076" y="436"/>
                  </a:lnTo>
                  <a:lnTo>
                    <a:pt x="2543780" y="1741"/>
                  </a:lnTo>
                  <a:lnTo>
                    <a:pt x="2495703" y="3907"/>
                  </a:lnTo>
                  <a:lnTo>
                    <a:pt x="2447854" y="6926"/>
                  </a:lnTo>
                  <a:lnTo>
                    <a:pt x="2400239" y="10791"/>
                  </a:lnTo>
                  <a:lnTo>
                    <a:pt x="2352865" y="15494"/>
                  </a:lnTo>
                  <a:lnTo>
                    <a:pt x="2305741" y="21029"/>
                  </a:lnTo>
                  <a:lnTo>
                    <a:pt x="2258874" y="27387"/>
                  </a:lnTo>
                  <a:lnTo>
                    <a:pt x="2212270" y="34561"/>
                  </a:lnTo>
                  <a:lnTo>
                    <a:pt x="2165939" y="42543"/>
                  </a:lnTo>
                  <a:lnTo>
                    <a:pt x="2119886" y="51327"/>
                  </a:lnTo>
                  <a:lnTo>
                    <a:pt x="2074120" y="60904"/>
                  </a:lnTo>
                  <a:lnTo>
                    <a:pt x="2028648" y="71268"/>
                  </a:lnTo>
                  <a:lnTo>
                    <a:pt x="1983478" y="82410"/>
                  </a:lnTo>
                  <a:lnTo>
                    <a:pt x="1938616" y="94324"/>
                  </a:lnTo>
                  <a:lnTo>
                    <a:pt x="1894071" y="107002"/>
                  </a:lnTo>
                  <a:lnTo>
                    <a:pt x="1849850" y="120436"/>
                  </a:lnTo>
                  <a:lnTo>
                    <a:pt x="1805960" y="134618"/>
                  </a:lnTo>
                  <a:lnTo>
                    <a:pt x="1762409" y="149543"/>
                  </a:lnTo>
                  <a:lnTo>
                    <a:pt x="1719204" y="165201"/>
                  </a:lnTo>
                  <a:lnTo>
                    <a:pt x="1676352" y="181586"/>
                  </a:lnTo>
                  <a:lnTo>
                    <a:pt x="1633862" y="198690"/>
                  </a:lnTo>
                  <a:lnTo>
                    <a:pt x="1591740" y="216506"/>
                  </a:lnTo>
                  <a:lnTo>
                    <a:pt x="1549995" y="235026"/>
                  </a:lnTo>
                  <a:lnTo>
                    <a:pt x="1508633" y="254242"/>
                  </a:lnTo>
                  <a:lnTo>
                    <a:pt x="1467662" y="274148"/>
                  </a:lnTo>
                  <a:lnTo>
                    <a:pt x="1427089" y="294736"/>
                  </a:lnTo>
                  <a:lnTo>
                    <a:pt x="1386922" y="315998"/>
                  </a:lnTo>
                  <a:lnTo>
                    <a:pt x="1347169" y="337927"/>
                  </a:lnTo>
                  <a:lnTo>
                    <a:pt x="1307836" y="360515"/>
                  </a:lnTo>
                  <a:lnTo>
                    <a:pt x="1268932" y="383755"/>
                  </a:lnTo>
                  <a:lnTo>
                    <a:pt x="1230463" y="407640"/>
                  </a:lnTo>
                  <a:lnTo>
                    <a:pt x="1192438" y="432162"/>
                  </a:lnTo>
                  <a:lnTo>
                    <a:pt x="1154863" y="457313"/>
                  </a:lnTo>
                  <a:lnTo>
                    <a:pt x="1117746" y="483087"/>
                  </a:lnTo>
                  <a:lnTo>
                    <a:pt x="1081095" y="509475"/>
                  </a:lnTo>
                  <a:lnTo>
                    <a:pt x="1044916" y="536470"/>
                  </a:lnTo>
                  <a:lnTo>
                    <a:pt x="1009219" y="564065"/>
                  </a:lnTo>
                  <a:lnTo>
                    <a:pt x="974009" y="592253"/>
                  </a:lnTo>
                  <a:lnTo>
                    <a:pt x="939294" y="621025"/>
                  </a:lnTo>
                  <a:lnTo>
                    <a:pt x="905083" y="650375"/>
                  </a:lnTo>
                  <a:lnTo>
                    <a:pt x="871381" y="680294"/>
                  </a:lnTo>
                  <a:lnTo>
                    <a:pt x="838198" y="710776"/>
                  </a:lnTo>
                  <a:lnTo>
                    <a:pt x="805539" y="741813"/>
                  </a:lnTo>
                  <a:lnTo>
                    <a:pt x="773414" y="773398"/>
                  </a:lnTo>
                  <a:lnTo>
                    <a:pt x="741828" y="805522"/>
                  </a:lnTo>
                  <a:lnTo>
                    <a:pt x="710790" y="838180"/>
                  </a:lnTo>
                  <a:lnTo>
                    <a:pt x="680307" y="871362"/>
                  </a:lnTo>
                  <a:lnTo>
                    <a:pt x="650387" y="905062"/>
                  </a:lnTo>
                  <a:lnTo>
                    <a:pt x="621036" y="939273"/>
                  </a:lnTo>
                  <a:lnTo>
                    <a:pt x="592263" y="973986"/>
                  </a:lnTo>
                  <a:lnTo>
                    <a:pt x="564075" y="1009194"/>
                  </a:lnTo>
                  <a:lnTo>
                    <a:pt x="536479" y="1044890"/>
                  </a:lnTo>
                  <a:lnTo>
                    <a:pt x="509483" y="1081067"/>
                  </a:lnTo>
                  <a:lnTo>
                    <a:pt x="483094" y="1117717"/>
                  </a:lnTo>
                  <a:lnTo>
                    <a:pt x="457320" y="1154832"/>
                  </a:lnTo>
                  <a:lnTo>
                    <a:pt x="432168" y="1192405"/>
                  </a:lnTo>
                  <a:lnTo>
                    <a:pt x="407646" y="1230429"/>
                  </a:lnTo>
                  <a:lnTo>
                    <a:pt x="383760" y="1268896"/>
                  </a:lnTo>
                  <a:lnTo>
                    <a:pt x="360520" y="1307798"/>
                  </a:lnTo>
                  <a:lnTo>
                    <a:pt x="337931" y="1347129"/>
                  </a:lnTo>
                  <a:lnTo>
                    <a:pt x="316002" y="1386881"/>
                  </a:lnTo>
                  <a:lnTo>
                    <a:pt x="294739" y="1427045"/>
                  </a:lnTo>
                  <a:lnTo>
                    <a:pt x="274151" y="1467616"/>
                  </a:lnTo>
                  <a:lnTo>
                    <a:pt x="254245" y="1508585"/>
                  </a:lnTo>
                  <a:lnTo>
                    <a:pt x="235028" y="1549945"/>
                  </a:lnTo>
                  <a:lnTo>
                    <a:pt x="216508" y="1591688"/>
                  </a:lnTo>
                  <a:lnTo>
                    <a:pt x="198692" y="1633807"/>
                  </a:lnTo>
                  <a:lnTo>
                    <a:pt x="181588" y="1676295"/>
                  </a:lnTo>
                  <a:lnTo>
                    <a:pt x="165203" y="1719144"/>
                  </a:lnTo>
                  <a:lnTo>
                    <a:pt x="149544" y="1762346"/>
                  </a:lnTo>
                  <a:lnTo>
                    <a:pt x="134619" y="1805895"/>
                  </a:lnTo>
                  <a:lnTo>
                    <a:pt x="120436" y="1849782"/>
                  </a:lnTo>
                  <a:lnTo>
                    <a:pt x="107002" y="1894001"/>
                  </a:lnTo>
                  <a:lnTo>
                    <a:pt x="94325" y="1938543"/>
                  </a:lnTo>
                  <a:lnTo>
                    <a:pt x="82411" y="1983401"/>
                  </a:lnTo>
                  <a:lnTo>
                    <a:pt x="71268" y="2028569"/>
                  </a:lnTo>
                  <a:lnTo>
                    <a:pt x="60905" y="2074038"/>
                  </a:lnTo>
                  <a:lnTo>
                    <a:pt x="51327" y="2119800"/>
                  </a:lnTo>
                  <a:lnTo>
                    <a:pt x="42543" y="2165849"/>
                  </a:lnTo>
                  <a:lnTo>
                    <a:pt x="34561" y="2212178"/>
                  </a:lnTo>
                  <a:lnTo>
                    <a:pt x="27387" y="2258777"/>
                  </a:lnTo>
                  <a:lnTo>
                    <a:pt x="21029" y="2305641"/>
                  </a:lnTo>
                  <a:lnTo>
                    <a:pt x="15494" y="2352762"/>
                  </a:lnTo>
                  <a:lnTo>
                    <a:pt x="10791" y="2400132"/>
                  </a:lnTo>
                  <a:lnTo>
                    <a:pt x="6926" y="2447743"/>
                  </a:lnTo>
                  <a:lnTo>
                    <a:pt x="3907" y="2495589"/>
                  </a:lnTo>
                  <a:lnTo>
                    <a:pt x="1741" y="2543661"/>
                  </a:lnTo>
                  <a:lnTo>
                    <a:pt x="436" y="2591953"/>
                  </a:lnTo>
                  <a:lnTo>
                    <a:pt x="0" y="2640456"/>
                  </a:lnTo>
                  <a:lnTo>
                    <a:pt x="436" y="2688964"/>
                  </a:lnTo>
                  <a:lnTo>
                    <a:pt x="1741" y="2737260"/>
                  </a:lnTo>
                  <a:lnTo>
                    <a:pt x="3907" y="2785337"/>
                  </a:lnTo>
                  <a:lnTo>
                    <a:pt x="6926" y="2833186"/>
                  </a:lnTo>
                  <a:lnTo>
                    <a:pt x="10791" y="2880801"/>
                  </a:lnTo>
                  <a:lnTo>
                    <a:pt x="15494" y="2928175"/>
                  </a:lnTo>
                  <a:lnTo>
                    <a:pt x="21029" y="2975299"/>
                  </a:lnTo>
                  <a:lnTo>
                    <a:pt x="27387" y="3022166"/>
                  </a:lnTo>
                  <a:lnTo>
                    <a:pt x="34561" y="3068770"/>
                  </a:lnTo>
                  <a:lnTo>
                    <a:pt x="42543" y="3115101"/>
                  </a:lnTo>
                  <a:lnTo>
                    <a:pt x="51327" y="3161154"/>
                  </a:lnTo>
                  <a:lnTo>
                    <a:pt x="60905" y="3206920"/>
                  </a:lnTo>
                  <a:lnTo>
                    <a:pt x="71268" y="3252392"/>
                  </a:lnTo>
                  <a:lnTo>
                    <a:pt x="82411" y="3297562"/>
                  </a:lnTo>
                  <a:lnTo>
                    <a:pt x="94325" y="3342424"/>
                  </a:lnTo>
                  <a:lnTo>
                    <a:pt x="107002" y="3386969"/>
                  </a:lnTo>
                  <a:lnTo>
                    <a:pt x="120436" y="3431190"/>
                  </a:lnTo>
                  <a:lnTo>
                    <a:pt x="134620" y="3475080"/>
                  </a:lnTo>
                  <a:lnTo>
                    <a:pt x="149544" y="3518631"/>
                  </a:lnTo>
                  <a:lnTo>
                    <a:pt x="165203" y="3561836"/>
                  </a:lnTo>
                  <a:lnTo>
                    <a:pt x="181588" y="3604688"/>
                  </a:lnTo>
                  <a:lnTo>
                    <a:pt x="198692" y="3647178"/>
                  </a:lnTo>
                  <a:lnTo>
                    <a:pt x="216508" y="3689300"/>
                  </a:lnTo>
                  <a:lnTo>
                    <a:pt x="235028" y="3731045"/>
                  </a:lnTo>
                  <a:lnTo>
                    <a:pt x="254245" y="3772407"/>
                  </a:lnTo>
                  <a:lnTo>
                    <a:pt x="274151" y="3813378"/>
                  </a:lnTo>
                  <a:lnTo>
                    <a:pt x="294739" y="3853951"/>
                  </a:lnTo>
                  <a:lnTo>
                    <a:pt x="316002" y="3894118"/>
                  </a:lnTo>
                  <a:lnTo>
                    <a:pt x="337931" y="3933871"/>
                  </a:lnTo>
                  <a:lnTo>
                    <a:pt x="360520" y="3973204"/>
                  </a:lnTo>
                  <a:lnTo>
                    <a:pt x="383760" y="4012108"/>
                  </a:lnTo>
                  <a:lnTo>
                    <a:pt x="407646" y="4050577"/>
                  </a:lnTo>
                  <a:lnTo>
                    <a:pt x="432168" y="4088602"/>
                  </a:lnTo>
                  <a:lnTo>
                    <a:pt x="457320" y="4126177"/>
                  </a:lnTo>
                  <a:lnTo>
                    <a:pt x="483094" y="4163294"/>
                  </a:lnTo>
                  <a:lnTo>
                    <a:pt x="509483" y="4199945"/>
                  </a:lnTo>
                  <a:lnTo>
                    <a:pt x="536479" y="4236124"/>
                  </a:lnTo>
                  <a:lnTo>
                    <a:pt x="564075" y="4271821"/>
                  </a:lnTo>
                  <a:lnTo>
                    <a:pt x="592263" y="4307031"/>
                  </a:lnTo>
                  <a:lnTo>
                    <a:pt x="621036" y="4341746"/>
                  </a:lnTo>
                  <a:lnTo>
                    <a:pt x="650387" y="4375957"/>
                  </a:lnTo>
                  <a:lnTo>
                    <a:pt x="680307" y="4409659"/>
                  </a:lnTo>
                  <a:lnTo>
                    <a:pt x="710790" y="4442842"/>
                  </a:lnTo>
                  <a:lnTo>
                    <a:pt x="741828" y="4475501"/>
                  </a:lnTo>
                  <a:lnTo>
                    <a:pt x="773414" y="4507626"/>
                  </a:lnTo>
                  <a:lnTo>
                    <a:pt x="805539" y="4539212"/>
                  </a:lnTo>
                  <a:lnTo>
                    <a:pt x="838198" y="4570250"/>
                  </a:lnTo>
                  <a:lnTo>
                    <a:pt x="871381" y="4600733"/>
                  </a:lnTo>
                  <a:lnTo>
                    <a:pt x="905083" y="4630653"/>
                  </a:lnTo>
                  <a:lnTo>
                    <a:pt x="939294" y="4660004"/>
                  </a:lnTo>
                  <a:lnTo>
                    <a:pt x="974009" y="4688777"/>
                  </a:lnTo>
                  <a:lnTo>
                    <a:pt x="1009219" y="4716965"/>
                  </a:lnTo>
                  <a:lnTo>
                    <a:pt x="1044916" y="4744561"/>
                  </a:lnTo>
                  <a:lnTo>
                    <a:pt x="1081095" y="4771557"/>
                  </a:lnTo>
                  <a:lnTo>
                    <a:pt x="1117746" y="4797946"/>
                  </a:lnTo>
                  <a:lnTo>
                    <a:pt x="1154863" y="4823720"/>
                  </a:lnTo>
                  <a:lnTo>
                    <a:pt x="1192438" y="4848872"/>
                  </a:lnTo>
                  <a:lnTo>
                    <a:pt x="1230463" y="4873394"/>
                  </a:lnTo>
                  <a:lnTo>
                    <a:pt x="1268932" y="4897280"/>
                  </a:lnTo>
                  <a:lnTo>
                    <a:pt x="1307836" y="4920520"/>
                  </a:lnTo>
                  <a:lnTo>
                    <a:pt x="1347169" y="4943109"/>
                  </a:lnTo>
                  <a:lnTo>
                    <a:pt x="1386922" y="4965038"/>
                  </a:lnTo>
                  <a:lnTo>
                    <a:pt x="1427089" y="4986301"/>
                  </a:lnTo>
                  <a:lnTo>
                    <a:pt x="1467662" y="5006889"/>
                  </a:lnTo>
                  <a:lnTo>
                    <a:pt x="1508633" y="5026795"/>
                  </a:lnTo>
                  <a:lnTo>
                    <a:pt x="1549995" y="5046012"/>
                  </a:lnTo>
                  <a:lnTo>
                    <a:pt x="1591740" y="5064532"/>
                  </a:lnTo>
                  <a:lnTo>
                    <a:pt x="1633862" y="5082348"/>
                  </a:lnTo>
                  <a:lnTo>
                    <a:pt x="1676352" y="5099452"/>
                  </a:lnTo>
                  <a:lnTo>
                    <a:pt x="1719204" y="5115837"/>
                  </a:lnTo>
                  <a:lnTo>
                    <a:pt x="1762409" y="5131496"/>
                  </a:lnTo>
                  <a:lnTo>
                    <a:pt x="1805960" y="5146421"/>
                  </a:lnTo>
                  <a:lnTo>
                    <a:pt x="1849850" y="5160604"/>
                  </a:lnTo>
                  <a:lnTo>
                    <a:pt x="1894071" y="5174038"/>
                  </a:lnTo>
                  <a:lnTo>
                    <a:pt x="1938616" y="5186715"/>
                  </a:lnTo>
                  <a:lnTo>
                    <a:pt x="1983478" y="5198629"/>
                  </a:lnTo>
                  <a:lnTo>
                    <a:pt x="2028648" y="5209772"/>
                  </a:lnTo>
                  <a:lnTo>
                    <a:pt x="2074120" y="5220135"/>
                  </a:lnTo>
                  <a:lnTo>
                    <a:pt x="2119886" y="5229713"/>
                  </a:lnTo>
                  <a:lnTo>
                    <a:pt x="2165939" y="5238497"/>
                  </a:lnTo>
                  <a:lnTo>
                    <a:pt x="2212270" y="5246479"/>
                  </a:lnTo>
                  <a:lnTo>
                    <a:pt x="2258874" y="5253653"/>
                  </a:lnTo>
                  <a:lnTo>
                    <a:pt x="2305741" y="5260011"/>
                  </a:lnTo>
                  <a:lnTo>
                    <a:pt x="2352865" y="5265546"/>
                  </a:lnTo>
                  <a:lnTo>
                    <a:pt x="2400239" y="5270249"/>
                  </a:lnTo>
                  <a:lnTo>
                    <a:pt x="2447854" y="5274114"/>
                  </a:lnTo>
                  <a:lnTo>
                    <a:pt x="2495703" y="5277133"/>
                  </a:lnTo>
                  <a:lnTo>
                    <a:pt x="2543780" y="5279299"/>
                  </a:lnTo>
                  <a:lnTo>
                    <a:pt x="2592076" y="5280604"/>
                  </a:lnTo>
                  <a:lnTo>
                    <a:pt x="2640584" y="5281040"/>
                  </a:lnTo>
                  <a:lnTo>
                    <a:pt x="2689087" y="5280604"/>
                  </a:lnTo>
                  <a:lnTo>
                    <a:pt x="2737379" y="5279299"/>
                  </a:lnTo>
                  <a:lnTo>
                    <a:pt x="2785451" y="5277133"/>
                  </a:lnTo>
                  <a:lnTo>
                    <a:pt x="2833297" y="5274114"/>
                  </a:lnTo>
                  <a:lnTo>
                    <a:pt x="2880908" y="5270249"/>
                  </a:lnTo>
                  <a:lnTo>
                    <a:pt x="2928278" y="5265546"/>
                  </a:lnTo>
                  <a:lnTo>
                    <a:pt x="2975399" y="5260011"/>
                  </a:lnTo>
                  <a:lnTo>
                    <a:pt x="3022263" y="5253653"/>
                  </a:lnTo>
                  <a:lnTo>
                    <a:pt x="3068862" y="5246479"/>
                  </a:lnTo>
                  <a:lnTo>
                    <a:pt x="3115191" y="5238497"/>
                  </a:lnTo>
                  <a:lnTo>
                    <a:pt x="3161240" y="5229713"/>
                  </a:lnTo>
                  <a:lnTo>
                    <a:pt x="3207002" y="5220135"/>
                  </a:lnTo>
                  <a:lnTo>
                    <a:pt x="3252471" y="5209772"/>
                  </a:lnTo>
                  <a:lnTo>
                    <a:pt x="3297639" y="5198629"/>
                  </a:lnTo>
                  <a:lnTo>
                    <a:pt x="3342497" y="5186715"/>
                  </a:lnTo>
                  <a:lnTo>
                    <a:pt x="3387039" y="5174038"/>
                  </a:lnTo>
                  <a:lnTo>
                    <a:pt x="3431258" y="5160604"/>
                  </a:lnTo>
                  <a:lnTo>
                    <a:pt x="3475145" y="5146420"/>
                  </a:lnTo>
                  <a:lnTo>
                    <a:pt x="3518694" y="5131496"/>
                  </a:lnTo>
                  <a:lnTo>
                    <a:pt x="3561896" y="5115837"/>
                  </a:lnTo>
                  <a:lnTo>
                    <a:pt x="3604745" y="5099452"/>
                  </a:lnTo>
                  <a:lnTo>
                    <a:pt x="3647233" y="5082348"/>
                  </a:lnTo>
                  <a:lnTo>
                    <a:pt x="3689352" y="5064532"/>
                  </a:lnTo>
                  <a:lnTo>
                    <a:pt x="3731095" y="5046012"/>
                  </a:lnTo>
                  <a:lnTo>
                    <a:pt x="3772455" y="5026795"/>
                  </a:lnTo>
                  <a:lnTo>
                    <a:pt x="3813424" y="5006889"/>
                  </a:lnTo>
                  <a:lnTo>
                    <a:pt x="3853995" y="4986301"/>
                  </a:lnTo>
                  <a:lnTo>
                    <a:pt x="3894159" y="4965038"/>
                  </a:lnTo>
                  <a:lnTo>
                    <a:pt x="3933911" y="4943109"/>
                  </a:lnTo>
                  <a:lnTo>
                    <a:pt x="3973242" y="4920520"/>
                  </a:lnTo>
                  <a:lnTo>
                    <a:pt x="4012144" y="4897280"/>
                  </a:lnTo>
                  <a:lnTo>
                    <a:pt x="4050611" y="4873394"/>
                  </a:lnTo>
                  <a:lnTo>
                    <a:pt x="4088635" y="4848872"/>
                  </a:lnTo>
                  <a:lnTo>
                    <a:pt x="4126208" y="4823720"/>
                  </a:lnTo>
                  <a:lnTo>
                    <a:pt x="4163323" y="4797946"/>
                  </a:lnTo>
                  <a:lnTo>
                    <a:pt x="4199973" y="4771557"/>
                  </a:lnTo>
                  <a:lnTo>
                    <a:pt x="4236150" y="4744561"/>
                  </a:lnTo>
                  <a:lnTo>
                    <a:pt x="4271846" y="4716965"/>
                  </a:lnTo>
                  <a:lnTo>
                    <a:pt x="4307054" y="4688777"/>
                  </a:lnTo>
                  <a:lnTo>
                    <a:pt x="4341767" y="4660004"/>
                  </a:lnTo>
                  <a:lnTo>
                    <a:pt x="4375978" y="4630653"/>
                  </a:lnTo>
                  <a:lnTo>
                    <a:pt x="4409678" y="4600733"/>
                  </a:lnTo>
                  <a:lnTo>
                    <a:pt x="4442860" y="4570250"/>
                  </a:lnTo>
                  <a:lnTo>
                    <a:pt x="4475518" y="4539212"/>
                  </a:lnTo>
                  <a:lnTo>
                    <a:pt x="4507642" y="4507626"/>
                  </a:lnTo>
                  <a:lnTo>
                    <a:pt x="4539227" y="4475501"/>
                  </a:lnTo>
                  <a:lnTo>
                    <a:pt x="4570264" y="4442842"/>
                  </a:lnTo>
                  <a:lnTo>
                    <a:pt x="4600746" y="4409659"/>
                  </a:lnTo>
                  <a:lnTo>
                    <a:pt x="4630665" y="4375957"/>
                  </a:lnTo>
                  <a:lnTo>
                    <a:pt x="4660015" y="4341746"/>
                  </a:lnTo>
                  <a:lnTo>
                    <a:pt x="4688787" y="4307031"/>
                  </a:lnTo>
                  <a:lnTo>
                    <a:pt x="4716975" y="4271821"/>
                  </a:lnTo>
                  <a:lnTo>
                    <a:pt x="4744570" y="4236124"/>
                  </a:lnTo>
                  <a:lnTo>
                    <a:pt x="4771565" y="4199945"/>
                  </a:lnTo>
                  <a:lnTo>
                    <a:pt x="4797953" y="4163294"/>
                  </a:lnTo>
                  <a:lnTo>
                    <a:pt x="4823727" y="4126177"/>
                  </a:lnTo>
                  <a:lnTo>
                    <a:pt x="4848878" y="4088602"/>
                  </a:lnTo>
                  <a:lnTo>
                    <a:pt x="4873400" y="4050577"/>
                  </a:lnTo>
                  <a:lnTo>
                    <a:pt x="4897285" y="4012108"/>
                  </a:lnTo>
                  <a:lnTo>
                    <a:pt x="4920525" y="3973204"/>
                  </a:lnTo>
                  <a:lnTo>
                    <a:pt x="4943113" y="3933871"/>
                  </a:lnTo>
                  <a:lnTo>
                    <a:pt x="4965042" y="3894118"/>
                  </a:lnTo>
                  <a:lnTo>
                    <a:pt x="4986304" y="3853951"/>
                  </a:lnTo>
                  <a:lnTo>
                    <a:pt x="5006892" y="3813378"/>
                  </a:lnTo>
                  <a:lnTo>
                    <a:pt x="5026798" y="3772407"/>
                  </a:lnTo>
                  <a:lnTo>
                    <a:pt x="5046014" y="3731045"/>
                  </a:lnTo>
                  <a:lnTo>
                    <a:pt x="5064534" y="3689300"/>
                  </a:lnTo>
                  <a:lnTo>
                    <a:pt x="5082350" y="3647178"/>
                  </a:lnTo>
                  <a:lnTo>
                    <a:pt x="5099454" y="3604688"/>
                  </a:lnTo>
                  <a:lnTo>
                    <a:pt x="5115839" y="3561836"/>
                  </a:lnTo>
                  <a:lnTo>
                    <a:pt x="5131497" y="3518631"/>
                  </a:lnTo>
                  <a:lnTo>
                    <a:pt x="5146422" y="3475080"/>
                  </a:lnTo>
                  <a:lnTo>
                    <a:pt x="5160604" y="3431190"/>
                  </a:lnTo>
                  <a:lnTo>
                    <a:pt x="5174038" y="3386969"/>
                  </a:lnTo>
                  <a:lnTo>
                    <a:pt x="5186716" y="3342424"/>
                  </a:lnTo>
                  <a:lnTo>
                    <a:pt x="5198630" y="3297562"/>
                  </a:lnTo>
                  <a:lnTo>
                    <a:pt x="5209772" y="3252392"/>
                  </a:lnTo>
                  <a:lnTo>
                    <a:pt x="5220136" y="3206920"/>
                  </a:lnTo>
                  <a:lnTo>
                    <a:pt x="5229713" y="3161154"/>
                  </a:lnTo>
                  <a:lnTo>
                    <a:pt x="5238497" y="3115101"/>
                  </a:lnTo>
                  <a:lnTo>
                    <a:pt x="5246479" y="3068770"/>
                  </a:lnTo>
                  <a:lnTo>
                    <a:pt x="5253653" y="3022166"/>
                  </a:lnTo>
                  <a:lnTo>
                    <a:pt x="5260011" y="2975299"/>
                  </a:lnTo>
                  <a:lnTo>
                    <a:pt x="5265546" y="2928175"/>
                  </a:lnTo>
                  <a:lnTo>
                    <a:pt x="5270249" y="2880801"/>
                  </a:lnTo>
                  <a:lnTo>
                    <a:pt x="5274114" y="2833186"/>
                  </a:lnTo>
                  <a:lnTo>
                    <a:pt x="5277133" y="2785337"/>
                  </a:lnTo>
                  <a:lnTo>
                    <a:pt x="5279299" y="2737260"/>
                  </a:lnTo>
                  <a:lnTo>
                    <a:pt x="5280604" y="2688964"/>
                  </a:lnTo>
                  <a:lnTo>
                    <a:pt x="5281041" y="2640456"/>
                  </a:lnTo>
                  <a:lnTo>
                    <a:pt x="5280604" y="2591953"/>
                  </a:lnTo>
                  <a:lnTo>
                    <a:pt x="5279299" y="2543661"/>
                  </a:lnTo>
                  <a:lnTo>
                    <a:pt x="5277133" y="2495589"/>
                  </a:lnTo>
                  <a:lnTo>
                    <a:pt x="5274114" y="2447743"/>
                  </a:lnTo>
                  <a:lnTo>
                    <a:pt x="5270249" y="2400132"/>
                  </a:lnTo>
                  <a:lnTo>
                    <a:pt x="5265546" y="2352762"/>
                  </a:lnTo>
                  <a:lnTo>
                    <a:pt x="5260011" y="2305641"/>
                  </a:lnTo>
                  <a:lnTo>
                    <a:pt x="5253653" y="2258777"/>
                  </a:lnTo>
                  <a:lnTo>
                    <a:pt x="5246479" y="2212178"/>
                  </a:lnTo>
                  <a:lnTo>
                    <a:pt x="5238497" y="2165849"/>
                  </a:lnTo>
                  <a:lnTo>
                    <a:pt x="5229713" y="2119800"/>
                  </a:lnTo>
                  <a:lnTo>
                    <a:pt x="5220136" y="2074038"/>
                  </a:lnTo>
                  <a:lnTo>
                    <a:pt x="5209772" y="2028569"/>
                  </a:lnTo>
                  <a:lnTo>
                    <a:pt x="5198630" y="1983401"/>
                  </a:lnTo>
                  <a:lnTo>
                    <a:pt x="5186716" y="1938543"/>
                  </a:lnTo>
                  <a:lnTo>
                    <a:pt x="5174038" y="1894001"/>
                  </a:lnTo>
                  <a:lnTo>
                    <a:pt x="5160604" y="1849782"/>
                  </a:lnTo>
                  <a:lnTo>
                    <a:pt x="5146422" y="1805895"/>
                  </a:lnTo>
                  <a:lnTo>
                    <a:pt x="5131497" y="1762346"/>
                  </a:lnTo>
                  <a:lnTo>
                    <a:pt x="5115839" y="1719144"/>
                  </a:lnTo>
                  <a:lnTo>
                    <a:pt x="5099454" y="1676295"/>
                  </a:lnTo>
                  <a:lnTo>
                    <a:pt x="5082350" y="1633807"/>
                  </a:lnTo>
                  <a:lnTo>
                    <a:pt x="5064534" y="1591688"/>
                  </a:lnTo>
                  <a:lnTo>
                    <a:pt x="5046014" y="1549945"/>
                  </a:lnTo>
                  <a:lnTo>
                    <a:pt x="5026798" y="1508585"/>
                  </a:lnTo>
                  <a:lnTo>
                    <a:pt x="5006892" y="1467616"/>
                  </a:lnTo>
                  <a:lnTo>
                    <a:pt x="4986304" y="1427045"/>
                  </a:lnTo>
                  <a:lnTo>
                    <a:pt x="4965042" y="1386881"/>
                  </a:lnTo>
                  <a:lnTo>
                    <a:pt x="4943113" y="1347129"/>
                  </a:lnTo>
                  <a:lnTo>
                    <a:pt x="4920525" y="1307798"/>
                  </a:lnTo>
                  <a:lnTo>
                    <a:pt x="4897285" y="1268896"/>
                  </a:lnTo>
                  <a:lnTo>
                    <a:pt x="4873400" y="1230429"/>
                  </a:lnTo>
                  <a:lnTo>
                    <a:pt x="4848878" y="1192405"/>
                  </a:lnTo>
                  <a:lnTo>
                    <a:pt x="4823727" y="1154832"/>
                  </a:lnTo>
                  <a:lnTo>
                    <a:pt x="4797953" y="1117717"/>
                  </a:lnTo>
                  <a:lnTo>
                    <a:pt x="4771565" y="1081067"/>
                  </a:lnTo>
                  <a:lnTo>
                    <a:pt x="4744570" y="1044890"/>
                  </a:lnTo>
                  <a:lnTo>
                    <a:pt x="4716975" y="1009194"/>
                  </a:lnTo>
                  <a:lnTo>
                    <a:pt x="4688787" y="973986"/>
                  </a:lnTo>
                  <a:lnTo>
                    <a:pt x="4660015" y="939273"/>
                  </a:lnTo>
                  <a:lnTo>
                    <a:pt x="4630665" y="905062"/>
                  </a:lnTo>
                  <a:lnTo>
                    <a:pt x="4600746" y="871362"/>
                  </a:lnTo>
                  <a:lnTo>
                    <a:pt x="4570264" y="838180"/>
                  </a:lnTo>
                  <a:lnTo>
                    <a:pt x="4539227" y="805522"/>
                  </a:lnTo>
                  <a:lnTo>
                    <a:pt x="4507642" y="773398"/>
                  </a:lnTo>
                  <a:lnTo>
                    <a:pt x="4475518" y="741813"/>
                  </a:lnTo>
                  <a:lnTo>
                    <a:pt x="4442860" y="710776"/>
                  </a:lnTo>
                  <a:lnTo>
                    <a:pt x="4409678" y="680294"/>
                  </a:lnTo>
                  <a:lnTo>
                    <a:pt x="4375978" y="650375"/>
                  </a:lnTo>
                  <a:lnTo>
                    <a:pt x="4341767" y="621025"/>
                  </a:lnTo>
                  <a:lnTo>
                    <a:pt x="4307054" y="592253"/>
                  </a:lnTo>
                  <a:lnTo>
                    <a:pt x="4271846" y="564065"/>
                  </a:lnTo>
                  <a:lnTo>
                    <a:pt x="4236150" y="536470"/>
                  </a:lnTo>
                  <a:lnTo>
                    <a:pt x="4199973" y="509475"/>
                  </a:lnTo>
                  <a:lnTo>
                    <a:pt x="4163323" y="483087"/>
                  </a:lnTo>
                  <a:lnTo>
                    <a:pt x="4126208" y="457313"/>
                  </a:lnTo>
                  <a:lnTo>
                    <a:pt x="4088635" y="432162"/>
                  </a:lnTo>
                  <a:lnTo>
                    <a:pt x="4050611" y="407640"/>
                  </a:lnTo>
                  <a:lnTo>
                    <a:pt x="4012144" y="383755"/>
                  </a:lnTo>
                  <a:lnTo>
                    <a:pt x="3973242" y="360515"/>
                  </a:lnTo>
                  <a:lnTo>
                    <a:pt x="3933911" y="337927"/>
                  </a:lnTo>
                  <a:lnTo>
                    <a:pt x="3894159" y="315998"/>
                  </a:lnTo>
                  <a:lnTo>
                    <a:pt x="3853995" y="294736"/>
                  </a:lnTo>
                  <a:lnTo>
                    <a:pt x="3813424" y="274148"/>
                  </a:lnTo>
                  <a:lnTo>
                    <a:pt x="3772455" y="254242"/>
                  </a:lnTo>
                  <a:lnTo>
                    <a:pt x="3731095" y="235026"/>
                  </a:lnTo>
                  <a:lnTo>
                    <a:pt x="3689352" y="216506"/>
                  </a:lnTo>
                  <a:lnTo>
                    <a:pt x="3647233" y="198690"/>
                  </a:lnTo>
                  <a:lnTo>
                    <a:pt x="3604745" y="181586"/>
                  </a:lnTo>
                  <a:lnTo>
                    <a:pt x="3561896" y="165201"/>
                  </a:lnTo>
                  <a:lnTo>
                    <a:pt x="3518694" y="149543"/>
                  </a:lnTo>
                  <a:lnTo>
                    <a:pt x="3475145" y="134618"/>
                  </a:lnTo>
                  <a:lnTo>
                    <a:pt x="3431258" y="120436"/>
                  </a:lnTo>
                  <a:lnTo>
                    <a:pt x="3387039" y="107002"/>
                  </a:lnTo>
                  <a:lnTo>
                    <a:pt x="3342497" y="94324"/>
                  </a:lnTo>
                  <a:lnTo>
                    <a:pt x="3297639" y="82410"/>
                  </a:lnTo>
                  <a:lnTo>
                    <a:pt x="3252471" y="71268"/>
                  </a:lnTo>
                  <a:lnTo>
                    <a:pt x="3207002" y="60904"/>
                  </a:lnTo>
                  <a:lnTo>
                    <a:pt x="3161240" y="51327"/>
                  </a:lnTo>
                  <a:lnTo>
                    <a:pt x="3115191" y="42543"/>
                  </a:lnTo>
                  <a:lnTo>
                    <a:pt x="3068862" y="34561"/>
                  </a:lnTo>
                  <a:lnTo>
                    <a:pt x="3022263" y="27387"/>
                  </a:lnTo>
                  <a:lnTo>
                    <a:pt x="2975399" y="21029"/>
                  </a:lnTo>
                  <a:lnTo>
                    <a:pt x="2928278" y="15494"/>
                  </a:lnTo>
                  <a:lnTo>
                    <a:pt x="2880908" y="10791"/>
                  </a:lnTo>
                  <a:lnTo>
                    <a:pt x="2833297" y="6926"/>
                  </a:lnTo>
                  <a:lnTo>
                    <a:pt x="2785451" y="3907"/>
                  </a:lnTo>
                  <a:lnTo>
                    <a:pt x="2737379" y="1741"/>
                  </a:lnTo>
                  <a:lnTo>
                    <a:pt x="2689087" y="436"/>
                  </a:lnTo>
                  <a:lnTo>
                    <a:pt x="26405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555058" y="4734445"/>
              <a:ext cx="1397635" cy="1373505"/>
            </a:xfrm>
            <a:custGeom>
              <a:avLst/>
              <a:gdLst/>
              <a:ahLst/>
              <a:cxnLst/>
              <a:rect l="l" t="t" r="r" b="b"/>
              <a:pathLst>
                <a:path w="1397635" h="1373504">
                  <a:moveTo>
                    <a:pt x="807732" y="772947"/>
                  </a:moveTo>
                  <a:lnTo>
                    <a:pt x="806754" y="752729"/>
                  </a:lnTo>
                  <a:lnTo>
                    <a:pt x="802525" y="726427"/>
                  </a:lnTo>
                  <a:lnTo>
                    <a:pt x="796429" y="722299"/>
                  </a:lnTo>
                  <a:lnTo>
                    <a:pt x="783729" y="724738"/>
                  </a:lnTo>
                  <a:lnTo>
                    <a:pt x="779602" y="730834"/>
                  </a:lnTo>
                  <a:lnTo>
                    <a:pt x="783399" y="755002"/>
                  </a:lnTo>
                  <a:lnTo>
                    <a:pt x="784301" y="772947"/>
                  </a:lnTo>
                  <a:lnTo>
                    <a:pt x="777748" y="822083"/>
                  </a:lnTo>
                  <a:lnTo>
                    <a:pt x="759142" y="866254"/>
                  </a:lnTo>
                  <a:lnTo>
                    <a:pt x="730262" y="903681"/>
                  </a:lnTo>
                  <a:lnTo>
                    <a:pt x="692848" y="932624"/>
                  </a:lnTo>
                  <a:lnTo>
                    <a:pt x="648690" y="951293"/>
                  </a:lnTo>
                  <a:lnTo>
                    <a:pt x="599516" y="957948"/>
                  </a:lnTo>
                  <a:lnTo>
                    <a:pt x="550354" y="951395"/>
                  </a:lnTo>
                  <a:lnTo>
                    <a:pt x="506145" y="932802"/>
                  </a:lnTo>
                  <a:lnTo>
                    <a:pt x="468693" y="903935"/>
                  </a:lnTo>
                  <a:lnTo>
                    <a:pt x="439737" y="866559"/>
                  </a:lnTo>
                  <a:lnTo>
                    <a:pt x="421055" y="822413"/>
                  </a:lnTo>
                  <a:lnTo>
                    <a:pt x="414413" y="773290"/>
                  </a:lnTo>
                  <a:lnTo>
                    <a:pt x="420966" y="724154"/>
                  </a:lnTo>
                  <a:lnTo>
                    <a:pt x="439572" y="679983"/>
                  </a:lnTo>
                  <a:lnTo>
                    <a:pt x="468452" y="642543"/>
                  </a:lnTo>
                  <a:lnTo>
                    <a:pt x="505853" y="613613"/>
                  </a:lnTo>
                  <a:lnTo>
                    <a:pt x="550011" y="594931"/>
                  </a:lnTo>
                  <a:lnTo>
                    <a:pt x="599516" y="588289"/>
                  </a:lnTo>
                  <a:lnTo>
                    <a:pt x="621017" y="589648"/>
                  </a:lnTo>
                  <a:lnTo>
                    <a:pt x="648652" y="594487"/>
                  </a:lnTo>
                  <a:lnTo>
                    <a:pt x="654672" y="590067"/>
                  </a:lnTo>
                  <a:lnTo>
                    <a:pt x="611644" y="565277"/>
                  </a:lnTo>
                  <a:lnTo>
                    <a:pt x="599516" y="564896"/>
                  </a:lnTo>
                  <a:lnTo>
                    <a:pt x="551789" y="570382"/>
                  </a:lnTo>
                  <a:lnTo>
                    <a:pt x="507961" y="586041"/>
                  </a:lnTo>
                  <a:lnTo>
                    <a:pt x="469303" y="610603"/>
                  </a:lnTo>
                  <a:lnTo>
                    <a:pt x="437070" y="642823"/>
                  </a:lnTo>
                  <a:lnTo>
                    <a:pt x="412496" y="681443"/>
                  </a:lnTo>
                  <a:lnTo>
                    <a:pt x="396824" y="725233"/>
                  </a:lnTo>
                  <a:lnTo>
                    <a:pt x="391325" y="772947"/>
                  </a:lnTo>
                  <a:lnTo>
                    <a:pt x="396824" y="820648"/>
                  </a:lnTo>
                  <a:lnTo>
                    <a:pt x="412496" y="864450"/>
                  </a:lnTo>
                  <a:lnTo>
                    <a:pt x="437070" y="903084"/>
                  </a:lnTo>
                  <a:lnTo>
                    <a:pt x="469303" y="935304"/>
                  </a:lnTo>
                  <a:lnTo>
                    <a:pt x="507961" y="959866"/>
                  </a:lnTo>
                  <a:lnTo>
                    <a:pt x="551789" y="975512"/>
                  </a:lnTo>
                  <a:lnTo>
                    <a:pt x="599516" y="981011"/>
                  </a:lnTo>
                  <a:lnTo>
                    <a:pt x="647268" y="975512"/>
                  </a:lnTo>
                  <a:lnTo>
                    <a:pt x="691083" y="959866"/>
                  </a:lnTo>
                  <a:lnTo>
                    <a:pt x="729742" y="935304"/>
                  </a:lnTo>
                  <a:lnTo>
                    <a:pt x="761987" y="903084"/>
                  </a:lnTo>
                  <a:lnTo>
                    <a:pt x="786561" y="864450"/>
                  </a:lnTo>
                  <a:lnTo>
                    <a:pt x="802233" y="820648"/>
                  </a:lnTo>
                  <a:lnTo>
                    <a:pt x="807732" y="772947"/>
                  </a:lnTo>
                  <a:close/>
                </a:path>
                <a:path w="1397635" h="1373504">
                  <a:moveTo>
                    <a:pt x="1005344" y="771563"/>
                  </a:moveTo>
                  <a:lnTo>
                    <a:pt x="1000620" y="711225"/>
                  </a:lnTo>
                  <a:lnTo>
                    <a:pt x="984377" y="646290"/>
                  </a:lnTo>
                  <a:lnTo>
                    <a:pt x="977455" y="643509"/>
                  </a:lnTo>
                  <a:lnTo>
                    <a:pt x="966292" y="648296"/>
                  </a:lnTo>
                  <a:lnTo>
                    <a:pt x="963396" y="653859"/>
                  </a:lnTo>
                  <a:lnTo>
                    <a:pt x="976045" y="705929"/>
                  </a:lnTo>
                  <a:lnTo>
                    <a:pt x="981532" y="752487"/>
                  </a:lnTo>
                  <a:lnTo>
                    <a:pt x="981290" y="798614"/>
                  </a:lnTo>
                  <a:lnTo>
                    <a:pt x="975525" y="843864"/>
                  </a:lnTo>
                  <a:lnTo>
                    <a:pt x="964488" y="887780"/>
                  </a:lnTo>
                  <a:lnTo>
                    <a:pt x="948410" y="929906"/>
                  </a:lnTo>
                  <a:lnTo>
                    <a:pt x="927519" y="969810"/>
                  </a:lnTo>
                  <a:lnTo>
                    <a:pt x="902068" y="1007046"/>
                  </a:lnTo>
                  <a:lnTo>
                    <a:pt x="872274" y="1041158"/>
                  </a:lnTo>
                  <a:lnTo>
                    <a:pt x="838377" y="1071689"/>
                  </a:lnTo>
                  <a:lnTo>
                    <a:pt x="800608" y="1098207"/>
                  </a:lnTo>
                  <a:lnTo>
                    <a:pt x="759206" y="1120254"/>
                  </a:lnTo>
                  <a:lnTo>
                    <a:pt x="714400" y="1137399"/>
                  </a:lnTo>
                  <a:lnTo>
                    <a:pt x="667816" y="1148854"/>
                  </a:lnTo>
                  <a:lnTo>
                    <a:pt x="621220" y="1154353"/>
                  </a:lnTo>
                  <a:lnTo>
                    <a:pt x="575068" y="1154099"/>
                  </a:lnTo>
                  <a:lnTo>
                    <a:pt x="529793" y="1148346"/>
                  </a:lnTo>
                  <a:lnTo>
                    <a:pt x="485851" y="1137310"/>
                  </a:lnTo>
                  <a:lnTo>
                    <a:pt x="443687" y="1121244"/>
                  </a:lnTo>
                  <a:lnTo>
                    <a:pt x="403758" y="1100378"/>
                  </a:lnTo>
                  <a:lnTo>
                    <a:pt x="366509" y="1074928"/>
                  </a:lnTo>
                  <a:lnTo>
                    <a:pt x="332371" y="1045159"/>
                  </a:lnTo>
                  <a:lnTo>
                    <a:pt x="301815" y="1011275"/>
                  </a:lnTo>
                  <a:lnTo>
                    <a:pt x="275285" y="973531"/>
                  </a:lnTo>
                  <a:lnTo>
                    <a:pt x="253212" y="932154"/>
                  </a:lnTo>
                  <a:lnTo>
                    <a:pt x="236067" y="887387"/>
                  </a:lnTo>
                  <a:lnTo>
                    <a:pt x="224599" y="840841"/>
                  </a:lnTo>
                  <a:lnTo>
                    <a:pt x="219100" y="794270"/>
                  </a:lnTo>
                  <a:lnTo>
                    <a:pt x="219354" y="748144"/>
                  </a:lnTo>
                  <a:lnTo>
                    <a:pt x="225107" y="702906"/>
                  </a:lnTo>
                  <a:lnTo>
                    <a:pt x="236143" y="658990"/>
                  </a:lnTo>
                  <a:lnTo>
                    <a:pt x="252222" y="616851"/>
                  </a:lnTo>
                  <a:lnTo>
                    <a:pt x="273113" y="576948"/>
                  </a:lnTo>
                  <a:lnTo>
                    <a:pt x="298577" y="539724"/>
                  </a:lnTo>
                  <a:lnTo>
                    <a:pt x="328371" y="505612"/>
                  </a:lnTo>
                  <a:lnTo>
                    <a:pt x="362267" y="475081"/>
                  </a:lnTo>
                  <a:lnTo>
                    <a:pt x="400037" y="448564"/>
                  </a:lnTo>
                  <a:lnTo>
                    <a:pt x="441439" y="426504"/>
                  </a:lnTo>
                  <a:lnTo>
                    <a:pt x="486244" y="409371"/>
                  </a:lnTo>
                  <a:lnTo>
                    <a:pt x="532701" y="397967"/>
                  </a:lnTo>
                  <a:lnTo>
                    <a:pt x="579945" y="392480"/>
                  </a:lnTo>
                  <a:lnTo>
                    <a:pt x="627418" y="392899"/>
                  </a:lnTo>
                  <a:lnTo>
                    <a:pt x="674560" y="399224"/>
                  </a:lnTo>
                  <a:lnTo>
                    <a:pt x="726757" y="412965"/>
                  </a:lnTo>
                  <a:lnTo>
                    <a:pt x="732917" y="409752"/>
                  </a:lnTo>
                  <a:lnTo>
                    <a:pt x="696277" y="380149"/>
                  </a:lnTo>
                  <a:lnTo>
                    <a:pt x="632091" y="369722"/>
                  </a:lnTo>
                  <a:lnTo>
                    <a:pt x="599516" y="368439"/>
                  </a:lnTo>
                  <a:lnTo>
                    <a:pt x="552348" y="371297"/>
                  </a:lnTo>
                  <a:lnTo>
                    <a:pt x="506780" y="379399"/>
                  </a:lnTo>
                  <a:lnTo>
                    <a:pt x="463143" y="392417"/>
                  </a:lnTo>
                  <a:lnTo>
                    <a:pt x="421716" y="410070"/>
                  </a:lnTo>
                  <a:lnTo>
                    <a:pt x="382816" y="432041"/>
                  </a:lnTo>
                  <a:lnTo>
                    <a:pt x="346735" y="458025"/>
                  </a:lnTo>
                  <a:lnTo>
                    <a:pt x="313791" y="487718"/>
                  </a:lnTo>
                  <a:lnTo>
                    <a:pt x="284264" y="520827"/>
                  </a:lnTo>
                  <a:lnTo>
                    <a:pt x="258483" y="557034"/>
                  </a:lnTo>
                  <a:lnTo>
                    <a:pt x="236728" y="596049"/>
                  </a:lnTo>
                  <a:lnTo>
                    <a:pt x="219316" y="637552"/>
                  </a:lnTo>
                  <a:lnTo>
                    <a:pt x="206540" y="681240"/>
                  </a:lnTo>
                  <a:lnTo>
                    <a:pt x="198716" y="726821"/>
                  </a:lnTo>
                  <a:lnTo>
                    <a:pt x="196138" y="773976"/>
                  </a:lnTo>
                  <a:lnTo>
                    <a:pt x="198996" y="821118"/>
                  </a:lnTo>
                  <a:lnTo>
                    <a:pt x="207098" y="866660"/>
                  </a:lnTo>
                  <a:lnTo>
                    <a:pt x="220129" y="910272"/>
                  </a:lnTo>
                  <a:lnTo>
                    <a:pt x="237794" y="951674"/>
                  </a:lnTo>
                  <a:lnTo>
                    <a:pt x="259778" y="990549"/>
                  </a:lnTo>
                  <a:lnTo>
                    <a:pt x="285775" y="1026604"/>
                  </a:lnTo>
                  <a:lnTo>
                    <a:pt x="315493" y="1059535"/>
                  </a:lnTo>
                  <a:lnTo>
                    <a:pt x="348627" y="1089037"/>
                  </a:lnTo>
                  <a:lnTo>
                    <a:pt x="384860" y="1114806"/>
                  </a:lnTo>
                  <a:lnTo>
                    <a:pt x="423887" y="1136535"/>
                  </a:lnTo>
                  <a:lnTo>
                    <a:pt x="465416" y="1153934"/>
                  </a:lnTo>
                  <a:lnTo>
                    <a:pt x="509143" y="1166698"/>
                  </a:lnTo>
                  <a:lnTo>
                    <a:pt x="554748" y="1174521"/>
                  </a:lnTo>
                  <a:lnTo>
                    <a:pt x="601941" y="1177099"/>
                  </a:lnTo>
                  <a:lnTo>
                    <a:pt x="649122" y="1174242"/>
                  </a:lnTo>
                  <a:lnTo>
                    <a:pt x="694677" y="1166152"/>
                  </a:lnTo>
                  <a:lnTo>
                    <a:pt x="738327" y="1153121"/>
                  </a:lnTo>
                  <a:lnTo>
                    <a:pt x="779754" y="1135481"/>
                  </a:lnTo>
                  <a:lnTo>
                    <a:pt x="818654" y="1113510"/>
                  </a:lnTo>
                  <a:lnTo>
                    <a:pt x="854735" y="1087526"/>
                  </a:lnTo>
                  <a:lnTo>
                    <a:pt x="887691" y="1057821"/>
                  </a:lnTo>
                  <a:lnTo>
                    <a:pt x="917206" y="1024724"/>
                  </a:lnTo>
                  <a:lnTo>
                    <a:pt x="943000" y="988517"/>
                  </a:lnTo>
                  <a:lnTo>
                    <a:pt x="964742" y="949502"/>
                  </a:lnTo>
                  <a:lnTo>
                    <a:pt x="982167" y="907999"/>
                  </a:lnTo>
                  <a:lnTo>
                    <a:pt x="994930" y="864311"/>
                  </a:lnTo>
                  <a:lnTo>
                    <a:pt x="1002766" y="818730"/>
                  </a:lnTo>
                  <a:lnTo>
                    <a:pt x="1005344" y="771563"/>
                  </a:lnTo>
                  <a:close/>
                </a:path>
                <a:path w="1397635" h="1373504">
                  <a:moveTo>
                    <a:pt x="1201026" y="751357"/>
                  </a:moveTo>
                  <a:lnTo>
                    <a:pt x="1196746" y="698246"/>
                  </a:lnTo>
                  <a:lnTo>
                    <a:pt x="1187729" y="645579"/>
                  </a:lnTo>
                  <a:lnTo>
                    <a:pt x="1171994" y="587514"/>
                  </a:lnTo>
                  <a:lnTo>
                    <a:pt x="1165415" y="584111"/>
                  </a:lnTo>
                  <a:lnTo>
                    <a:pt x="1159230" y="586041"/>
                  </a:lnTo>
                  <a:lnTo>
                    <a:pt x="1153109" y="587946"/>
                  </a:lnTo>
                  <a:lnTo>
                    <a:pt x="1149680" y="594461"/>
                  </a:lnTo>
                  <a:lnTo>
                    <a:pt x="1163980" y="646391"/>
                  </a:lnTo>
                  <a:lnTo>
                    <a:pt x="1172476" y="692277"/>
                  </a:lnTo>
                  <a:lnTo>
                    <a:pt x="1177188" y="738085"/>
                  </a:lnTo>
                  <a:lnTo>
                    <a:pt x="1178229" y="783640"/>
                  </a:lnTo>
                  <a:lnTo>
                    <a:pt x="1175677" y="828751"/>
                  </a:lnTo>
                  <a:lnTo>
                    <a:pt x="1169631" y="873226"/>
                  </a:lnTo>
                  <a:lnTo>
                    <a:pt x="1160208" y="916876"/>
                  </a:lnTo>
                  <a:lnTo>
                    <a:pt x="1147470" y="959523"/>
                  </a:lnTo>
                  <a:lnTo>
                    <a:pt x="1131557" y="1000975"/>
                  </a:lnTo>
                  <a:lnTo>
                    <a:pt x="1112532" y="1041044"/>
                  </a:lnTo>
                  <a:lnTo>
                    <a:pt x="1090498" y="1079550"/>
                  </a:lnTo>
                  <a:lnTo>
                    <a:pt x="1065580" y="1116304"/>
                  </a:lnTo>
                  <a:lnTo>
                    <a:pt x="1037831" y="1151115"/>
                  </a:lnTo>
                  <a:lnTo>
                    <a:pt x="1007389" y="1183805"/>
                  </a:lnTo>
                  <a:lnTo>
                    <a:pt x="974331" y="1214183"/>
                  </a:lnTo>
                  <a:lnTo>
                    <a:pt x="938758" y="1242060"/>
                  </a:lnTo>
                  <a:lnTo>
                    <a:pt x="900760" y="1267256"/>
                  </a:lnTo>
                  <a:lnTo>
                    <a:pt x="860450" y="1289583"/>
                  </a:lnTo>
                  <a:lnTo>
                    <a:pt x="817918" y="1308849"/>
                  </a:lnTo>
                  <a:lnTo>
                    <a:pt x="773252" y="1324864"/>
                  </a:lnTo>
                  <a:lnTo>
                    <a:pt x="727443" y="1337233"/>
                  </a:lnTo>
                  <a:lnTo>
                    <a:pt x="681520" y="1345730"/>
                  </a:lnTo>
                  <a:lnTo>
                    <a:pt x="635673" y="1350441"/>
                  </a:lnTo>
                  <a:lnTo>
                    <a:pt x="590092" y="1351470"/>
                  </a:lnTo>
                  <a:lnTo>
                    <a:pt x="544957" y="1348917"/>
                  </a:lnTo>
                  <a:lnTo>
                    <a:pt x="500456" y="1342885"/>
                  </a:lnTo>
                  <a:lnTo>
                    <a:pt x="456768" y="1333461"/>
                  </a:lnTo>
                  <a:lnTo>
                    <a:pt x="414096" y="1320736"/>
                  </a:lnTo>
                  <a:lnTo>
                    <a:pt x="372618" y="1304823"/>
                  </a:lnTo>
                  <a:lnTo>
                    <a:pt x="332524" y="1285811"/>
                  </a:lnTo>
                  <a:lnTo>
                    <a:pt x="293992" y="1263802"/>
                  </a:lnTo>
                  <a:lnTo>
                    <a:pt x="257213" y="1238885"/>
                  </a:lnTo>
                  <a:lnTo>
                    <a:pt x="222377" y="1211173"/>
                  </a:lnTo>
                  <a:lnTo>
                    <a:pt x="189661" y="1180744"/>
                  </a:lnTo>
                  <a:lnTo>
                    <a:pt x="159270" y="1147711"/>
                  </a:lnTo>
                  <a:lnTo>
                    <a:pt x="131368" y="1112151"/>
                  </a:lnTo>
                  <a:lnTo>
                    <a:pt x="106159" y="1074191"/>
                  </a:lnTo>
                  <a:lnTo>
                    <a:pt x="83820" y="1033907"/>
                  </a:lnTo>
                  <a:lnTo>
                    <a:pt x="64541" y="991387"/>
                  </a:lnTo>
                  <a:lnTo>
                    <a:pt x="48514" y="946759"/>
                  </a:lnTo>
                  <a:lnTo>
                    <a:pt x="36131" y="900988"/>
                  </a:lnTo>
                  <a:lnTo>
                    <a:pt x="27635" y="855091"/>
                  </a:lnTo>
                  <a:lnTo>
                    <a:pt x="22923" y="809282"/>
                  </a:lnTo>
                  <a:lnTo>
                    <a:pt x="21882" y="763727"/>
                  </a:lnTo>
                  <a:lnTo>
                    <a:pt x="24434" y="718616"/>
                  </a:lnTo>
                  <a:lnTo>
                    <a:pt x="30480" y="674141"/>
                  </a:lnTo>
                  <a:lnTo>
                    <a:pt x="39916" y="630491"/>
                  </a:lnTo>
                  <a:lnTo>
                    <a:pt x="52641" y="587857"/>
                  </a:lnTo>
                  <a:lnTo>
                    <a:pt x="68567" y="546404"/>
                  </a:lnTo>
                  <a:lnTo>
                    <a:pt x="87591" y="506323"/>
                  </a:lnTo>
                  <a:lnTo>
                    <a:pt x="109613" y="467817"/>
                  </a:lnTo>
                  <a:lnTo>
                    <a:pt x="134543" y="431063"/>
                  </a:lnTo>
                  <a:lnTo>
                    <a:pt x="162280" y="396252"/>
                  </a:lnTo>
                  <a:lnTo>
                    <a:pt x="192722" y="363562"/>
                  </a:lnTo>
                  <a:lnTo>
                    <a:pt x="225780" y="333184"/>
                  </a:lnTo>
                  <a:lnTo>
                    <a:pt x="261353" y="305308"/>
                  </a:lnTo>
                  <a:lnTo>
                    <a:pt x="299351" y="280111"/>
                  </a:lnTo>
                  <a:lnTo>
                    <a:pt x="339661" y="257784"/>
                  </a:lnTo>
                  <a:lnTo>
                    <a:pt x="382193" y="238518"/>
                  </a:lnTo>
                  <a:lnTo>
                    <a:pt x="426859" y="222491"/>
                  </a:lnTo>
                  <a:lnTo>
                    <a:pt x="476961" y="209207"/>
                  </a:lnTo>
                  <a:lnTo>
                    <a:pt x="527812" y="200494"/>
                  </a:lnTo>
                  <a:lnTo>
                    <a:pt x="579081" y="196342"/>
                  </a:lnTo>
                  <a:lnTo>
                    <a:pt x="630466" y="196761"/>
                  </a:lnTo>
                  <a:lnTo>
                    <a:pt x="681647" y="201739"/>
                  </a:lnTo>
                  <a:lnTo>
                    <a:pt x="732345" y="211289"/>
                  </a:lnTo>
                  <a:lnTo>
                    <a:pt x="788352" y="227469"/>
                  </a:lnTo>
                  <a:lnTo>
                    <a:pt x="795007" y="224231"/>
                  </a:lnTo>
                  <a:lnTo>
                    <a:pt x="744562" y="190169"/>
                  </a:lnTo>
                  <a:lnTo>
                    <a:pt x="699262" y="180784"/>
                  </a:lnTo>
                  <a:lnTo>
                    <a:pt x="653961" y="174967"/>
                  </a:lnTo>
                  <a:lnTo>
                    <a:pt x="608825" y="172631"/>
                  </a:lnTo>
                  <a:lnTo>
                    <a:pt x="564032" y="173710"/>
                  </a:lnTo>
                  <a:lnTo>
                    <a:pt x="519734" y="178092"/>
                  </a:lnTo>
                  <a:lnTo>
                    <a:pt x="476123" y="185712"/>
                  </a:lnTo>
                  <a:lnTo>
                    <a:pt x="433336" y="196481"/>
                  </a:lnTo>
                  <a:lnTo>
                    <a:pt x="391566" y="210299"/>
                  </a:lnTo>
                  <a:lnTo>
                    <a:pt x="350977" y="227101"/>
                  </a:lnTo>
                  <a:lnTo>
                    <a:pt x="311734" y="246799"/>
                  </a:lnTo>
                  <a:lnTo>
                    <a:pt x="274015" y="269303"/>
                  </a:lnTo>
                  <a:lnTo>
                    <a:pt x="237972" y="294525"/>
                  </a:lnTo>
                  <a:lnTo>
                    <a:pt x="203784" y="322389"/>
                  </a:lnTo>
                  <a:lnTo>
                    <a:pt x="171627" y="352806"/>
                  </a:lnTo>
                  <a:lnTo>
                    <a:pt x="141655" y="385699"/>
                  </a:lnTo>
                  <a:lnTo>
                    <a:pt x="114046" y="420966"/>
                  </a:lnTo>
                  <a:lnTo>
                    <a:pt x="88963" y="458533"/>
                  </a:lnTo>
                  <a:lnTo>
                    <a:pt x="66586" y="498322"/>
                  </a:lnTo>
                  <a:lnTo>
                    <a:pt x="47066" y="540232"/>
                  </a:lnTo>
                  <a:lnTo>
                    <a:pt x="30594" y="584200"/>
                  </a:lnTo>
                  <a:lnTo>
                    <a:pt x="17538" y="629297"/>
                  </a:lnTo>
                  <a:lnTo>
                    <a:pt x="8153" y="674560"/>
                  </a:lnTo>
                  <a:lnTo>
                    <a:pt x="2324" y="719836"/>
                  </a:lnTo>
                  <a:lnTo>
                    <a:pt x="0" y="764933"/>
                  </a:lnTo>
                  <a:lnTo>
                    <a:pt x="1066" y="809701"/>
                  </a:lnTo>
                  <a:lnTo>
                    <a:pt x="5461" y="853973"/>
                  </a:lnTo>
                  <a:lnTo>
                    <a:pt x="13081" y="897559"/>
                  </a:lnTo>
                  <a:lnTo>
                    <a:pt x="23850" y="940308"/>
                  </a:lnTo>
                  <a:lnTo>
                    <a:pt x="37693" y="982052"/>
                  </a:lnTo>
                  <a:lnTo>
                    <a:pt x="54508" y="1022616"/>
                  </a:lnTo>
                  <a:lnTo>
                    <a:pt x="74218" y="1061834"/>
                  </a:lnTo>
                  <a:lnTo>
                    <a:pt x="96735" y="1099527"/>
                  </a:lnTo>
                  <a:lnTo>
                    <a:pt x="121970" y="1135545"/>
                  </a:lnTo>
                  <a:lnTo>
                    <a:pt x="149860" y="1169708"/>
                  </a:lnTo>
                  <a:lnTo>
                    <a:pt x="180301" y="1201851"/>
                  </a:lnTo>
                  <a:lnTo>
                    <a:pt x="213207" y="1231798"/>
                  </a:lnTo>
                  <a:lnTo>
                    <a:pt x="248500" y="1259395"/>
                  </a:lnTo>
                  <a:lnTo>
                    <a:pt x="286092" y="1284452"/>
                  </a:lnTo>
                  <a:lnTo>
                    <a:pt x="325907" y="1306817"/>
                  </a:lnTo>
                  <a:lnTo>
                    <a:pt x="367855" y="1326324"/>
                  </a:lnTo>
                  <a:lnTo>
                    <a:pt x="411848" y="1342796"/>
                  </a:lnTo>
                  <a:lnTo>
                    <a:pt x="456971" y="1355839"/>
                  </a:lnTo>
                  <a:lnTo>
                    <a:pt x="502272" y="1365224"/>
                  </a:lnTo>
                  <a:lnTo>
                    <a:pt x="547573" y="1371041"/>
                  </a:lnTo>
                  <a:lnTo>
                    <a:pt x="592696" y="1373365"/>
                  </a:lnTo>
                  <a:lnTo>
                    <a:pt x="637501" y="1372298"/>
                  </a:lnTo>
                  <a:lnTo>
                    <a:pt x="681786" y="1367904"/>
                  </a:lnTo>
                  <a:lnTo>
                    <a:pt x="725411" y="1360284"/>
                  </a:lnTo>
                  <a:lnTo>
                    <a:pt x="768184" y="1349527"/>
                  </a:lnTo>
                  <a:lnTo>
                    <a:pt x="809955" y="1335697"/>
                  </a:lnTo>
                  <a:lnTo>
                    <a:pt x="850544" y="1318895"/>
                  </a:lnTo>
                  <a:lnTo>
                    <a:pt x="889787" y="1299197"/>
                  </a:lnTo>
                  <a:lnTo>
                    <a:pt x="927519" y="1276692"/>
                  </a:lnTo>
                  <a:lnTo>
                    <a:pt x="963549" y="1251470"/>
                  </a:lnTo>
                  <a:lnTo>
                    <a:pt x="997737" y="1223606"/>
                  </a:lnTo>
                  <a:lnTo>
                    <a:pt x="1029893" y="1193190"/>
                  </a:lnTo>
                  <a:lnTo>
                    <a:pt x="1059865" y="1160297"/>
                  </a:lnTo>
                  <a:lnTo>
                    <a:pt x="1087475" y="1125029"/>
                  </a:lnTo>
                  <a:lnTo>
                    <a:pt x="1112558" y="1087450"/>
                  </a:lnTo>
                  <a:lnTo>
                    <a:pt x="1134935" y="1047673"/>
                  </a:lnTo>
                  <a:lnTo>
                    <a:pt x="1154455" y="1005751"/>
                  </a:lnTo>
                  <a:lnTo>
                    <a:pt x="1170940" y="961796"/>
                  </a:lnTo>
                  <a:lnTo>
                    <a:pt x="1185532" y="910120"/>
                  </a:lnTo>
                  <a:lnTo>
                    <a:pt x="1195425" y="857605"/>
                  </a:lnTo>
                  <a:lnTo>
                    <a:pt x="1200581" y="804583"/>
                  </a:lnTo>
                  <a:lnTo>
                    <a:pt x="1201026" y="751357"/>
                  </a:lnTo>
                  <a:close/>
                </a:path>
                <a:path w="1397635" h="1373504">
                  <a:moveTo>
                    <a:pt x="1397139" y="240474"/>
                  </a:moveTo>
                  <a:lnTo>
                    <a:pt x="1393418" y="219214"/>
                  </a:lnTo>
                  <a:lnTo>
                    <a:pt x="1384414" y="208915"/>
                  </a:lnTo>
                  <a:lnTo>
                    <a:pt x="1381747" y="205879"/>
                  </a:lnTo>
                  <a:lnTo>
                    <a:pt x="1374521" y="203123"/>
                  </a:lnTo>
                  <a:lnTo>
                    <a:pt x="1374521" y="238747"/>
                  </a:lnTo>
                  <a:lnTo>
                    <a:pt x="1360817" y="258851"/>
                  </a:lnTo>
                  <a:lnTo>
                    <a:pt x="1330617" y="294030"/>
                  </a:lnTo>
                  <a:lnTo>
                    <a:pt x="1290027" y="338277"/>
                  </a:lnTo>
                  <a:lnTo>
                    <a:pt x="1245196" y="385572"/>
                  </a:lnTo>
                  <a:lnTo>
                    <a:pt x="1202220" y="429882"/>
                  </a:lnTo>
                  <a:lnTo>
                    <a:pt x="1167257" y="465188"/>
                  </a:lnTo>
                  <a:lnTo>
                    <a:pt x="1116304" y="488861"/>
                  </a:lnTo>
                  <a:lnTo>
                    <a:pt x="1058748" y="490512"/>
                  </a:lnTo>
                  <a:lnTo>
                    <a:pt x="1001966" y="490512"/>
                  </a:lnTo>
                  <a:lnTo>
                    <a:pt x="948309" y="489699"/>
                  </a:lnTo>
                  <a:lnTo>
                    <a:pt x="909218" y="479933"/>
                  </a:lnTo>
                  <a:lnTo>
                    <a:pt x="939698" y="450799"/>
                  </a:lnTo>
                  <a:lnTo>
                    <a:pt x="1192720" y="208915"/>
                  </a:lnTo>
                  <a:lnTo>
                    <a:pt x="1206741" y="210273"/>
                  </a:lnTo>
                  <a:lnTo>
                    <a:pt x="1220787" y="211277"/>
                  </a:lnTo>
                  <a:lnTo>
                    <a:pt x="1234859" y="211924"/>
                  </a:lnTo>
                  <a:lnTo>
                    <a:pt x="1248930" y="212217"/>
                  </a:lnTo>
                  <a:lnTo>
                    <a:pt x="1290853" y="214033"/>
                  </a:lnTo>
                  <a:lnTo>
                    <a:pt x="1329778" y="216903"/>
                  </a:lnTo>
                  <a:lnTo>
                    <a:pt x="1368920" y="225094"/>
                  </a:lnTo>
                  <a:lnTo>
                    <a:pt x="1374521" y="238747"/>
                  </a:lnTo>
                  <a:lnTo>
                    <a:pt x="1374521" y="203123"/>
                  </a:lnTo>
                  <a:lnTo>
                    <a:pt x="1331531" y="193497"/>
                  </a:lnTo>
                  <a:lnTo>
                    <a:pt x="1291678" y="190639"/>
                  </a:lnTo>
                  <a:lnTo>
                    <a:pt x="1249578" y="188823"/>
                  </a:lnTo>
                  <a:lnTo>
                    <a:pt x="1235443" y="188582"/>
                  </a:lnTo>
                  <a:lnTo>
                    <a:pt x="1221524" y="187985"/>
                  </a:lnTo>
                  <a:lnTo>
                    <a:pt x="1208900" y="187210"/>
                  </a:lnTo>
                  <a:lnTo>
                    <a:pt x="1199146" y="186385"/>
                  </a:lnTo>
                  <a:lnTo>
                    <a:pt x="1199248" y="183019"/>
                  </a:lnTo>
                  <a:lnTo>
                    <a:pt x="1199349" y="180162"/>
                  </a:lnTo>
                  <a:lnTo>
                    <a:pt x="1199794" y="173609"/>
                  </a:lnTo>
                  <a:lnTo>
                    <a:pt x="1199857" y="172618"/>
                  </a:lnTo>
                  <a:lnTo>
                    <a:pt x="1200531" y="164465"/>
                  </a:lnTo>
                  <a:lnTo>
                    <a:pt x="1201229" y="156387"/>
                  </a:lnTo>
                  <a:lnTo>
                    <a:pt x="1203413" y="133781"/>
                  </a:lnTo>
                  <a:lnTo>
                    <a:pt x="1204518" y="111544"/>
                  </a:lnTo>
                  <a:lnTo>
                    <a:pt x="1204620" y="88404"/>
                  </a:lnTo>
                  <a:lnTo>
                    <a:pt x="1203756" y="68135"/>
                  </a:lnTo>
                  <a:lnTo>
                    <a:pt x="1203655" y="65709"/>
                  </a:lnTo>
                  <a:lnTo>
                    <a:pt x="1199515" y="35915"/>
                  </a:lnTo>
                  <a:lnTo>
                    <a:pt x="1194879" y="23393"/>
                  </a:lnTo>
                  <a:lnTo>
                    <a:pt x="1191945" y="15494"/>
                  </a:lnTo>
                  <a:lnTo>
                    <a:pt x="1181874" y="6540"/>
                  </a:lnTo>
                  <a:lnTo>
                    <a:pt x="1181874" y="88404"/>
                  </a:lnTo>
                  <a:lnTo>
                    <a:pt x="1181798" y="111544"/>
                  </a:lnTo>
                  <a:lnTo>
                    <a:pt x="1180706" y="133210"/>
                  </a:lnTo>
                  <a:lnTo>
                    <a:pt x="1178674" y="154825"/>
                  </a:lnTo>
                  <a:lnTo>
                    <a:pt x="1177671" y="164211"/>
                  </a:lnTo>
                  <a:lnTo>
                    <a:pt x="1177061" y="172618"/>
                  </a:lnTo>
                  <a:lnTo>
                    <a:pt x="1176997" y="173609"/>
                  </a:lnTo>
                  <a:lnTo>
                    <a:pt x="1176743" y="180162"/>
                  </a:lnTo>
                  <a:lnTo>
                    <a:pt x="1176629" y="183019"/>
                  </a:lnTo>
                  <a:lnTo>
                    <a:pt x="1176578" y="192455"/>
                  </a:lnTo>
                  <a:lnTo>
                    <a:pt x="907148" y="450799"/>
                  </a:lnTo>
                  <a:lnTo>
                    <a:pt x="906335" y="397141"/>
                  </a:lnTo>
                  <a:lnTo>
                    <a:pt x="906437" y="368439"/>
                  </a:lnTo>
                  <a:lnTo>
                    <a:pt x="906551" y="335711"/>
                  </a:lnTo>
                  <a:lnTo>
                    <a:pt x="908240" y="282028"/>
                  </a:lnTo>
                  <a:lnTo>
                    <a:pt x="932370" y="230733"/>
                  </a:lnTo>
                  <a:lnTo>
                    <a:pt x="967828" y="195757"/>
                  </a:lnTo>
                  <a:lnTo>
                    <a:pt x="1012164" y="152781"/>
                  </a:lnTo>
                  <a:lnTo>
                    <a:pt x="1059332" y="107924"/>
                  </a:lnTo>
                  <a:lnTo>
                    <a:pt x="1103299" y="67335"/>
                  </a:lnTo>
                  <a:lnTo>
                    <a:pt x="1138047" y="37109"/>
                  </a:lnTo>
                  <a:lnTo>
                    <a:pt x="1157503" y="23393"/>
                  </a:lnTo>
                  <a:lnTo>
                    <a:pt x="1166241" y="24104"/>
                  </a:lnTo>
                  <a:lnTo>
                    <a:pt x="1180985" y="67335"/>
                  </a:lnTo>
                  <a:lnTo>
                    <a:pt x="1181874" y="88404"/>
                  </a:lnTo>
                  <a:lnTo>
                    <a:pt x="1181874" y="6540"/>
                  </a:lnTo>
                  <a:lnTo>
                    <a:pt x="1178763" y="3759"/>
                  </a:lnTo>
                  <a:lnTo>
                    <a:pt x="1157859" y="0"/>
                  </a:lnTo>
                  <a:lnTo>
                    <a:pt x="1133602" y="12992"/>
                  </a:lnTo>
                  <a:lnTo>
                    <a:pt x="1092352" y="46532"/>
                  </a:lnTo>
                  <a:lnTo>
                    <a:pt x="1041590" y="92456"/>
                  </a:lnTo>
                  <a:lnTo>
                    <a:pt x="988834" y="142608"/>
                  </a:lnTo>
                  <a:lnTo>
                    <a:pt x="941578" y="188823"/>
                  </a:lnTo>
                  <a:lnTo>
                    <a:pt x="907338" y="222961"/>
                  </a:lnTo>
                  <a:lnTo>
                    <a:pt x="886917" y="261912"/>
                  </a:lnTo>
                  <a:lnTo>
                    <a:pt x="883869" y="309778"/>
                  </a:lnTo>
                  <a:lnTo>
                    <a:pt x="883500" y="356450"/>
                  </a:lnTo>
                  <a:lnTo>
                    <a:pt x="883399" y="368439"/>
                  </a:lnTo>
                  <a:lnTo>
                    <a:pt x="884504" y="425919"/>
                  </a:lnTo>
                  <a:lnTo>
                    <a:pt x="886142" y="470217"/>
                  </a:lnTo>
                  <a:lnTo>
                    <a:pt x="591540" y="752487"/>
                  </a:lnTo>
                  <a:lnTo>
                    <a:pt x="586854" y="756856"/>
                  </a:lnTo>
                  <a:lnTo>
                    <a:pt x="586600" y="764222"/>
                  </a:lnTo>
                  <a:lnTo>
                    <a:pt x="593178" y="771271"/>
                  </a:lnTo>
                  <a:lnTo>
                    <a:pt x="596315" y="772629"/>
                  </a:lnTo>
                  <a:lnTo>
                    <a:pt x="602576" y="772629"/>
                  </a:lnTo>
                  <a:lnTo>
                    <a:pt x="605510" y="771448"/>
                  </a:lnTo>
                  <a:lnTo>
                    <a:pt x="607669" y="769302"/>
                  </a:lnTo>
                  <a:lnTo>
                    <a:pt x="892225" y="496747"/>
                  </a:lnTo>
                  <a:lnTo>
                    <a:pt x="950061" y="513130"/>
                  </a:lnTo>
                  <a:lnTo>
                    <a:pt x="990790" y="514134"/>
                  </a:lnTo>
                  <a:lnTo>
                    <a:pt x="1037272" y="514604"/>
                  </a:lnTo>
                  <a:lnTo>
                    <a:pt x="1078242" y="514134"/>
                  </a:lnTo>
                  <a:lnTo>
                    <a:pt x="1079195" y="514134"/>
                  </a:lnTo>
                  <a:lnTo>
                    <a:pt x="1117142" y="512483"/>
                  </a:lnTo>
                  <a:lnTo>
                    <a:pt x="1145616" y="509346"/>
                  </a:lnTo>
                  <a:lnTo>
                    <a:pt x="1160449" y="504380"/>
                  </a:lnTo>
                  <a:lnTo>
                    <a:pt x="1168158" y="496747"/>
                  </a:lnTo>
                  <a:lnTo>
                    <a:pt x="1174457" y="490512"/>
                  </a:lnTo>
                  <a:lnTo>
                    <a:pt x="1208405" y="456412"/>
                  </a:lnTo>
                  <a:lnTo>
                    <a:pt x="1254582" y="409168"/>
                  </a:lnTo>
                  <a:lnTo>
                    <a:pt x="1304683" y="356450"/>
                  </a:lnTo>
                  <a:lnTo>
                    <a:pt x="1350568" y="305752"/>
                  </a:lnTo>
                  <a:lnTo>
                    <a:pt x="1384109" y="264591"/>
                  </a:lnTo>
                  <a:lnTo>
                    <a:pt x="1397139" y="240474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/>
          <p:nvPr/>
        </p:nvSpPr>
        <p:spPr>
          <a:xfrm>
            <a:off x="1009108" y="392164"/>
            <a:ext cx="13335" cy="536575"/>
          </a:xfrm>
          <a:custGeom>
            <a:avLst/>
            <a:gdLst/>
            <a:ahLst/>
            <a:cxnLst/>
            <a:rect l="l" t="t" r="r" b="b"/>
            <a:pathLst>
              <a:path w="13334" h="536575">
                <a:moveTo>
                  <a:pt x="12864" y="0"/>
                </a:moveTo>
                <a:lnTo>
                  <a:pt x="0" y="0"/>
                </a:lnTo>
                <a:lnTo>
                  <a:pt x="0" y="536202"/>
                </a:lnTo>
                <a:lnTo>
                  <a:pt x="12864" y="536202"/>
                </a:lnTo>
                <a:lnTo>
                  <a:pt x="12864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8" name="object 3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1661" y="534419"/>
            <a:ext cx="1009376" cy="266384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652747" y="444188"/>
            <a:ext cx="263525" cy="452755"/>
          </a:xfrm>
          <a:custGeom>
            <a:avLst/>
            <a:gdLst/>
            <a:ahLst/>
            <a:cxnLst/>
            <a:rect l="l" t="t" r="r" b="b"/>
            <a:pathLst>
              <a:path w="263525" h="452755">
                <a:moveTo>
                  <a:pt x="132977" y="206963"/>
                </a:moveTo>
                <a:lnTo>
                  <a:pt x="123364" y="210579"/>
                </a:lnTo>
                <a:lnTo>
                  <a:pt x="119459" y="214194"/>
                </a:lnTo>
                <a:lnTo>
                  <a:pt x="117356" y="218713"/>
                </a:lnTo>
                <a:lnTo>
                  <a:pt x="114052" y="225943"/>
                </a:lnTo>
                <a:lnTo>
                  <a:pt x="115387" y="233173"/>
                </a:lnTo>
                <a:lnTo>
                  <a:pt x="115498" y="233776"/>
                </a:lnTo>
                <a:lnTo>
                  <a:pt x="115554" y="234077"/>
                </a:lnTo>
                <a:lnTo>
                  <a:pt x="120661" y="239500"/>
                </a:lnTo>
                <a:lnTo>
                  <a:pt x="93727" y="288404"/>
                </a:lnTo>
                <a:lnTo>
                  <a:pt x="73271" y="334963"/>
                </a:lnTo>
                <a:lnTo>
                  <a:pt x="59912" y="377399"/>
                </a:lnTo>
                <a:lnTo>
                  <a:pt x="54270" y="413932"/>
                </a:lnTo>
                <a:lnTo>
                  <a:pt x="47962" y="414836"/>
                </a:lnTo>
                <a:lnTo>
                  <a:pt x="42554" y="418753"/>
                </a:lnTo>
                <a:lnTo>
                  <a:pt x="39550" y="424778"/>
                </a:lnTo>
                <a:lnTo>
                  <a:pt x="37801" y="432008"/>
                </a:lnTo>
                <a:lnTo>
                  <a:pt x="37752" y="432211"/>
                </a:lnTo>
                <a:lnTo>
                  <a:pt x="38912" y="439502"/>
                </a:lnTo>
                <a:lnTo>
                  <a:pt x="42719" y="445834"/>
                </a:lnTo>
                <a:lnTo>
                  <a:pt x="48863" y="450386"/>
                </a:lnTo>
                <a:lnTo>
                  <a:pt x="49163" y="450687"/>
                </a:lnTo>
                <a:lnTo>
                  <a:pt x="49764" y="450687"/>
                </a:lnTo>
                <a:lnTo>
                  <a:pt x="50065" y="450988"/>
                </a:lnTo>
                <a:lnTo>
                  <a:pt x="57204" y="452273"/>
                </a:lnTo>
                <a:lnTo>
                  <a:pt x="63585" y="450988"/>
                </a:lnTo>
                <a:lnTo>
                  <a:pt x="63970" y="450988"/>
                </a:lnTo>
                <a:lnTo>
                  <a:pt x="70131" y="447048"/>
                </a:lnTo>
                <a:lnTo>
                  <a:pt x="73969" y="441649"/>
                </a:lnTo>
                <a:lnTo>
                  <a:pt x="57575" y="441649"/>
                </a:lnTo>
                <a:lnTo>
                  <a:pt x="49764" y="438034"/>
                </a:lnTo>
                <a:lnTo>
                  <a:pt x="47962" y="433214"/>
                </a:lnTo>
                <a:lnTo>
                  <a:pt x="51567" y="425380"/>
                </a:lnTo>
                <a:lnTo>
                  <a:pt x="55772" y="423874"/>
                </a:lnTo>
                <a:lnTo>
                  <a:pt x="73439" y="423874"/>
                </a:lnTo>
                <a:lnTo>
                  <a:pt x="71314" y="420245"/>
                </a:lnTo>
                <a:lnTo>
                  <a:pt x="65385" y="415740"/>
                </a:lnTo>
                <a:lnTo>
                  <a:pt x="67235" y="397706"/>
                </a:lnTo>
                <a:lnTo>
                  <a:pt x="71394" y="377668"/>
                </a:lnTo>
                <a:lnTo>
                  <a:pt x="77805" y="355878"/>
                </a:lnTo>
                <a:lnTo>
                  <a:pt x="86364" y="332727"/>
                </a:lnTo>
                <a:lnTo>
                  <a:pt x="86414" y="332591"/>
                </a:lnTo>
                <a:lnTo>
                  <a:pt x="121265" y="332591"/>
                </a:lnTo>
                <a:lnTo>
                  <a:pt x="150937" y="322047"/>
                </a:lnTo>
                <a:lnTo>
                  <a:pt x="90620" y="322047"/>
                </a:lnTo>
                <a:lnTo>
                  <a:pt x="99012" y="303524"/>
                </a:lnTo>
                <a:lnTo>
                  <a:pt x="108304" y="284807"/>
                </a:lnTo>
                <a:lnTo>
                  <a:pt x="118839" y="265235"/>
                </a:lnTo>
                <a:lnTo>
                  <a:pt x="130274" y="245525"/>
                </a:lnTo>
                <a:lnTo>
                  <a:pt x="138351" y="245525"/>
                </a:lnTo>
                <a:lnTo>
                  <a:pt x="143041" y="244207"/>
                </a:lnTo>
                <a:lnTo>
                  <a:pt x="148355" y="240484"/>
                </a:lnTo>
                <a:lnTo>
                  <a:pt x="152204" y="234981"/>
                </a:lnTo>
                <a:lnTo>
                  <a:pt x="152276" y="234680"/>
                </a:lnTo>
                <a:lnTo>
                  <a:pt x="133278" y="234680"/>
                </a:lnTo>
                <a:lnTo>
                  <a:pt x="131475" y="233776"/>
                </a:lnTo>
                <a:lnTo>
                  <a:pt x="127570" y="231968"/>
                </a:lnTo>
                <a:lnTo>
                  <a:pt x="125768" y="227148"/>
                </a:lnTo>
                <a:lnTo>
                  <a:pt x="127570" y="223232"/>
                </a:lnTo>
                <a:lnTo>
                  <a:pt x="128471" y="221123"/>
                </a:lnTo>
                <a:lnTo>
                  <a:pt x="129973" y="219918"/>
                </a:lnTo>
                <a:lnTo>
                  <a:pt x="132076" y="219014"/>
                </a:lnTo>
                <a:lnTo>
                  <a:pt x="133879" y="218412"/>
                </a:lnTo>
                <a:lnTo>
                  <a:pt x="151732" y="218412"/>
                </a:lnTo>
                <a:lnTo>
                  <a:pt x="149035" y="213926"/>
                </a:lnTo>
                <a:lnTo>
                  <a:pt x="142891" y="209374"/>
                </a:lnTo>
                <a:lnTo>
                  <a:pt x="138632" y="207380"/>
                </a:lnTo>
                <a:lnTo>
                  <a:pt x="140458" y="207380"/>
                </a:lnTo>
                <a:lnTo>
                  <a:pt x="132977" y="206963"/>
                </a:lnTo>
                <a:close/>
              </a:path>
              <a:path w="263525" h="452755">
                <a:moveTo>
                  <a:pt x="73439" y="423874"/>
                </a:moveTo>
                <a:lnTo>
                  <a:pt x="55772" y="423874"/>
                </a:lnTo>
                <a:lnTo>
                  <a:pt x="59678" y="425079"/>
                </a:lnTo>
                <a:lnTo>
                  <a:pt x="59978" y="425079"/>
                </a:lnTo>
                <a:lnTo>
                  <a:pt x="60278" y="425380"/>
                </a:lnTo>
                <a:lnTo>
                  <a:pt x="64184" y="427188"/>
                </a:lnTo>
                <a:lnTo>
                  <a:pt x="65986" y="432009"/>
                </a:lnTo>
                <a:lnTo>
                  <a:pt x="62381" y="439841"/>
                </a:lnTo>
                <a:lnTo>
                  <a:pt x="57575" y="441649"/>
                </a:lnTo>
                <a:lnTo>
                  <a:pt x="73969" y="441649"/>
                </a:lnTo>
                <a:lnTo>
                  <a:pt x="74398" y="441047"/>
                </a:lnTo>
                <a:lnTo>
                  <a:pt x="76073" y="433661"/>
                </a:lnTo>
                <a:lnTo>
                  <a:pt x="75072" y="427188"/>
                </a:lnTo>
                <a:lnTo>
                  <a:pt x="74961" y="426473"/>
                </a:lnTo>
                <a:lnTo>
                  <a:pt x="73439" y="423874"/>
                </a:lnTo>
                <a:close/>
              </a:path>
              <a:path w="263525" h="452755">
                <a:moveTo>
                  <a:pt x="121265" y="332591"/>
                </a:moveTo>
                <a:lnTo>
                  <a:pt x="86414" y="332591"/>
                </a:lnTo>
                <a:lnTo>
                  <a:pt x="120881" y="332727"/>
                </a:lnTo>
                <a:lnTo>
                  <a:pt x="121265" y="332591"/>
                </a:lnTo>
                <a:close/>
              </a:path>
              <a:path w="263525" h="452755">
                <a:moveTo>
                  <a:pt x="223750" y="26812"/>
                </a:moveTo>
                <a:lnTo>
                  <a:pt x="210783" y="26812"/>
                </a:lnTo>
                <a:lnTo>
                  <a:pt x="242184" y="89793"/>
                </a:lnTo>
                <a:lnTo>
                  <a:pt x="251826" y="145210"/>
                </a:lnTo>
                <a:lnTo>
                  <a:pt x="246532" y="190897"/>
                </a:lnTo>
                <a:lnTo>
                  <a:pt x="246429" y="191791"/>
                </a:lnTo>
                <a:lnTo>
                  <a:pt x="232711" y="228265"/>
                </a:lnTo>
                <a:lnTo>
                  <a:pt x="188544" y="284808"/>
                </a:lnTo>
                <a:lnTo>
                  <a:pt x="155358" y="307925"/>
                </a:lnTo>
                <a:lnTo>
                  <a:pt x="90620" y="322047"/>
                </a:lnTo>
                <a:lnTo>
                  <a:pt x="150937" y="322047"/>
                </a:lnTo>
                <a:lnTo>
                  <a:pt x="194772" y="294589"/>
                </a:lnTo>
                <a:lnTo>
                  <a:pt x="226705" y="259986"/>
                </a:lnTo>
                <a:lnTo>
                  <a:pt x="253704" y="207380"/>
                </a:lnTo>
                <a:lnTo>
                  <a:pt x="263160" y="152242"/>
                </a:lnTo>
                <a:lnTo>
                  <a:pt x="263275" y="150933"/>
                </a:lnTo>
                <a:lnTo>
                  <a:pt x="251038" y="80174"/>
                </a:lnTo>
                <a:lnTo>
                  <a:pt x="235389" y="45260"/>
                </a:lnTo>
                <a:lnTo>
                  <a:pt x="223750" y="26812"/>
                </a:lnTo>
                <a:close/>
              </a:path>
              <a:path w="263525" h="452755">
                <a:moveTo>
                  <a:pt x="205977" y="0"/>
                </a:moveTo>
                <a:lnTo>
                  <a:pt x="172894" y="54378"/>
                </a:lnTo>
                <a:lnTo>
                  <a:pt x="88545" y="100725"/>
                </a:lnTo>
                <a:lnTo>
                  <a:pt x="61555" y="116815"/>
                </a:lnTo>
                <a:lnTo>
                  <a:pt x="20024" y="158766"/>
                </a:lnTo>
                <a:lnTo>
                  <a:pt x="272" y="216192"/>
                </a:lnTo>
                <a:lnTo>
                  <a:pt x="251" y="218411"/>
                </a:lnTo>
                <a:lnTo>
                  <a:pt x="125" y="231667"/>
                </a:lnTo>
                <a:lnTo>
                  <a:pt x="6205" y="272036"/>
                </a:lnTo>
                <a:lnTo>
                  <a:pt x="33960" y="310758"/>
                </a:lnTo>
                <a:lnTo>
                  <a:pt x="46460" y="317528"/>
                </a:lnTo>
                <a:lnTo>
                  <a:pt x="46760" y="317829"/>
                </a:lnTo>
                <a:lnTo>
                  <a:pt x="47361" y="317829"/>
                </a:lnTo>
                <a:lnTo>
                  <a:pt x="47661" y="318130"/>
                </a:lnTo>
                <a:lnTo>
                  <a:pt x="53069" y="319938"/>
                </a:lnTo>
                <a:lnTo>
                  <a:pt x="54871" y="314515"/>
                </a:lnTo>
                <a:lnTo>
                  <a:pt x="58767" y="305176"/>
                </a:lnTo>
                <a:lnTo>
                  <a:pt x="46159" y="305176"/>
                </a:lnTo>
                <a:lnTo>
                  <a:pt x="16719" y="268421"/>
                </a:lnTo>
                <a:lnTo>
                  <a:pt x="11130" y="244207"/>
                </a:lnTo>
                <a:lnTo>
                  <a:pt x="11239" y="225943"/>
                </a:lnTo>
                <a:lnTo>
                  <a:pt x="29637" y="164791"/>
                </a:lnTo>
                <a:lnTo>
                  <a:pt x="68878" y="126003"/>
                </a:lnTo>
                <a:lnTo>
                  <a:pt x="150246" y="82141"/>
                </a:lnTo>
                <a:lnTo>
                  <a:pt x="175898" y="66504"/>
                </a:lnTo>
                <a:lnTo>
                  <a:pt x="196763" y="48494"/>
                </a:lnTo>
                <a:lnTo>
                  <a:pt x="210783" y="26812"/>
                </a:lnTo>
                <a:lnTo>
                  <a:pt x="223750" y="26812"/>
                </a:lnTo>
                <a:lnTo>
                  <a:pt x="213487" y="10544"/>
                </a:lnTo>
                <a:lnTo>
                  <a:pt x="205977" y="0"/>
                </a:lnTo>
                <a:close/>
              </a:path>
              <a:path w="263525" h="452755">
                <a:moveTo>
                  <a:pt x="164807" y="113774"/>
                </a:moveTo>
                <a:lnTo>
                  <a:pt x="145653" y="132241"/>
                </a:lnTo>
                <a:lnTo>
                  <a:pt x="146195" y="137678"/>
                </a:lnTo>
                <a:lnTo>
                  <a:pt x="148899" y="142498"/>
                </a:lnTo>
                <a:lnTo>
                  <a:pt x="122285" y="170416"/>
                </a:lnTo>
                <a:lnTo>
                  <a:pt x="94150" y="209037"/>
                </a:lnTo>
                <a:lnTo>
                  <a:pt x="67704" y="255058"/>
                </a:lnTo>
                <a:lnTo>
                  <a:pt x="46159" y="305176"/>
                </a:lnTo>
                <a:lnTo>
                  <a:pt x="58767" y="305176"/>
                </a:lnTo>
                <a:lnTo>
                  <a:pt x="75947" y="263993"/>
                </a:lnTo>
                <a:lnTo>
                  <a:pt x="102486" y="217171"/>
                </a:lnTo>
                <a:lnTo>
                  <a:pt x="130828" y="177976"/>
                </a:lnTo>
                <a:lnTo>
                  <a:pt x="157311" y="150331"/>
                </a:lnTo>
                <a:lnTo>
                  <a:pt x="173810" y="150331"/>
                </a:lnTo>
                <a:lnTo>
                  <a:pt x="179470" y="146273"/>
                </a:lnTo>
                <a:lnTo>
                  <a:pt x="182338" y="141594"/>
                </a:lnTo>
                <a:lnTo>
                  <a:pt x="166924" y="141594"/>
                </a:lnTo>
                <a:lnTo>
                  <a:pt x="158512" y="138581"/>
                </a:lnTo>
                <a:lnTo>
                  <a:pt x="156710" y="134062"/>
                </a:lnTo>
                <a:lnTo>
                  <a:pt x="158212" y="129845"/>
                </a:lnTo>
                <a:lnTo>
                  <a:pt x="159598" y="126229"/>
                </a:lnTo>
                <a:lnTo>
                  <a:pt x="159685" y="126004"/>
                </a:lnTo>
                <a:lnTo>
                  <a:pt x="159553" y="126004"/>
                </a:lnTo>
                <a:lnTo>
                  <a:pt x="164220" y="123819"/>
                </a:lnTo>
                <a:lnTo>
                  <a:pt x="182185" y="123819"/>
                </a:lnTo>
                <a:lnTo>
                  <a:pt x="178799" y="119070"/>
                </a:lnTo>
                <a:lnTo>
                  <a:pt x="172430" y="115144"/>
                </a:lnTo>
                <a:lnTo>
                  <a:pt x="172683" y="115144"/>
                </a:lnTo>
                <a:lnTo>
                  <a:pt x="164807" y="113774"/>
                </a:lnTo>
                <a:close/>
              </a:path>
              <a:path w="263525" h="452755">
                <a:moveTo>
                  <a:pt x="138351" y="245525"/>
                </a:moveTo>
                <a:lnTo>
                  <a:pt x="130274" y="245525"/>
                </a:lnTo>
                <a:lnTo>
                  <a:pt x="136826" y="245954"/>
                </a:lnTo>
                <a:lnTo>
                  <a:pt x="138351" y="245525"/>
                </a:lnTo>
                <a:close/>
              </a:path>
              <a:path w="263525" h="452755">
                <a:moveTo>
                  <a:pt x="151732" y="218412"/>
                </a:moveTo>
                <a:lnTo>
                  <a:pt x="135681" y="218412"/>
                </a:lnTo>
                <a:lnTo>
                  <a:pt x="137484" y="219014"/>
                </a:lnTo>
                <a:lnTo>
                  <a:pt x="137784" y="219014"/>
                </a:lnTo>
                <a:lnTo>
                  <a:pt x="138084" y="219315"/>
                </a:lnTo>
                <a:lnTo>
                  <a:pt x="141990" y="221123"/>
                </a:lnTo>
                <a:lnTo>
                  <a:pt x="143792" y="225943"/>
                </a:lnTo>
                <a:lnTo>
                  <a:pt x="141990" y="229860"/>
                </a:lnTo>
                <a:lnTo>
                  <a:pt x="141088" y="231667"/>
                </a:lnTo>
                <a:lnTo>
                  <a:pt x="139586" y="233174"/>
                </a:lnTo>
                <a:lnTo>
                  <a:pt x="137484" y="234077"/>
                </a:lnTo>
                <a:lnTo>
                  <a:pt x="135381" y="234680"/>
                </a:lnTo>
                <a:lnTo>
                  <a:pt x="152276" y="234680"/>
                </a:lnTo>
                <a:lnTo>
                  <a:pt x="154001" y="227548"/>
                </a:lnTo>
                <a:lnTo>
                  <a:pt x="152842" y="220257"/>
                </a:lnTo>
                <a:lnTo>
                  <a:pt x="151732" y="218412"/>
                </a:lnTo>
                <a:close/>
              </a:path>
              <a:path w="263525" h="452755">
                <a:moveTo>
                  <a:pt x="173810" y="150331"/>
                </a:moveTo>
                <a:lnTo>
                  <a:pt x="157311" y="150331"/>
                </a:lnTo>
                <a:lnTo>
                  <a:pt x="158512" y="150933"/>
                </a:lnTo>
                <a:lnTo>
                  <a:pt x="158813" y="150933"/>
                </a:lnTo>
                <a:lnTo>
                  <a:pt x="166337" y="152242"/>
                </a:lnTo>
                <a:lnTo>
                  <a:pt x="173495" y="150557"/>
                </a:lnTo>
                <a:lnTo>
                  <a:pt x="173810" y="150331"/>
                </a:lnTo>
                <a:close/>
              </a:path>
              <a:path w="263525" h="452755">
                <a:moveTo>
                  <a:pt x="182185" y="123819"/>
                </a:moveTo>
                <a:lnTo>
                  <a:pt x="164220" y="123819"/>
                </a:lnTo>
                <a:lnTo>
                  <a:pt x="172631" y="126832"/>
                </a:lnTo>
                <a:lnTo>
                  <a:pt x="174434" y="131351"/>
                </a:lnTo>
                <a:lnTo>
                  <a:pt x="171430" y="139786"/>
                </a:lnTo>
                <a:lnTo>
                  <a:pt x="166924" y="141594"/>
                </a:lnTo>
                <a:lnTo>
                  <a:pt x="182338" y="141594"/>
                </a:lnTo>
                <a:lnTo>
                  <a:pt x="183446" y="139786"/>
                </a:lnTo>
                <a:lnTo>
                  <a:pt x="184751" y="132241"/>
                </a:lnTo>
                <a:lnTo>
                  <a:pt x="183132" y="125326"/>
                </a:lnTo>
                <a:lnTo>
                  <a:pt x="183071" y="125062"/>
                </a:lnTo>
                <a:lnTo>
                  <a:pt x="182185" y="123819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0972695" y="2904143"/>
            <a:ext cx="668655" cy="554990"/>
          </a:xfrm>
          <a:custGeom>
            <a:avLst/>
            <a:gdLst/>
            <a:ahLst/>
            <a:cxnLst/>
            <a:rect l="l" t="t" r="r" b="b"/>
            <a:pathLst>
              <a:path w="668654" h="554989">
                <a:moveTo>
                  <a:pt x="200287" y="0"/>
                </a:moveTo>
                <a:lnTo>
                  <a:pt x="156512" y="8890"/>
                </a:lnTo>
                <a:lnTo>
                  <a:pt x="121135" y="35560"/>
                </a:lnTo>
                <a:lnTo>
                  <a:pt x="97474" y="73660"/>
                </a:lnTo>
                <a:lnTo>
                  <a:pt x="88849" y="121920"/>
                </a:lnTo>
                <a:lnTo>
                  <a:pt x="91505" y="149860"/>
                </a:lnTo>
                <a:lnTo>
                  <a:pt x="99060" y="176530"/>
                </a:lnTo>
                <a:lnTo>
                  <a:pt x="110901" y="200660"/>
                </a:lnTo>
                <a:lnTo>
                  <a:pt x="126412" y="220980"/>
                </a:lnTo>
                <a:lnTo>
                  <a:pt x="108383" y="228600"/>
                </a:lnTo>
                <a:lnTo>
                  <a:pt x="64592" y="251460"/>
                </a:lnTo>
                <a:lnTo>
                  <a:pt x="31692" y="274320"/>
                </a:lnTo>
                <a:lnTo>
                  <a:pt x="9769" y="323850"/>
                </a:lnTo>
                <a:lnTo>
                  <a:pt x="2766" y="363220"/>
                </a:lnTo>
                <a:lnTo>
                  <a:pt x="0" y="384661"/>
                </a:lnTo>
                <a:lnTo>
                  <a:pt x="56" y="386080"/>
                </a:lnTo>
                <a:lnTo>
                  <a:pt x="15103" y="421640"/>
                </a:lnTo>
                <a:lnTo>
                  <a:pt x="74426" y="438150"/>
                </a:lnTo>
                <a:lnTo>
                  <a:pt x="141820" y="443230"/>
                </a:lnTo>
                <a:lnTo>
                  <a:pt x="139710" y="454660"/>
                </a:lnTo>
                <a:lnTo>
                  <a:pt x="137615" y="467360"/>
                </a:lnTo>
                <a:lnTo>
                  <a:pt x="135588" y="481330"/>
                </a:lnTo>
                <a:lnTo>
                  <a:pt x="133683" y="495300"/>
                </a:lnTo>
                <a:lnTo>
                  <a:pt x="134516" y="509270"/>
                </a:lnTo>
                <a:lnTo>
                  <a:pt x="160989" y="538480"/>
                </a:lnTo>
                <a:lnTo>
                  <a:pt x="229139" y="551180"/>
                </a:lnTo>
                <a:lnTo>
                  <a:pt x="277055" y="554990"/>
                </a:lnTo>
                <a:lnTo>
                  <a:pt x="390935" y="554990"/>
                </a:lnTo>
                <a:lnTo>
                  <a:pt x="438853" y="551180"/>
                </a:lnTo>
                <a:lnTo>
                  <a:pt x="477599" y="546100"/>
                </a:lnTo>
                <a:lnTo>
                  <a:pt x="507024" y="538480"/>
                </a:lnTo>
                <a:lnTo>
                  <a:pt x="516737" y="533400"/>
                </a:lnTo>
                <a:lnTo>
                  <a:pt x="334011" y="533400"/>
                </a:lnTo>
                <a:lnTo>
                  <a:pt x="269299" y="532130"/>
                </a:lnTo>
                <a:lnTo>
                  <a:pt x="221848" y="528320"/>
                </a:lnTo>
                <a:lnTo>
                  <a:pt x="168128" y="518160"/>
                </a:lnTo>
                <a:lnTo>
                  <a:pt x="154858" y="506730"/>
                </a:lnTo>
                <a:lnTo>
                  <a:pt x="155828" y="497840"/>
                </a:lnTo>
                <a:lnTo>
                  <a:pt x="162676" y="452120"/>
                </a:lnTo>
                <a:lnTo>
                  <a:pt x="169820" y="421640"/>
                </a:lnTo>
                <a:lnTo>
                  <a:pt x="146738" y="421640"/>
                </a:lnTo>
                <a:lnTo>
                  <a:pt x="104525" y="419100"/>
                </a:lnTo>
                <a:lnTo>
                  <a:pt x="72646" y="415290"/>
                </a:lnTo>
                <a:lnTo>
                  <a:pt x="49720" y="411480"/>
                </a:lnTo>
                <a:lnTo>
                  <a:pt x="34377" y="406403"/>
                </a:lnTo>
                <a:lnTo>
                  <a:pt x="26300" y="403860"/>
                </a:lnTo>
                <a:lnTo>
                  <a:pt x="21141" y="396240"/>
                </a:lnTo>
                <a:lnTo>
                  <a:pt x="22110" y="387350"/>
                </a:lnTo>
                <a:lnTo>
                  <a:pt x="24798" y="367030"/>
                </a:lnTo>
                <a:lnTo>
                  <a:pt x="31536" y="328930"/>
                </a:lnTo>
                <a:lnTo>
                  <a:pt x="47655" y="289560"/>
                </a:lnTo>
                <a:lnTo>
                  <a:pt x="80675" y="267970"/>
                </a:lnTo>
                <a:lnTo>
                  <a:pt x="128188" y="243840"/>
                </a:lnTo>
                <a:lnTo>
                  <a:pt x="145394" y="237490"/>
                </a:lnTo>
                <a:lnTo>
                  <a:pt x="245527" y="237490"/>
                </a:lnTo>
                <a:lnTo>
                  <a:pt x="244868" y="233680"/>
                </a:lnTo>
                <a:lnTo>
                  <a:pt x="200287" y="233680"/>
                </a:lnTo>
                <a:lnTo>
                  <a:pt x="166321" y="224790"/>
                </a:lnTo>
                <a:lnTo>
                  <a:pt x="137902" y="199390"/>
                </a:lnTo>
                <a:lnTo>
                  <a:pt x="118387" y="163830"/>
                </a:lnTo>
                <a:lnTo>
                  <a:pt x="111135" y="121920"/>
                </a:lnTo>
                <a:lnTo>
                  <a:pt x="117917" y="82550"/>
                </a:lnTo>
                <a:lnTo>
                  <a:pt x="136649" y="50800"/>
                </a:lnTo>
                <a:lnTo>
                  <a:pt x="164912" y="29210"/>
                </a:lnTo>
                <a:lnTo>
                  <a:pt x="200287" y="21590"/>
                </a:lnTo>
                <a:lnTo>
                  <a:pt x="260448" y="21590"/>
                </a:lnTo>
                <a:lnTo>
                  <a:pt x="242320" y="8890"/>
                </a:lnTo>
                <a:lnTo>
                  <a:pt x="200287" y="0"/>
                </a:lnTo>
                <a:close/>
              </a:path>
              <a:path w="668654" h="554989">
                <a:moveTo>
                  <a:pt x="444272" y="347980"/>
                </a:moveTo>
                <a:lnTo>
                  <a:pt x="388876" y="347980"/>
                </a:lnTo>
                <a:lnTo>
                  <a:pt x="406096" y="355600"/>
                </a:lnTo>
                <a:lnTo>
                  <a:pt x="428299" y="365760"/>
                </a:lnTo>
                <a:lnTo>
                  <a:pt x="480175" y="396240"/>
                </a:lnTo>
                <a:lnTo>
                  <a:pt x="501855" y="435610"/>
                </a:lnTo>
                <a:lnTo>
                  <a:pt x="508878" y="473710"/>
                </a:lnTo>
                <a:lnTo>
                  <a:pt x="513155" y="506730"/>
                </a:lnTo>
                <a:lnTo>
                  <a:pt x="507976" y="515620"/>
                </a:lnTo>
                <a:lnTo>
                  <a:pt x="446172" y="528320"/>
                </a:lnTo>
                <a:lnTo>
                  <a:pt x="398720" y="532130"/>
                </a:lnTo>
                <a:lnTo>
                  <a:pt x="334011" y="533400"/>
                </a:lnTo>
                <a:lnTo>
                  <a:pt x="516737" y="533400"/>
                </a:lnTo>
                <a:lnTo>
                  <a:pt x="519166" y="532130"/>
                </a:lnTo>
                <a:lnTo>
                  <a:pt x="528209" y="521970"/>
                </a:lnTo>
                <a:lnTo>
                  <a:pt x="533479" y="509270"/>
                </a:lnTo>
                <a:lnTo>
                  <a:pt x="534303" y="495300"/>
                </a:lnTo>
                <a:lnTo>
                  <a:pt x="532401" y="481330"/>
                </a:lnTo>
                <a:lnTo>
                  <a:pt x="530376" y="467360"/>
                </a:lnTo>
                <a:lnTo>
                  <a:pt x="528284" y="454660"/>
                </a:lnTo>
                <a:lnTo>
                  <a:pt x="526183" y="443230"/>
                </a:lnTo>
                <a:lnTo>
                  <a:pt x="562349" y="440690"/>
                </a:lnTo>
                <a:lnTo>
                  <a:pt x="593586" y="438150"/>
                </a:lnTo>
                <a:lnTo>
                  <a:pt x="619784" y="433070"/>
                </a:lnTo>
                <a:lnTo>
                  <a:pt x="640831" y="427990"/>
                </a:lnTo>
                <a:lnTo>
                  <a:pt x="652934" y="421640"/>
                </a:lnTo>
                <a:lnTo>
                  <a:pt x="521274" y="421640"/>
                </a:lnTo>
                <a:lnTo>
                  <a:pt x="520285" y="417830"/>
                </a:lnTo>
                <a:lnTo>
                  <a:pt x="493175" y="377190"/>
                </a:lnTo>
                <a:lnTo>
                  <a:pt x="446897" y="349250"/>
                </a:lnTo>
                <a:lnTo>
                  <a:pt x="444272" y="347980"/>
                </a:lnTo>
                <a:close/>
              </a:path>
              <a:path w="668654" h="554989">
                <a:moveTo>
                  <a:pt x="248164" y="252730"/>
                </a:moveTo>
                <a:lnTo>
                  <a:pt x="223889" y="252730"/>
                </a:lnTo>
                <a:lnTo>
                  <a:pt x="228517" y="274320"/>
                </a:lnTo>
                <a:lnTo>
                  <a:pt x="236326" y="295910"/>
                </a:lnTo>
                <a:lnTo>
                  <a:pt x="246977" y="314960"/>
                </a:lnTo>
                <a:lnTo>
                  <a:pt x="260136" y="331470"/>
                </a:lnTo>
                <a:lnTo>
                  <a:pt x="242109" y="339090"/>
                </a:lnTo>
                <a:lnTo>
                  <a:pt x="198313" y="361950"/>
                </a:lnTo>
                <a:lnTo>
                  <a:pt x="165443" y="386080"/>
                </a:lnTo>
                <a:lnTo>
                  <a:pt x="146738" y="421640"/>
                </a:lnTo>
                <a:lnTo>
                  <a:pt x="169820" y="421640"/>
                </a:lnTo>
                <a:lnTo>
                  <a:pt x="172072" y="415290"/>
                </a:lnTo>
                <a:lnTo>
                  <a:pt x="176128" y="407670"/>
                </a:lnTo>
                <a:lnTo>
                  <a:pt x="214408" y="378460"/>
                </a:lnTo>
                <a:lnTo>
                  <a:pt x="261919" y="355600"/>
                </a:lnTo>
                <a:lnTo>
                  <a:pt x="279137" y="347980"/>
                </a:lnTo>
                <a:lnTo>
                  <a:pt x="444272" y="347980"/>
                </a:lnTo>
                <a:lnTo>
                  <a:pt x="436400" y="344170"/>
                </a:lnTo>
                <a:lnTo>
                  <a:pt x="334020" y="344170"/>
                </a:lnTo>
                <a:lnTo>
                  <a:pt x="300054" y="335280"/>
                </a:lnTo>
                <a:lnTo>
                  <a:pt x="271635" y="311150"/>
                </a:lnTo>
                <a:lnTo>
                  <a:pt x="252120" y="275590"/>
                </a:lnTo>
                <a:lnTo>
                  <a:pt x="248164" y="252730"/>
                </a:lnTo>
                <a:close/>
              </a:path>
              <a:path w="668654" h="554989">
                <a:moveTo>
                  <a:pt x="578022" y="237490"/>
                </a:moveTo>
                <a:lnTo>
                  <a:pt x="522618" y="237490"/>
                </a:lnTo>
                <a:lnTo>
                  <a:pt x="539827" y="243840"/>
                </a:lnTo>
                <a:lnTo>
                  <a:pt x="562030" y="254000"/>
                </a:lnTo>
                <a:lnTo>
                  <a:pt x="613935" y="284480"/>
                </a:lnTo>
                <a:lnTo>
                  <a:pt x="636485" y="328930"/>
                </a:lnTo>
                <a:lnTo>
                  <a:pt x="643212" y="367030"/>
                </a:lnTo>
                <a:lnTo>
                  <a:pt x="646869" y="396240"/>
                </a:lnTo>
                <a:lnTo>
                  <a:pt x="641709" y="403860"/>
                </a:lnTo>
                <a:lnTo>
                  <a:pt x="633710" y="406403"/>
                </a:lnTo>
                <a:lnTo>
                  <a:pt x="618326" y="411480"/>
                </a:lnTo>
                <a:lnTo>
                  <a:pt x="595380" y="415290"/>
                </a:lnTo>
                <a:lnTo>
                  <a:pt x="563493" y="419100"/>
                </a:lnTo>
                <a:lnTo>
                  <a:pt x="521274" y="421640"/>
                </a:lnTo>
                <a:lnTo>
                  <a:pt x="652934" y="421640"/>
                </a:lnTo>
                <a:lnTo>
                  <a:pt x="661946" y="411480"/>
                </a:lnTo>
                <a:lnTo>
                  <a:pt x="667199" y="398780"/>
                </a:lnTo>
                <a:lnTo>
                  <a:pt x="667876" y="387350"/>
                </a:lnTo>
                <a:lnTo>
                  <a:pt x="667951" y="386080"/>
                </a:lnTo>
                <a:lnTo>
                  <a:pt x="668035" y="384661"/>
                </a:lnTo>
                <a:lnTo>
                  <a:pt x="662004" y="342900"/>
                </a:lnTo>
                <a:lnTo>
                  <a:pt x="650100" y="294640"/>
                </a:lnTo>
                <a:lnTo>
                  <a:pt x="603455" y="251460"/>
                </a:lnTo>
                <a:lnTo>
                  <a:pt x="580646" y="238760"/>
                </a:lnTo>
                <a:lnTo>
                  <a:pt x="578022" y="237490"/>
                </a:lnTo>
                <a:close/>
              </a:path>
              <a:path w="668654" h="554989">
                <a:moveTo>
                  <a:pt x="388876" y="347980"/>
                </a:moveTo>
                <a:lnTo>
                  <a:pt x="279137" y="347980"/>
                </a:lnTo>
                <a:lnTo>
                  <a:pt x="291812" y="355600"/>
                </a:lnTo>
                <a:lnTo>
                  <a:pt x="305268" y="361950"/>
                </a:lnTo>
                <a:lnTo>
                  <a:pt x="319378" y="365760"/>
                </a:lnTo>
                <a:lnTo>
                  <a:pt x="334011" y="367030"/>
                </a:lnTo>
                <a:lnTo>
                  <a:pt x="348640" y="365760"/>
                </a:lnTo>
                <a:lnTo>
                  <a:pt x="362749" y="361950"/>
                </a:lnTo>
                <a:lnTo>
                  <a:pt x="376205" y="355600"/>
                </a:lnTo>
                <a:lnTo>
                  <a:pt x="388876" y="347980"/>
                </a:lnTo>
                <a:close/>
              </a:path>
              <a:path w="668654" h="554989">
                <a:moveTo>
                  <a:pt x="397596" y="133350"/>
                </a:moveTo>
                <a:lnTo>
                  <a:pt x="334020" y="133350"/>
                </a:lnTo>
                <a:lnTo>
                  <a:pt x="369390" y="140970"/>
                </a:lnTo>
                <a:lnTo>
                  <a:pt x="397651" y="161290"/>
                </a:lnTo>
                <a:lnTo>
                  <a:pt x="416382" y="193040"/>
                </a:lnTo>
                <a:lnTo>
                  <a:pt x="423163" y="233680"/>
                </a:lnTo>
                <a:lnTo>
                  <a:pt x="415913" y="275590"/>
                </a:lnTo>
                <a:lnTo>
                  <a:pt x="396401" y="311150"/>
                </a:lnTo>
                <a:lnTo>
                  <a:pt x="367985" y="335280"/>
                </a:lnTo>
                <a:lnTo>
                  <a:pt x="334020" y="344170"/>
                </a:lnTo>
                <a:lnTo>
                  <a:pt x="436400" y="344170"/>
                </a:lnTo>
                <a:lnTo>
                  <a:pt x="425904" y="339090"/>
                </a:lnTo>
                <a:lnTo>
                  <a:pt x="407877" y="331470"/>
                </a:lnTo>
                <a:lnTo>
                  <a:pt x="421030" y="314960"/>
                </a:lnTo>
                <a:lnTo>
                  <a:pt x="431680" y="295910"/>
                </a:lnTo>
                <a:lnTo>
                  <a:pt x="439490" y="274320"/>
                </a:lnTo>
                <a:lnTo>
                  <a:pt x="444124" y="252730"/>
                </a:lnTo>
                <a:lnTo>
                  <a:pt x="487075" y="252730"/>
                </a:lnTo>
                <a:lnTo>
                  <a:pt x="496482" y="250190"/>
                </a:lnTo>
                <a:lnTo>
                  <a:pt x="509939" y="245110"/>
                </a:lnTo>
                <a:lnTo>
                  <a:pt x="522618" y="237490"/>
                </a:lnTo>
                <a:lnTo>
                  <a:pt x="578022" y="237490"/>
                </a:lnTo>
                <a:lnTo>
                  <a:pt x="570150" y="233680"/>
                </a:lnTo>
                <a:lnTo>
                  <a:pt x="460213" y="233680"/>
                </a:lnTo>
                <a:lnTo>
                  <a:pt x="452691" y="232410"/>
                </a:lnTo>
                <a:lnTo>
                  <a:pt x="445281" y="229870"/>
                </a:lnTo>
                <a:lnTo>
                  <a:pt x="439741" y="194310"/>
                </a:lnTo>
                <a:lnTo>
                  <a:pt x="425956" y="163830"/>
                </a:lnTo>
                <a:lnTo>
                  <a:pt x="405175" y="138430"/>
                </a:lnTo>
                <a:lnTo>
                  <a:pt x="397596" y="133350"/>
                </a:lnTo>
                <a:close/>
              </a:path>
              <a:path w="668654" h="554989">
                <a:moveTo>
                  <a:pt x="245527" y="237490"/>
                </a:moveTo>
                <a:lnTo>
                  <a:pt x="145394" y="237490"/>
                </a:lnTo>
                <a:lnTo>
                  <a:pt x="158074" y="245110"/>
                </a:lnTo>
                <a:lnTo>
                  <a:pt x="171531" y="250190"/>
                </a:lnTo>
                <a:lnTo>
                  <a:pt x="185641" y="254000"/>
                </a:lnTo>
                <a:lnTo>
                  <a:pt x="200278" y="255270"/>
                </a:lnTo>
                <a:lnTo>
                  <a:pt x="208211" y="255270"/>
                </a:lnTo>
                <a:lnTo>
                  <a:pt x="223889" y="252730"/>
                </a:lnTo>
                <a:lnTo>
                  <a:pt x="248164" y="252730"/>
                </a:lnTo>
                <a:lnTo>
                  <a:pt x="245527" y="237490"/>
                </a:lnTo>
                <a:close/>
              </a:path>
              <a:path w="668654" h="554989">
                <a:moveTo>
                  <a:pt x="487075" y="252730"/>
                </a:moveTo>
                <a:lnTo>
                  <a:pt x="444124" y="252730"/>
                </a:lnTo>
                <a:lnTo>
                  <a:pt x="459802" y="255270"/>
                </a:lnTo>
                <a:lnTo>
                  <a:pt x="467734" y="255270"/>
                </a:lnTo>
                <a:lnTo>
                  <a:pt x="482372" y="254000"/>
                </a:lnTo>
                <a:lnTo>
                  <a:pt x="487075" y="252730"/>
                </a:lnTo>
                <a:close/>
              </a:path>
              <a:path w="668654" h="554989">
                <a:moveTo>
                  <a:pt x="260448" y="21590"/>
                </a:moveTo>
                <a:lnTo>
                  <a:pt x="200287" y="21590"/>
                </a:lnTo>
                <a:lnTo>
                  <a:pt x="235425" y="29210"/>
                </a:lnTo>
                <a:lnTo>
                  <a:pt x="263563" y="50800"/>
                </a:lnTo>
                <a:lnTo>
                  <a:pt x="282339" y="81280"/>
                </a:lnTo>
                <a:lnTo>
                  <a:pt x="289393" y="120650"/>
                </a:lnTo>
                <a:lnTo>
                  <a:pt x="262865" y="138430"/>
                </a:lnTo>
                <a:lnTo>
                  <a:pt x="242083" y="163830"/>
                </a:lnTo>
                <a:lnTo>
                  <a:pt x="228296" y="194310"/>
                </a:lnTo>
                <a:lnTo>
                  <a:pt x="222750" y="229870"/>
                </a:lnTo>
                <a:lnTo>
                  <a:pt x="215340" y="232410"/>
                </a:lnTo>
                <a:lnTo>
                  <a:pt x="207809" y="233680"/>
                </a:lnTo>
                <a:lnTo>
                  <a:pt x="244868" y="233680"/>
                </a:lnTo>
                <a:lnTo>
                  <a:pt x="251651" y="193040"/>
                </a:lnTo>
                <a:lnTo>
                  <a:pt x="270385" y="161290"/>
                </a:lnTo>
                <a:lnTo>
                  <a:pt x="298649" y="140970"/>
                </a:lnTo>
                <a:lnTo>
                  <a:pt x="334020" y="133350"/>
                </a:lnTo>
                <a:lnTo>
                  <a:pt x="397596" y="133350"/>
                </a:lnTo>
                <a:lnTo>
                  <a:pt x="378647" y="120650"/>
                </a:lnTo>
                <a:lnTo>
                  <a:pt x="380013" y="113030"/>
                </a:lnTo>
                <a:lnTo>
                  <a:pt x="311342" y="113030"/>
                </a:lnTo>
                <a:lnTo>
                  <a:pt x="300733" y="68580"/>
                </a:lnTo>
                <a:lnTo>
                  <a:pt x="276764" y="33020"/>
                </a:lnTo>
                <a:lnTo>
                  <a:pt x="260448" y="21590"/>
                </a:lnTo>
                <a:close/>
              </a:path>
              <a:path w="668654" h="554989">
                <a:moveTo>
                  <a:pt x="528368" y="21590"/>
                </a:moveTo>
                <a:lnTo>
                  <a:pt x="467743" y="21590"/>
                </a:lnTo>
                <a:lnTo>
                  <a:pt x="503120" y="29210"/>
                </a:lnTo>
                <a:lnTo>
                  <a:pt x="531387" y="50800"/>
                </a:lnTo>
                <a:lnTo>
                  <a:pt x="550122" y="82550"/>
                </a:lnTo>
                <a:lnTo>
                  <a:pt x="556905" y="121920"/>
                </a:lnTo>
                <a:lnTo>
                  <a:pt x="549652" y="163830"/>
                </a:lnTo>
                <a:lnTo>
                  <a:pt x="530134" y="199390"/>
                </a:lnTo>
                <a:lnTo>
                  <a:pt x="501711" y="224790"/>
                </a:lnTo>
                <a:lnTo>
                  <a:pt x="467744" y="233680"/>
                </a:lnTo>
                <a:lnTo>
                  <a:pt x="570150" y="233680"/>
                </a:lnTo>
                <a:lnTo>
                  <a:pt x="559654" y="228600"/>
                </a:lnTo>
                <a:lnTo>
                  <a:pt x="541628" y="220980"/>
                </a:lnTo>
                <a:lnTo>
                  <a:pt x="557139" y="200660"/>
                </a:lnTo>
                <a:lnTo>
                  <a:pt x="568980" y="176530"/>
                </a:lnTo>
                <a:lnTo>
                  <a:pt x="576536" y="149860"/>
                </a:lnTo>
                <a:lnTo>
                  <a:pt x="579191" y="121920"/>
                </a:lnTo>
                <a:lnTo>
                  <a:pt x="570565" y="73660"/>
                </a:lnTo>
                <a:lnTo>
                  <a:pt x="546901" y="35560"/>
                </a:lnTo>
                <a:lnTo>
                  <a:pt x="528368" y="21590"/>
                </a:lnTo>
                <a:close/>
              </a:path>
              <a:path w="668654" h="554989">
                <a:moveTo>
                  <a:pt x="341803" y="110490"/>
                </a:moveTo>
                <a:lnTo>
                  <a:pt x="326228" y="110490"/>
                </a:lnTo>
                <a:lnTo>
                  <a:pt x="311342" y="113030"/>
                </a:lnTo>
                <a:lnTo>
                  <a:pt x="356698" y="113030"/>
                </a:lnTo>
                <a:lnTo>
                  <a:pt x="341803" y="110490"/>
                </a:lnTo>
                <a:close/>
              </a:path>
              <a:path w="668654" h="554989">
                <a:moveTo>
                  <a:pt x="467743" y="0"/>
                </a:moveTo>
                <a:lnTo>
                  <a:pt x="425714" y="8890"/>
                </a:lnTo>
                <a:lnTo>
                  <a:pt x="391268" y="33020"/>
                </a:lnTo>
                <a:lnTo>
                  <a:pt x="367299" y="68580"/>
                </a:lnTo>
                <a:lnTo>
                  <a:pt x="356698" y="113030"/>
                </a:lnTo>
                <a:lnTo>
                  <a:pt x="380013" y="113030"/>
                </a:lnTo>
                <a:lnTo>
                  <a:pt x="385702" y="81280"/>
                </a:lnTo>
                <a:lnTo>
                  <a:pt x="404479" y="50800"/>
                </a:lnTo>
                <a:lnTo>
                  <a:pt x="432614" y="29210"/>
                </a:lnTo>
                <a:lnTo>
                  <a:pt x="467743" y="21590"/>
                </a:lnTo>
                <a:lnTo>
                  <a:pt x="528368" y="21590"/>
                </a:lnTo>
                <a:lnTo>
                  <a:pt x="511520" y="8890"/>
                </a:lnTo>
                <a:lnTo>
                  <a:pt x="467743" y="0"/>
                </a:lnTo>
                <a:close/>
              </a:path>
            </a:pathLst>
          </a:custGeom>
          <a:solidFill>
            <a:srgbClr val="5591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1927846" y="4639046"/>
            <a:ext cx="601980" cy="617220"/>
          </a:xfrm>
          <a:custGeom>
            <a:avLst/>
            <a:gdLst/>
            <a:ahLst/>
            <a:cxnLst/>
            <a:rect l="l" t="t" r="r" b="b"/>
            <a:pathLst>
              <a:path w="601979" h="617220">
                <a:moveTo>
                  <a:pt x="63191" y="389889"/>
                </a:moveTo>
                <a:lnTo>
                  <a:pt x="12903" y="410209"/>
                </a:lnTo>
                <a:lnTo>
                  <a:pt x="582" y="427989"/>
                </a:lnTo>
                <a:lnTo>
                  <a:pt x="485" y="429259"/>
                </a:lnTo>
                <a:lnTo>
                  <a:pt x="388" y="430529"/>
                </a:lnTo>
                <a:lnTo>
                  <a:pt x="291" y="431799"/>
                </a:lnTo>
                <a:lnTo>
                  <a:pt x="194" y="433069"/>
                </a:lnTo>
                <a:lnTo>
                  <a:pt x="97" y="434339"/>
                </a:lnTo>
                <a:lnTo>
                  <a:pt x="93483" y="604519"/>
                </a:lnTo>
                <a:lnTo>
                  <a:pt x="124603" y="617219"/>
                </a:lnTo>
                <a:lnTo>
                  <a:pt x="154972" y="599439"/>
                </a:lnTo>
                <a:lnTo>
                  <a:pt x="116040" y="599439"/>
                </a:lnTo>
                <a:lnTo>
                  <a:pt x="111999" y="598169"/>
                </a:lnTo>
                <a:lnTo>
                  <a:pt x="18228" y="433069"/>
                </a:lnTo>
                <a:lnTo>
                  <a:pt x="19348" y="427989"/>
                </a:lnTo>
                <a:lnTo>
                  <a:pt x="56144" y="407669"/>
                </a:lnTo>
                <a:lnTo>
                  <a:pt x="81540" y="407669"/>
                </a:lnTo>
                <a:lnTo>
                  <a:pt x="78735" y="402589"/>
                </a:lnTo>
                <a:lnTo>
                  <a:pt x="72035" y="394969"/>
                </a:lnTo>
                <a:lnTo>
                  <a:pt x="63191" y="389889"/>
                </a:lnTo>
                <a:close/>
              </a:path>
              <a:path w="601979" h="617220">
                <a:moveTo>
                  <a:pt x="81540" y="407669"/>
                </a:moveTo>
                <a:lnTo>
                  <a:pt x="56144" y="407669"/>
                </a:lnTo>
                <a:lnTo>
                  <a:pt x="60214" y="408939"/>
                </a:lnTo>
                <a:lnTo>
                  <a:pt x="153983" y="574039"/>
                </a:lnTo>
                <a:lnTo>
                  <a:pt x="152867" y="579119"/>
                </a:lnTo>
                <a:lnTo>
                  <a:pt x="149812" y="580389"/>
                </a:lnTo>
                <a:lnTo>
                  <a:pt x="116040" y="599439"/>
                </a:lnTo>
                <a:lnTo>
                  <a:pt x="154972" y="599439"/>
                </a:lnTo>
                <a:lnTo>
                  <a:pt x="171928" y="575309"/>
                </a:lnTo>
                <a:lnTo>
                  <a:pt x="172025" y="574039"/>
                </a:lnTo>
                <a:lnTo>
                  <a:pt x="172122" y="572769"/>
                </a:lnTo>
                <a:lnTo>
                  <a:pt x="172219" y="571499"/>
                </a:lnTo>
                <a:lnTo>
                  <a:pt x="169050" y="562609"/>
                </a:lnTo>
                <a:lnTo>
                  <a:pt x="159702" y="546099"/>
                </a:lnTo>
                <a:lnTo>
                  <a:pt x="178357" y="534669"/>
                </a:lnTo>
                <a:lnTo>
                  <a:pt x="252668" y="534669"/>
                </a:lnTo>
                <a:lnTo>
                  <a:pt x="229025" y="528319"/>
                </a:lnTo>
                <a:lnTo>
                  <a:pt x="150204" y="528319"/>
                </a:lnTo>
                <a:lnTo>
                  <a:pt x="95947" y="433069"/>
                </a:lnTo>
                <a:lnTo>
                  <a:pt x="124647" y="416559"/>
                </a:lnTo>
                <a:lnTo>
                  <a:pt x="86449" y="416559"/>
                </a:lnTo>
                <a:lnTo>
                  <a:pt x="81540" y="407669"/>
                </a:lnTo>
                <a:close/>
              </a:path>
              <a:path w="601979" h="617220">
                <a:moveTo>
                  <a:pt x="252668" y="534669"/>
                </a:moveTo>
                <a:lnTo>
                  <a:pt x="178357" y="534669"/>
                </a:lnTo>
                <a:lnTo>
                  <a:pt x="326522" y="574040"/>
                </a:lnTo>
                <a:lnTo>
                  <a:pt x="334292" y="575310"/>
                </a:lnTo>
                <a:lnTo>
                  <a:pt x="353129" y="575310"/>
                </a:lnTo>
                <a:lnTo>
                  <a:pt x="364099" y="572770"/>
                </a:lnTo>
                <a:lnTo>
                  <a:pt x="374782" y="568960"/>
                </a:lnTo>
                <a:lnTo>
                  <a:pt x="395510" y="556260"/>
                </a:lnTo>
                <a:lnTo>
                  <a:pt x="337169" y="556260"/>
                </a:lnTo>
                <a:lnTo>
                  <a:pt x="323597" y="553720"/>
                </a:lnTo>
                <a:lnTo>
                  <a:pt x="252668" y="534669"/>
                </a:lnTo>
                <a:close/>
              </a:path>
              <a:path w="601979" h="617220">
                <a:moveTo>
                  <a:pt x="595885" y="381000"/>
                </a:moveTo>
                <a:lnTo>
                  <a:pt x="555236" y="381000"/>
                </a:lnTo>
                <a:lnTo>
                  <a:pt x="569753" y="383540"/>
                </a:lnTo>
                <a:lnTo>
                  <a:pt x="579330" y="391160"/>
                </a:lnTo>
                <a:lnTo>
                  <a:pt x="582391" y="400050"/>
                </a:lnTo>
                <a:lnTo>
                  <a:pt x="582298" y="410210"/>
                </a:lnTo>
                <a:lnTo>
                  <a:pt x="579322" y="417830"/>
                </a:lnTo>
                <a:lnTo>
                  <a:pt x="375049" y="546100"/>
                </a:lnTo>
                <a:lnTo>
                  <a:pt x="337169" y="556260"/>
                </a:lnTo>
                <a:lnTo>
                  <a:pt x="395510" y="556260"/>
                </a:lnTo>
                <a:lnTo>
                  <a:pt x="583853" y="440690"/>
                </a:lnTo>
                <a:lnTo>
                  <a:pt x="595018" y="429260"/>
                </a:lnTo>
                <a:lnTo>
                  <a:pt x="601067" y="414020"/>
                </a:lnTo>
                <a:lnTo>
                  <a:pt x="601379" y="402590"/>
                </a:lnTo>
                <a:lnTo>
                  <a:pt x="601448" y="400050"/>
                </a:lnTo>
                <a:lnTo>
                  <a:pt x="601517" y="397510"/>
                </a:lnTo>
                <a:lnTo>
                  <a:pt x="595885" y="381000"/>
                </a:lnTo>
                <a:close/>
              </a:path>
              <a:path w="601979" h="617220">
                <a:moveTo>
                  <a:pt x="177010" y="514349"/>
                </a:moveTo>
                <a:lnTo>
                  <a:pt x="174377" y="514349"/>
                </a:lnTo>
                <a:lnTo>
                  <a:pt x="150204" y="528319"/>
                </a:lnTo>
                <a:lnTo>
                  <a:pt x="229025" y="528319"/>
                </a:lnTo>
                <a:lnTo>
                  <a:pt x="177010" y="514349"/>
                </a:lnTo>
                <a:close/>
              </a:path>
              <a:path w="601979" h="617220">
                <a:moveTo>
                  <a:pt x="262516" y="427989"/>
                </a:moveTo>
                <a:lnTo>
                  <a:pt x="257239" y="431799"/>
                </a:lnTo>
                <a:lnTo>
                  <a:pt x="254475" y="441959"/>
                </a:lnTo>
                <a:lnTo>
                  <a:pt x="257530" y="447039"/>
                </a:lnTo>
                <a:lnTo>
                  <a:pt x="270697" y="450849"/>
                </a:lnTo>
                <a:lnTo>
                  <a:pt x="298575" y="458469"/>
                </a:lnTo>
                <a:lnTo>
                  <a:pt x="310818" y="462279"/>
                </a:lnTo>
                <a:lnTo>
                  <a:pt x="335669" y="467360"/>
                </a:lnTo>
                <a:lnTo>
                  <a:pt x="349670" y="469900"/>
                </a:lnTo>
                <a:lnTo>
                  <a:pt x="364514" y="471170"/>
                </a:lnTo>
                <a:lnTo>
                  <a:pt x="378595" y="469900"/>
                </a:lnTo>
                <a:lnTo>
                  <a:pt x="392009" y="466090"/>
                </a:lnTo>
                <a:lnTo>
                  <a:pt x="404851" y="459740"/>
                </a:lnTo>
                <a:lnTo>
                  <a:pt x="420179" y="450850"/>
                </a:lnTo>
                <a:lnTo>
                  <a:pt x="378065" y="450850"/>
                </a:lnTo>
                <a:lnTo>
                  <a:pt x="379525" y="448310"/>
                </a:lnTo>
                <a:lnTo>
                  <a:pt x="339156" y="448310"/>
                </a:lnTo>
                <a:lnTo>
                  <a:pt x="315350" y="443229"/>
                </a:lnTo>
                <a:lnTo>
                  <a:pt x="303503" y="439419"/>
                </a:lnTo>
                <a:lnTo>
                  <a:pt x="275844" y="431799"/>
                </a:lnTo>
                <a:lnTo>
                  <a:pt x="262516" y="427989"/>
                </a:lnTo>
                <a:close/>
              </a:path>
              <a:path w="601979" h="617220">
                <a:moveTo>
                  <a:pt x="55624" y="430529"/>
                </a:moveTo>
                <a:lnTo>
                  <a:pt x="43637" y="431799"/>
                </a:lnTo>
                <a:lnTo>
                  <a:pt x="39488" y="436879"/>
                </a:lnTo>
                <a:lnTo>
                  <a:pt x="41242" y="449579"/>
                </a:lnTo>
                <a:lnTo>
                  <a:pt x="46810" y="453389"/>
                </a:lnTo>
                <a:lnTo>
                  <a:pt x="58798" y="452119"/>
                </a:lnTo>
                <a:lnTo>
                  <a:pt x="62946" y="445769"/>
                </a:lnTo>
                <a:lnTo>
                  <a:pt x="62069" y="440689"/>
                </a:lnTo>
                <a:lnTo>
                  <a:pt x="61193" y="434339"/>
                </a:lnTo>
                <a:lnTo>
                  <a:pt x="55624" y="430529"/>
                </a:lnTo>
                <a:close/>
              </a:path>
              <a:path w="601979" h="617220">
                <a:moveTo>
                  <a:pt x="385981" y="170180"/>
                </a:moveTo>
                <a:lnTo>
                  <a:pt x="360052" y="170180"/>
                </a:lnTo>
                <a:lnTo>
                  <a:pt x="388493" y="201930"/>
                </a:lnTo>
                <a:lnTo>
                  <a:pt x="412075" y="231140"/>
                </a:lnTo>
                <a:lnTo>
                  <a:pt x="431160" y="256540"/>
                </a:lnTo>
                <a:lnTo>
                  <a:pt x="446111" y="280670"/>
                </a:lnTo>
                <a:lnTo>
                  <a:pt x="460583" y="314960"/>
                </a:lnTo>
                <a:lnTo>
                  <a:pt x="464696" y="350520"/>
                </a:lnTo>
                <a:lnTo>
                  <a:pt x="458496" y="384810"/>
                </a:lnTo>
                <a:lnTo>
                  <a:pt x="442031" y="416560"/>
                </a:lnTo>
                <a:lnTo>
                  <a:pt x="389593" y="447040"/>
                </a:lnTo>
                <a:lnTo>
                  <a:pt x="383955" y="449580"/>
                </a:lnTo>
                <a:lnTo>
                  <a:pt x="378065" y="450850"/>
                </a:lnTo>
                <a:lnTo>
                  <a:pt x="420179" y="450850"/>
                </a:lnTo>
                <a:lnTo>
                  <a:pt x="512149" y="397510"/>
                </a:lnTo>
                <a:lnTo>
                  <a:pt x="474084" y="397510"/>
                </a:lnTo>
                <a:lnTo>
                  <a:pt x="477754" y="387350"/>
                </a:lnTo>
                <a:lnTo>
                  <a:pt x="480595" y="377190"/>
                </a:lnTo>
                <a:lnTo>
                  <a:pt x="482587" y="365760"/>
                </a:lnTo>
                <a:lnTo>
                  <a:pt x="483713" y="355600"/>
                </a:lnTo>
                <a:lnTo>
                  <a:pt x="483611" y="347980"/>
                </a:lnTo>
                <a:lnTo>
                  <a:pt x="483544" y="342900"/>
                </a:lnTo>
                <a:lnTo>
                  <a:pt x="472990" y="292100"/>
                </a:lnTo>
                <a:lnTo>
                  <a:pt x="448522" y="247650"/>
                </a:lnTo>
                <a:lnTo>
                  <a:pt x="408675" y="195580"/>
                </a:lnTo>
                <a:lnTo>
                  <a:pt x="385981" y="170180"/>
                </a:lnTo>
                <a:close/>
              </a:path>
              <a:path w="601979" h="617220">
                <a:moveTo>
                  <a:pt x="290635" y="370839"/>
                </a:moveTo>
                <a:lnTo>
                  <a:pt x="221050" y="370839"/>
                </a:lnTo>
                <a:lnTo>
                  <a:pt x="236413" y="373379"/>
                </a:lnTo>
                <a:lnTo>
                  <a:pt x="243077" y="374649"/>
                </a:lnTo>
                <a:lnTo>
                  <a:pt x="279797" y="388619"/>
                </a:lnTo>
                <a:lnTo>
                  <a:pt x="301822" y="394969"/>
                </a:lnTo>
                <a:lnTo>
                  <a:pt x="325229" y="402590"/>
                </a:lnTo>
                <a:lnTo>
                  <a:pt x="349549" y="407670"/>
                </a:lnTo>
                <a:lnTo>
                  <a:pt x="357147" y="411480"/>
                </a:lnTo>
                <a:lnTo>
                  <a:pt x="362442" y="417830"/>
                </a:lnTo>
                <a:lnTo>
                  <a:pt x="365035" y="425450"/>
                </a:lnTo>
                <a:lnTo>
                  <a:pt x="364865" y="427990"/>
                </a:lnTo>
                <a:lnTo>
                  <a:pt x="364780" y="429260"/>
                </a:lnTo>
                <a:lnTo>
                  <a:pt x="364695" y="430530"/>
                </a:lnTo>
                <a:lnTo>
                  <a:pt x="364611" y="431800"/>
                </a:lnTo>
                <a:lnTo>
                  <a:pt x="364526" y="433070"/>
                </a:lnTo>
                <a:lnTo>
                  <a:pt x="360273" y="441960"/>
                </a:lnTo>
                <a:lnTo>
                  <a:pt x="353967" y="447040"/>
                </a:lnTo>
                <a:lnTo>
                  <a:pt x="346597" y="448310"/>
                </a:lnTo>
                <a:lnTo>
                  <a:pt x="379525" y="448310"/>
                </a:lnTo>
                <a:lnTo>
                  <a:pt x="384030" y="424180"/>
                </a:lnTo>
                <a:lnTo>
                  <a:pt x="384110" y="422910"/>
                </a:lnTo>
                <a:lnTo>
                  <a:pt x="379168" y="408940"/>
                </a:lnTo>
                <a:lnTo>
                  <a:pt x="369163" y="396240"/>
                </a:lnTo>
                <a:lnTo>
                  <a:pt x="354937" y="388620"/>
                </a:lnTo>
                <a:lnTo>
                  <a:pt x="351439" y="388620"/>
                </a:lnTo>
                <a:lnTo>
                  <a:pt x="349207" y="387350"/>
                </a:lnTo>
                <a:lnTo>
                  <a:pt x="346976" y="387350"/>
                </a:lnTo>
                <a:lnTo>
                  <a:pt x="350454" y="384810"/>
                </a:lnTo>
                <a:lnTo>
                  <a:pt x="353509" y="382270"/>
                </a:lnTo>
                <a:lnTo>
                  <a:pt x="356012" y="379730"/>
                </a:lnTo>
                <a:lnTo>
                  <a:pt x="357671" y="377190"/>
                </a:lnTo>
                <a:lnTo>
                  <a:pt x="309112" y="377189"/>
                </a:lnTo>
                <a:lnTo>
                  <a:pt x="298197" y="374649"/>
                </a:lnTo>
                <a:lnTo>
                  <a:pt x="292157" y="372109"/>
                </a:lnTo>
                <a:lnTo>
                  <a:pt x="290635" y="370839"/>
                </a:lnTo>
                <a:close/>
              </a:path>
              <a:path w="601979" h="617220">
                <a:moveTo>
                  <a:pt x="265949" y="24129"/>
                </a:moveTo>
                <a:lnTo>
                  <a:pt x="230036" y="38099"/>
                </a:lnTo>
                <a:lnTo>
                  <a:pt x="224370" y="57149"/>
                </a:lnTo>
                <a:lnTo>
                  <a:pt x="225020" y="63499"/>
                </a:lnTo>
                <a:lnTo>
                  <a:pt x="226929" y="69849"/>
                </a:lnTo>
                <a:lnTo>
                  <a:pt x="230036" y="76199"/>
                </a:lnTo>
                <a:lnTo>
                  <a:pt x="234281" y="81279"/>
                </a:lnTo>
                <a:lnTo>
                  <a:pt x="256816" y="104139"/>
                </a:lnTo>
                <a:lnTo>
                  <a:pt x="245492" y="107949"/>
                </a:lnTo>
                <a:lnTo>
                  <a:pt x="236377" y="115569"/>
                </a:lnTo>
                <a:lnTo>
                  <a:pt x="230300" y="124459"/>
                </a:lnTo>
                <a:lnTo>
                  <a:pt x="228090" y="137159"/>
                </a:lnTo>
                <a:lnTo>
                  <a:pt x="229358" y="146049"/>
                </a:lnTo>
                <a:lnTo>
                  <a:pt x="232928" y="153669"/>
                </a:lnTo>
                <a:lnTo>
                  <a:pt x="238449" y="161289"/>
                </a:lnTo>
                <a:lnTo>
                  <a:pt x="245569" y="166369"/>
                </a:lnTo>
                <a:lnTo>
                  <a:pt x="219473" y="195579"/>
                </a:lnTo>
                <a:lnTo>
                  <a:pt x="179629" y="247649"/>
                </a:lnTo>
                <a:lnTo>
                  <a:pt x="152753" y="298449"/>
                </a:lnTo>
                <a:lnTo>
                  <a:pt x="144245" y="353059"/>
                </a:lnTo>
                <a:lnTo>
                  <a:pt x="148334" y="379729"/>
                </a:lnTo>
                <a:lnTo>
                  <a:pt x="86449" y="416559"/>
                </a:lnTo>
                <a:lnTo>
                  <a:pt x="124647" y="416559"/>
                </a:lnTo>
                <a:lnTo>
                  <a:pt x="177633" y="386079"/>
                </a:lnTo>
                <a:lnTo>
                  <a:pt x="191610" y="378459"/>
                </a:lnTo>
                <a:lnTo>
                  <a:pt x="206099" y="372109"/>
                </a:lnTo>
                <a:lnTo>
                  <a:pt x="221050" y="370839"/>
                </a:lnTo>
                <a:lnTo>
                  <a:pt x="290635" y="370839"/>
                </a:lnTo>
                <a:lnTo>
                  <a:pt x="289113" y="369569"/>
                </a:lnTo>
                <a:lnTo>
                  <a:pt x="165803" y="369569"/>
                </a:lnTo>
                <a:lnTo>
                  <a:pt x="163429" y="347979"/>
                </a:lnTo>
                <a:lnTo>
                  <a:pt x="165255" y="326389"/>
                </a:lnTo>
                <a:lnTo>
                  <a:pt x="165363" y="325119"/>
                </a:lnTo>
                <a:lnTo>
                  <a:pt x="182035" y="280669"/>
                </a:lnTo>
                <a:lnTo>
                  <a:pt x="216071" y="231139"/>
                </a:lnTo>
                <a:lnTo>
                  <a:pt x="268094" y="170179"/>
                </a:lnTo>
                <a:lnTo>
                  <a:pt x="385981" y="170180"/>
                </a:lnTo>
                <a:lnTo>
                  <a:pt x="382577" y="166370"/>
                </a:lnTo>
                <a:lnTo>
                  <a:pt x="389697" y="161290"/>
                </a:lnTo>
                <a:lnTo>
                  <a:pt x="395218" y="153670"/>
                </a:lnTo>
                <a:lnTo>
                  <a:pt x="396408" y="151130"/>
                </a:lnTo>
                <a:lnTo>
                  <a:pt x="253650" y="151129"/>
                </a:lnTo>
                <a:lnTo>
                  <a:pt x="247378" y="144779"/>
                </a:lnTo>
                <a:lnTo>
                  <a:pt x="247378" y="129539"/>
                </a:lnTo>
                <a:lnTo>
                  <a:pt x="253660" y="123189"/>
                </a:lnTo>
                <a:lnTo>
                  <a:pt x="396978" y="123190"/>
                </a:lnTo>
                <a:lnTo>
                  <a:pt x="391769" y="115570"/>
                </a:lnTo>
                <a:lnTo>
                  <a:pt x="382654" y="107950"/>
                </a:lnTo>
                <a:lnTo>
                  <a:pt x="371330" y="104140"/>
                </a:lnTo>
                <a:lnTo>
                  <a:pt x="283783" y="104139"/>
                </a:lnTo>
                <a:lnTo>
                  <a:pt x="245177" y="64769"/>
                </a:lnTo>
                <a:lnTo>
                  <a:pt x="243659" y="60959"/>
                </a:lnTo>
                <a:lnTo>
                  <a:pt x="243659" y="53339"/>
                </a:lnTo>
                <a:lnTo>
                  <a:pt x="245177" y="49529"/>
                </a:lnTo>
                <a:lnTo>
                  <a:pt x="252745" y="41909"/>
                </a:lnTo>
                <a:lnTo>
                  <a:pt x="295320" y="41909"/>
                </a:lnTo>
                <a:lnTo>
                  <a:pt x="298197" y="38099"/>
                </a:lnTo>
                <a:lnTo>
                  <a:pt x="300128" y="29209"/>
                </a:lnTo>
                <a:lnTo>
                  <a:pt x="276617" y="29209"/>
                </a:lnTo>
                <a:lnTo>
                  <a:pt x="265949" y="24129"/>
                </a:lnTo>
                <a:close/>
              </a:path>
              <a:path w="601979" h="617220">
                <a:moveTo>
                  <a:pt x="571372" y="363220"/>
                </a:moveTo>
                <a:lnTo>
                  <a:pt x="544254" y="363220"/>
                </a:lnTo>
                <a:lnTo>
                  <a:pt x="504630" y="379730"/>
                </a:lnTo>
                <a:lnTo>
                  <a:pt x="474084" y="397510"/>
                </a:lnTo>
                <a:lnTo>
                  <a:pt x="512149" y="397510"/>
                </a:lnTo>
                <a:lnTo>
                  <a:pt x="514339" y="396240"/>
                </a:lnTo>
                <a:lnTo>
                  <a:pt x="536518" y="386080"/>
                </a:lnTo>
                <a:lnTo>
                  <a:pt x="555236" y="381000"/>
                </a:lnTo>
                <a:lnTo>
                  <a:pt x="595885" y="381000"/>
                </a:lnTo>
                <a:lnTo>
                  <a:pt x="587933" y="372110"/>
                </a:lnTo>
                <a:lnTo>
                  <a:pt x="571372" y="363220"/>
                </a:lnTo>
                <a:close/>
              </a:path>
              <a:path w="601979" h="617220">
                <a:moveTo>
                  <a:pt x="318953" y="233680"/>
                </a:moveTo>
                <a:lnTo>
                  <a:pt x="308299" y="233679"/>
                </a:lnTo>
                <a:lnTo>
                  <a:pt x="303977" y="237489"/>
                </a:lnTo>
                <a:lnTo>
                  <a:pt x="303977" y="252729"/>
                </a:lnTo>
                <a:lnTo>
                  <a:pt x="301796" y="252729"/>
                </a:lnTo>
                <a:lnTo>
                  <a:pt x="287131" y="259079"/>
                </a:lnTo>
                <a:lnTo>
                  <a:pt x="276041" y="267969"/>
                </a:lnTo>
                <a:lnTo>
                  <a:pt x="269189" y="280669"/>
                </a:lnTo>
                <a:lnTo>
                  <a:pt x="267239" y="294639"/>
                </a:lnTo>
                <a:lnTo>
                  <a:pt x="269508" y="306069"/>
                </a:lnTo>
                <a:lnTo>
                  <a:pt x="276513" y="316229"/>
                </a:lnTo>
                <a:lnTo>
                  <a:pt x="290116" y="326389"/>
                </a:lnTo>
                <a:lnTo>
                  <a:pt x="312179" y="332739"/>
                </a:lnTo>
                <a:lnTo>
                  <a:pt x="328587" y="336550"/>
                </a:lnTo>
                <a:lnTo>
                  <a:pt x="338318" y="342900"/>
                </a:lnTo>
                <a:lnTo>
                  <a:pt x="343143" y="349250"/>
                </a:lnTo>
                <a:lnTo>
                  <a:pt x="344835" y="355600"/>
                </a:lnTo>
                <a:lnTo>
                  <a:pt x="345428" y="359410"/>
                </a:lnTo>
                <a:lnTo>
                  <a:pt x="344312" y="363220"/>
                </a:lnTo>
                <a:lnTo>
                  <a:pt x="341418" y="367030"/>
                </a:lnTo>
                <a:lnTo>
                  <a:pt x="332346" y="373380"/>
                </a:lnTo>
                <a:lnTo>
                  <a:pt x="321036" y="377190"/>
                </a:lnTo>
                <a:lnTo>
                  <a:pt x="357671" y="377190"/>
                </a:lnTo>
                <a:lnTo>
                  <a:pt x="360159" y="373380"/>
                </a:lnTo>
                <a:lnTo>
                  <a:pt x="362888" y="367030"/>
                </a:lnTo>
                <a:lnTo>
                  <a:pt x="364172" y="360680"/>
                </a:lnTo>
                <a:lnTo>
                  <a:pt x="364046" y="355600"/>
                </a:lnTo>
                <a:lnTo>
                  <a:pt x="363983" y="353060"/>
                </a:lnTo>
                <a:lnTo>
                  <a:pt x="356330" y="334010"/>
                </a:lnTo>
                <a:lnTo>
                  <a:pt x="342376" y="322580"/>
                </a:lnTo>
                <a:lnTo>
                  <a:pt x="327056" y="316230"/>
                </a:lnTo>
                <a:lnTo>
                  <a:pt x="315304" y="313689"/>
                </a:lnTo>
                <a:lnTo>
                  <a:pt x="299013" y="309879"/>
                </a:lnTo>
                <a:lnTo>
                  <a:pt x="290477" y="303529"/>
                </a:lnTo>
                <a:lnTo>
                  <a:pt x="287156" y="297179"/>
                </a:lnTo>
                <a:lnTo>
                  <a:pt x="286508" y="293369"/>
                </a:lnTo>
                <a:lnTo>
                  <a:pt x="287919" y="284479"/>
                </a:lnTo>
                <a:lnTo>
                  <a:pt x="292360" y="278129"/>
                </a:lnTo>
                <a:lnTo>
                  <a:pt x="298765" y="274319"/>
                </a:lnTo>
                <a:lnTo>
                  <a:pt x="306067" y="271779"/>
                </a:lnTo>
                <a:lnTo>
                  <a:pt x="308379" y="270509"/>
                </a:lnTo>
                <a:lnTo>
                  <a:pt x="354131" y="270510"/>
                </a:lnTo>
                <a:lnTo>
                  <a:pt x="353379" y="269240"/>
                </a:lnTo>
                <a:lnTo>
                  <a:pt x="344547" y="261620"/>
                </a:lnTo>
                <a:lnTo>
                  <a:pt x="334297" y="255270"/>
                </a:lnTo>
                <a:lnTo>
                  <a:pt x="323265" y="252730"/>
                </a:lnTo>
                <a:lnTo>
                  <a:pt x="323265" y="237490"/>
                </a:lnTo>
                <a:lnTo>
                  <a:pt x="318953" y="233680"/>
                </a:lnTo>
                <a:close/>
              </a:path>
              <a:path w="601979" h="617220">
                <a:moveTo>
                  <a:pt x="221888" y="350519"/>
                </a:moveTo>
                <a:lnTo>
                  <a:pt x="202566" y="353059"/>
                </a:lnTo>
                <a:lnTo>
                  <a:pt x="184543" y="360679"/>
                </a:lnTo>
                <a:lnTo>
                  <a:pt x="167964" y="368299"/>
                </a:lnTo>
                <a:lnTo>
                  <a:pt x="165803" y="369569"/>
                </a:lnTo>
                <a:lnTo>
                  <a:pt x="289113" y="369569"/>
                </a:lnTo>
                <a:lnTo>
                  <a:pt x="284548" y="365759"/>
                </a:lnTo>
                <a:lnTo>
                  <a:pt x="283580" y="361949"/>
                </a:lnTo>
                <a:lnTo>
                  <a:pt x="263591" y="361949"/>
                </a:lnTo>
                <a:lnTo>
                  <a:pt x="248625" y="356869"/>
                </a:lnTo>
                <a:lnTo>
                  <a:pt x="242363" y="354329"/>
                </a:lnTo>
                <a:lnTo>
                  <a:pt x="221888" y="350519"/>
                </a:lnTo>
                <a:close/>
              </a:path>
              <a:path w="601979" h="617220">
                <a:moveTo>
                  <a:pt x="275441" y="347979"/>
                </a:moveTo>
                <a:lnTo>
                  <a:pt x="265109" y="350519"/>
                </a:lnTo>
                <a:lnTo>
                  <a:pt x="261963" y="355599"/>
                </a:lnTo>
                <a:lnTo>
                  <a:pt x="263350" y="360679"/>
                </a:lnTo>
                <a:lnTo>
                  <a:pt x="263591" y="361949"/>
                </a:lnTo>
                <a:lnTo>
                  <a:pt x="283580" y="361949"/>
                </a:lnTo>
                <a:lnTo>
                  <a:pt x="280678" y="350519"/>
                </a:lnTo>
                <a:lnTo>
                  <a:pt x="275441" y="347979"/>
                </a:lnTo>
                <a:close/>
              </a:path>
              <a:path w="601979" h="617220">
                <a:moveTo>
                  <a:pt x="354131" y="270510"/>
                </a:moveTo>
                <a:lnTo>
                  <a:pt x="314239" y="270509"/>
                </a:lnTo>
                <a:lnTo>
                  <a:pt x="322591" y="271780"/>
                </a:lnTo>
                <a:lnTo>
                  <a:pt x="330473" y="274320"/>
                </a:lnTo>
                <a:lnTo>
                  <a:pt x="337271" y="280670"/>
                </a:lnTo>
                <a:lnTo>
                  <a:pt x="342372" y="288290"/>
                </a:lnTo>
                <a:lnTo>
                  <a:pt x="344433" y="293370"/>
                </a:lnTo>
                <a:lnTo>
                  <a:pt x="350082" y="295910"/>
                </a:lnTo>
                <a:lnTo>
                  <a:pt x="359912" y="292100"/>
                </a:lnTo>
                <a:lnTo>
                  <a:pt x="362214" y="285750"/>
                </a:lnTo>
                <a:lnTo>
                  <a:pt x="360153" y="280670"/>
                </a:lnTo>
                <a:lnTo>
                  <a:pt x="354131" y="270510"/>
                </a:lnTo>
                <a:close/>
              </a:path>
              <a:path w="601979" h="617220">
                <a:moveTo>
                  <a:pt x="396978" y="123190"/>
                </a:moveTo>
                <a:lnTo>
                  <a:pt x="374496" y="123190"/>
                </a:lnTo>
                <a:lnTo>
                  <a:pt x="380768" y="129540"/>
                </a:lnTo>
                <a:lnTo>
                  <a:pt x="380768" y="144780"/>
                </a:lnTo>
                <a:lnTo>
                  <a:pt x="374496" y="151130"/>
                </a:lnTo>
                <a:lnTo>
                  <a:pt x="396408" y="151130"/>
                </a:lnTo>
                <a:lnTo>
                  <a:pt x="398788" y="146050"/>
                </a:lnTo>
                <a:lnTo>
                  <a:pt x="400056" y="137160"/>
                </a:lnTo>
                <a:lnTo>
                  <a:pt x="397846" y="124460"/>
                </a:lnTo>
                <a:lnTo>
                  <a:pt x="396978" y="123190"/>
                </a:lnTo>
                <a:close/>
              </a:path>
              <a:path w="601979" h="617220">
                <a:moveTo>
                  <a:pt x="399655" y="41910"/>
                </a:moveTo>
                <a:lnTo>
                  <a:pt x="375400" y="41910"/>
                </a:lnTo>
                <a:lnTo>
                  <a:pt x="382969" y="49530"/>
                </a:lnTo>
                <a:lnTo>
                  <a:pt x="384486" y="53340"/>
                </a:lnTo>
                <a:lnTo>
                  <a:pt x="384487" y="60960"/>
                </a:lnTo>
                <a:lnTo>
                  <a:pt x="382969" y="64770"/>
                </a:lnTo>
                <a:lnTo>
                  <a:pt x="344362" y="104140"/>
                </a:lnTo>
                <a:lnTo>
                  <a:pt x="371330" y="104140"/>
                </a:lnTo>
                <a:lnTo>
                  <a:pt x="393864" y="81280"/>
                </a:lnTo>
                <a:lnTo>
                  <a:pt x="401306" y="69850"/>
                </a:lnTo>
                <a:lnTo>
                  <a:pt x="403789" y="57150"/>
                </a:lnTo>
                <a:lnTo>
                  <a:pt x="401309" y="44450"/>
                </a:lnTo>
                <a:lnTo>
                  <a:pt x="399655" y="41910"/>
                </a:lnTo>
                <a:close/>
              </a:path>
              <a:path w="601979" h="617220">
                <a:moveTo>
                  <a:pt x="295320" y="41909"/>
                </a:moveTo>
                <a:lnTo>
                  <a:pt x="260434" y="41909"/>
                </a:lnTo>
                <a:lnTo>
                  <a:pt x="272385" y="49529"/>
                </a:lnTo>
                <a:lnTo>
                  <a:pt x="279823" y="49529"/>
                </a:lnTo>
                <a:lnTo>
                  <a:pt x="293402" y="44449"/>
                </a:lnTo>
                <a:lnTo>
                  <a:pt x="295320" y="41909"/>
                </a:lnTo>
                <a:close/>
              </a:path>
              <a:path w="601979" h="617220">
                <a:moveTo>
                  <a:pt x="343942" y="19050"/>
                </a:moveTo>
                <a:lnTo>
                  <a:pt x="320902" y="19050"/>
                </a:lnTo>
                <a:lnTo>
                  <a:pt x="326913" y="24130"/>
                </a:lnTo>
                <a:lnTo>
                  <a:pt x="329949" y="38100"/>
                </a:lnTo>
                <a:lnTo>
                  <a:pt x="334743" y="44450"/>
                </a:lnTo>
                <a:lnTo>
                  <a:pt x="348322" y="49530"/>
                </a:lnTo>
                <a:lnTo>
                  <a:pt x="355770" y="49530"/>
                </a:lnTo>
                <a:lnTo>
                  <a:pt x="367711" y="41910"/>
                </a:lnTo>
                <a:lnTo>
                  <a:pt x="399655" y="41910"/>
                </a:lnTo>
                <a:lnTo>
                  <a:pt x="393864" y="33020"/>
                </a:lnTo>
                <a:lnTo>
                  <a:pt x="388189" y="29210"/>
                </a:lnTo>
                <a:lnTo>
                  <a:pt x="347940" y="29210"/>
                </a:lnTo>
                <a:lnTo>
                  <a:pt x="347448" y="27940"/>
                </a:lnTo>
                <a:lnTo>
                  <a:pt x="347227" y="26670"/>
                </a:lnTo>
                <a:lnTo>
                  <a:pt x="343942" y="19050"/>
                </a:lnTo>
                <a:close/>
              </a:path>
              <a:path w="601979" h="617220">
                <a:moveTo>
                  <a:pt x="314067" y="0"/>
                </a:moveTo>
                <a:lnTo>
                  <a:pt x="280919" y="26669"/>
                </a:lnTo>
                <a:lnTo>
                  <a:pt x="280697" y="27939"/>
                </a:lnTo>
                <a:lnTo>
                  <a:pt x="280205" y="29209"/>
                </a:lnTo>
                <a:lnTo>
                  <a:pt x="300128" y="29209"/>
                </a:lnTo>
                <a:lnTo>
                  <a:pt x="301232" y="24129"/>
                </a:lnTo>
                <a:lnTo>
                  <a:pt x="307243" y="19049"/>
                </a:lnTo>
                <a:lnTo>
                  <a:pt x="343942" y="19050"/>
                </a:lnTo>
                <a:lnTo>
                  <a:pt x="342847" y="16510"/>
                </a:lnTo>
                <a:lnTo>
                  <a:pt x="335317" y="7620"/>
                </a:lnTo>
                <a:lnTo>
                  <a:pt x="325452" y="2540"/>
                </a:lnTo>
                <a:lnTo>
                  <a:pt x="314067" y="0"/>
                </a:lnTo>
                <a:close/>
              </a:path>
              <a:path w="601979" h="617220">
                <a:moveTo>
                  <a:pt x="373504" y="24130"/>
                </a:moveTo>
                <a:lnTo>
                  <a:pt x="362201" y="24130"/>
                </a:lnTo>
                <a:lnTo>
                  <a:pt x="351539" y="29210"/>
                </a:lnTo>
                <a:lnTo>
                  <a:pt x="388189" y="29210"/>
                </a:lnTo>
                <a:lnTo>
                  <a:pt x="384406" y="26670"/>
                </a:lnTo>
                <a:lnTo>
                  <a:pt x="373504" y="24130"/>
                </a:lnTo>
                <a:close/>
              </a:path>
            </a:pathLst>
          </a:custGeom>
          <a:solidFill>
            <a:srgbClr val="5591A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2" name="object 4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882239" y="6483054"/>
            <a:ext cx="758288" cy="47878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876026" y="8134654"/>
            <a:ext cx="728700" cy="695909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12982193" y="5950183"/>
            <a:ext cx="3371850" cy="1243330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4000" spc="-605">
                <a:solidFill>
                  <a:srgbClr val="3A3A3A"/>
                </a:solidFill>
                <a:latin typeface="Lucida Sans Unicode"/>
                <a:cs typeface="Lucida Sans Unicode"/>
              </a:rPr>
              <a:t>15+</a:t>
            </a:r>
            <a:endParaRPr sz="4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450">
                <a:solidFill>
                  <a:srgbClr val="3A3A3A"/>
                </a:solidFill>
                <a:latin typeface="Lucida Sans Unicode"/>
                <a:cs typeface="Lucida Sans Unicode"/>
              </a:rPr>
              <a:t>key</a:t>
            </a:r>
            <a:r>
              <a:rPr dirty="0" sz="2450" spc="-90">
                <a:solidFill>
                  <a:srgbClr val="3A3A3A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50">
                <a:solidFill>
                  <a:srgbClr val="3A3A3A"/>
                </a:solidFill>
                <a:latin typeface="Lucida Sans Unicode"/>
                <a:cs typeface="Lucida Sans Unicode"/>
              </a:rPr>
              <a:t>financial</a:t>
            </a:r>
            <a:r>
              <a:rPr dirty="0" sz="2450" spc="-120">
                <a:solidFill>
                  <a:srgbClr val="3A3A3A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3A3A3A"/>
                </a:solidFill>
                <a:latin typeface="Lucida Sans Unicode"/>
                <a:cs typeface="Lucida Sans Unicode"/>
              </a:rPr>
              <a:t>partners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016231" y="7691507"/>
            <a:ext cx="3720465" cy="1242060"/>
          </a:xfrm>
          <a:prstGeom prst="rect">
            <a:avLst/>
          </a:prstGeom>
        </p:spPr>
        <p:txBody>
          <a:bodyPr wrap="square" lIns="0" tIns="157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4000" spc="95">
                <a:solidFill>
                  <a:srgbClr val="3A3A3A"/>
                </a:solidFill>
                <a:latin typeface="Lucida Sans Unicode"/>
                <a:cs typeface="Lucida Sans Unicode"/>
              </a:rPr>
              <a:t>80%</a:t>
            </a:r>
            <a:endParaRPr sz="4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2450" spc="170">
                <a:solidFill>
                  <a:srgbClr val="3A3A3A"/>
                </a:solidFill>
                <a:latin typeface="Lucida Sans Unicode"/>
                <a:cs typeface="Lucida Sans Unicode"/>
              </a:rPr>
              <a:t>accuracy</a:t>
            </a:r>
            <a:r>
              <a:rPr dirty="0" sz="2450" spc="-170">
                <a:solidFill>
                  <a:srgbClr val="3A3A3A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3A3A3A"/>
                </a:solidFill>
                <a:latin typeface="Lucida Sans Unicode"/>
                <a:cs typeface="Lucida Sans Unicode"/>
              </a:rPr>
              <a:t>in</a:t>
            </a:r>
            <a:r>
              <a:rPr dirty="0" sz="2450" spc="-150">
                <a:solidFill>
                  <a:srgbClr val="3A3A3A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50">
                <a:solidFill>
                  <a:srgbClr val="3A3A3A"/>
                </a:solidFill>
                <a:latin typeface="Lucida Sans Unicode"/>
                <a:cs typeface="Lucida Sans Unicode"/>
              </a:rPr>
              <a:t>AI</a:t>
            </a:r>
            <a:r>
              <a:rPr dirty="0" sz="2450" spc="-140">
                <a:solidFill>
                  <a:srgbClr val="3A3A3A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125">
                <a:solidFill>
                  <a:srgbClr val="3A3A3A"/>
                </a:solidFill>
                <a:latin typeface="Lucida Sans Unicode"/>
                <a:cs typeface="Lucida Sans Unicode"/>
              </a:rPr>
              <a:t>matches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7770602" y="8713089"/>
            <a:ext cx="254635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-35">
                <a:solidFill>
                  <a:srgbClr val="FFFFFF"/>
                </a:solidFill>
                <a:latin typeface="Arial Black"/>
                <a:cs typeface="Arial Black"/>
              </a:rPr>
              <a:t>02</a:t>
            </a:r>
            <a:endParaRPr sz="1450">
              <a:latin typeface="Arial Black"/>
              <a:cs typeface="Arial Black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283202" y="6173215"/>
            <a:ext cx="1723389" cy="720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550" spc="-155">
                <a:solidFill>
                  <a:srgbClr val="1A1A1A"/>
                </a:solidFill>
                <a:latin typeface="Arial Black"/>
                <a:cs typeface="Arial Black"/>
              </a:rPr>
              <a:t>Goals</a:t>
            </a:r>
            <a:endParaRPr sz="4550">
              <a:latin typeface="Arial Black"/>
              <a:cs typeface="Arial Black"/>
            </a:endParaRPr>
          </a:p>
        </p:txBody>
      </p:sp>
      <p:sp>
        <p:nvSpPr>
          <p:cNvPr id="48" name="object 48" descr="$PPTXTitle"/>
          <p:cNvSpPr txBox="1">
            <a:spLocks noGrp="1"/>
          </p:cNvSpPr>
          <p:nvPr>
            <p:ph type="title"/>
          </p:nvPr>
        </p:nvSpPr>
        <p:spPr>
          <a:xfrm>
            <a:off x="7961121" y="268605"/>
            <a:ext cx="238188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325"/>
              <a:t>Vision</a:t>
            </a:r>
            <a:endParaRPr sz="6000"/>
          </a:p>
        </p:txBody>
      </p:sp>
      <p:sp>
        <p:nvSpPr>
          <p:cNvPr id="49" name="object 49"/>
          <p:cNvSpPr txBox="1"/>
          <p:nvPr/>
        </p:nvSpPr>
        <p:spPr>
          <a:xfrm>
            <a:off x="5368290" y="1474723"/>
            <a:ext cx="10039985" cy="39230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70">
                <a:solidFill>
                  <a:srgbClr val="2B2B2B"/>
                </a:solidFill>
                <a:latin typeface="Lucida Sans Unicode"/>
                <a:cs typeface="Lucida Sans Unicode"/>
              </a:rPr>
              <a:t>YOUR</a:t>
            </a:r>
            <a:r>
              <a:rPr dirty="0" sz="2900" spc="-130">
                <a:solidFill>
                  <a:srgbClr val="2B2B2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0">
                <a:solidFill>
                  <a:srgbClr val="2B2B2B"/>
                </a:solidFill>
                <a:latin typeface="Lucida Sans Unicode"/>
                <a:cs typeface="Lucida Sans Unicode"/>
              </a:rPr>
              <a:t>PATH</a:t>
            </a:r>
            <a:r>
              <a:rPr dirty="0" sz="2900" spc="-145">
                <a:solidFill>
                  <a:srgbClr val="2B2B2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30">
                <a:solidFill>
                  <a:srgbClr val="2B2B2B"/>
                </a:solidFill>
                <a:latin typeface="Lucida Sans Unicode"/>
                <a:cs typeface="Lucida Sans Unicode"/>
              </a:rPr>
              <a:t>TO</a:t>
            </a:r>
            <a:r>
              <a:rPr dirty="0" sz="2900" spc="-140">
                <a:solidFill>
                  <a:srgbClr val="2B2B2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30">
                <a:solidFill>
                  <a:srgbClr val="2B2B2B"/>
                </a:solidFill>
                <a:latin typeface="Lucida Sans Unicode"/>
                <a:cs typeface="Lucida Sans Unicode"/>
              </a:rPr>
              <a:t>BETTER</a:t>
            </a:r>
            <a:r>
              <a:rPr dirty="0" sz="2900" spc="-145">
                <a:solidFill>
                  <a:srgbClr val="2B2B2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80">
                <a:solidFill>
                  <a:srgbClr val="2B2B2B"/>
                </a:solidFill>
                <a:latin typeface="Lucida Sans Unicode"/>
                <a:cs typeface="Lucida Sans Unicode"/>
              </a:rPr>
              <a:t>FINANCIAL</a:t>
            </a:r>
            <a:r>
              <a:rPr dirty="0" sz="2900" spc="-170">
                <a:solidFill>
                  <a:srgbClr val="2B2B2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2B2B2B"/>
                </a:solidFill>
                <a:latin typeface="Lucida Sans Unicode"/>
                <a:cs typeface="Lucida Sans Unicode"/>
              </a:rPr>
              <a:t>CHOICES</a:t>
            </a:r>
            <a:endParaRPr sz="29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2900">
              <a:latin typeface="Lucida Sans Unicode"/>
              <a:cs typeface="Lucida Sans Unicode"/>
            </a:endParaRPr>
          </a:p>
          <a:p>
            <a:pPr marL="6660515">
              <a:lnSpc>
                <a:spcPct val="100000"/>
              </a:lnSpc>
            </a:pPr>
            <a:r>
              <a:rPr dirty="0" sz="4000" spc="-509">
                <a:solidFill>
                  <a:srgbClr val="3A3A3A"/>
                </a:solidFill>
                <a:latin typeface="Lucida Sans Unicode"/>
                <a:cs typeface="Lucida Sans Unicode"/>
              </a:rPr>
              <a:t>10K+</a:t>
            </a:r>
            <a:endParaRPr sz="4000">
              <a:latin typeface="Lucida Sans Unicode"/>
              <a:cs typeface="Lucida Sans Unicode"/>
            </a:endParaRPr>
          </a:p>
          <a:p>
            <a:pPr marL="6660515">
              <a:lnSpc>
                <a:spcPct val="100000"/>
              </a:lnSpc>
              <a:spcBef>
                <a:spcPts val="700"/>
              </a:spcBef>
            </a:pPr>
            <a:r>
              <a:rPr dirty="0" sz="2450" spc="145">
                <a:solidFill>
                  <a:srgbClr val="3A3A3A"/>
                </a:solidFill>
                <a:latin typeface="Lucida Sans Unicode"/>
                <a:cs typeface="Lucida Sans Unicode"/>
              </a:rPr>
              <a:t>matched</a:t>
            </a:r>
            <a:r>
              <a:rPr dirty="0" sz="2450" spc="-150">
                <a:solidFill>
                  <a:srgbClr val="3A3A3A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3A3A3A"/>
                </a:solidFill>
                <a:latin typeface="Lucida Sans Unicode"/>
                <a:cs typeface="Lucida Sans Unicode"/>
              </a:rPr>
              <a:t>users</a:t>
            </a:r>
            <a:endParaRPr sz="24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2450">
              <a:latin typeface="Lucida Sans Unicode"/>
              <a:cs typeface="Lucida Sans Unicode"/>
            </a:endParaRPr>
          </a:p>
          <a:p>
            <a:pPr marL="7616825">
              <a:lnSpc>
                <a:spcPct val="100000"/>
              </a:lnSpc>
            </a:pPr>
            <a:r>
              <a:rPr dirty="0" sz="4000" spc="-65">
                <a:solidFill>
                  <a:srgbClr val="3A3A3A"/>
                </a:solidFill>
                <a:latin typeface="Lucida Sans Unicode"/>
                <a:cs typeface="Lucida Sans Unicode"/>
              </a:rPr>
              <a:t>90k</a:t>
            </a:r>
            <a:r>
              <a:rPr dirty="0" sz="4000" spc="-250">
                <a:solidFill>
                  <a:srgbClr val="3A3A3A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50">
                <a:solidFill>
                  <a:srgbClr val="3A3A3A"/>
                </a:solidFill>
                <a:latin typeface="Times New Roman"/>
                <a:cs typeface="Times New Roman"/>
              </a:rPr>
              <a:t>₼</a:t>
            </a:r>
            <a:endParaRPr sz="4000">
              <a:latin typeface="Times New Roman"/>
              <a:cs typeface="Times New Roman"/>
            </a:endParaRPr>
          </a:p>
          <a:p>
            <a:pPr marL="7616825">
              <a:lnSpc>
                <a:spcPct val="100000"/>
              </a:lnSpc>
              <a:spcBef>
                <a:spcPts val="695"/>
              </a:spcBef>
            </a:pPr>
            <a:r>
              <a:rPr dirty="0" sz="2450">
                <a:solidFill>
                  <a:srgbClr val="3A3A3A"/>
                </a:solidFill>
                <a:latin typeface="Lucida Sans Unicode"/>
                <a:cs typeface="Lucida Sans Unicode"/>
              </a:rPr>
              <a:t>in</a:t>
            </a:r>
            <a:r>
              <a:rPr dirty="0" sz="2450" spc="-145">
                <a:solidFill>
                  <a:srgbClr val="3A3A3A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105">
                <a:solidFill>
                  <a:srgbClr val="3A3A3A"/>
                </a:solidFill>
                <a:latin typeface="Lucida Sans Unicode"/>
                <a:cs typeface="Lucida Sans Unicode"/>
              </a:rPr>
              <a:t>seed</a:t>
            </a:r>
            <a:r>
              <a:rPr dirty="0" sz="2450" spc="-150">
                <a:solidFill>
                  <a:srgbClr val="3A3A3A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3A3A3A"/>
                </a:solidFill>
                <a:latin typeface="Lucida Sans Unicode"/>
                <a:cs typeface="Lucida Sans Unicode"/>
              </a:rPr>
              <a:t>funding</a:t>
            </a:r>
            <a:endParaRPr sz="2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9779" y="3088767"/>
            <a:ext cx="5067300" cy="6365240"/>
          </a:xfrm>
          <a:custGeom>
            <a:avLst/>
            <a:gdLst/>
            <a:ahLst/>
            <a:cxnLst/>
            <a:rect l="l" t="t" r="r" b="b"/>
            <a:pathLst>
              <a:path w="5067300" h="6365240">
                <a:moveTo>
                  <a:pt x="4770920" y="0"/>
                </a:moveTo>
                <a:lnTo>
                  <a:pt x="295884" y="0"/>
                </a:lnTo>
                <a:lnTo>
                  <a:pt x="249318" y="3693"/>
                </a:lnTo>
                <a:lnTo>
                  <a:pt x="204318" y="14549"/>
                </a:lnTo>
                <a:lnTo>
                  <a:pt x="161679" y="32232"/>
                </a:lnTo>
                <a:lnTo>
                  <a:pt x="122196" y="56408"/>
                </a:lnTo>
                <a:lnTo>
                  <a:pt x="86664" y="86740"/>
                </a:lnTo>
                <a:lnTo>
                  <a:pt x="56344" y="122271"/>
                </a:lnTo>
                <a:lnTo>
                  <a:pt x="32188" y="161740"/>
                </a:lnTo>
                <a:lnTo>
                  <a:pt x="14525" y="204360"/>
                </a:lnTo>
                <a:lnTo>
                  <a:pt x="3686" y="249345"/>
                </a:lnTo>
                <a:lnTo>
                  <a:pt x="0" y="295909"/>
                </a:lnTo>
                <a:lnTo>
                  <a:pt x="0" y="6068872"/>
                </a:lnTo>
                <a:lnTo>
                  <a:pt x="3686" y="6115438"/>
                </a:lnTo>
                <a:lnTo>
                  <a:pt x="14525" y="6160438"/>
                </a:lnTo>
                <a:lnTo>
                  <a:pt x="32188" y="6203077"/>
                </a:lnTo>
                <a:lnTo>
                  <a:pt x="56344" y="6242560"/>
                </a:lnTo>
                <a:lnTo>
                  <a:pt x="86664" y="6278092"/>
                </a:lnTo>
                <a:lnTo>
                  <a:pt x="122196" y="6308411"/>
                </a:lnTo>
                <a:lnTo>
                  <a:pt x="161679" y="6332564"/>
                </a:lnTo>
                <a:lnTo>
                  <a:pt x="204318" y="6350223"/>
                </a:lnTo>
                <a:lnTo>
                  <a:pt x="249318" y="6361059"/>
                </a:lnTo>
                <a:lnTo>
                  <a:pt x="295884" y="6364744"/>
                </a:lnTo>
                <a:lnTo>
                  <a:pt x="4770920" y="6364744"/>
                </a:lnTo>
                <a:lnTo>
                  <a:pt x="4818923" y="6360872"/>
                </a:lnTo>
                <a:lnTo>
                  <a:pt x="4864459" y="6349661"/>
                </a:lnTo>
                <a:lnTo>
                  <a:pt x="4906917" y="6331721"/>
                </a:lnTo>
                <a:lnTo>
                  <a:pt x="4945690" y="6307660"/>
                </a:lnTo>
                <a:lnTo>
                  <a:pt x="4980168" y="6278087"/>
                </a:lnTo>
                <a:lnTo>
                  <a:pt x="5009743" y="6243613"/>
                </a:lnTo>
                <a:lnTo>
                  <a:pt x="5033805" y="6204845"/>
                </a:lnTo>
                <a:lnTo>
                  <a:pt x="5051746" y="6162393"/>
                </a:lnTo>
                <a:lnTo>
                  <a:pt x="5062957" y="6116866"/>
                </a:lnTo>
                <a:lnTo>
                  <a:pt x="5066830" y="6068872"/>
                </a:lnTo>
                <a:lnTo>
                  <a:pt x="5066830" y="295909"/>
                </a:lnTo>
                <a:lnTo>
                  <a:pt x="5063136" y="249345"/>
                </a:lnTo>
                <a:lnTo>
                  <a:pt x="5052280" y="204360"/>
                </a:lnTo>
                <a:lnTo>
                  <a:pt x="5034597" y="161740"/>
                </a:lnTo>
                <a:lnTo>
                  <a:pt x="5010421" y="122271"/>
                </a:lnTo>
                <a:lnTo>
                  <a:pt x="4980089" y="86740"/>
                </a:lnTo>
                <a:lnTo>
                  <a:pt x="4944558" y="56408"/>
                </a:lnTo>
                <a:lnTo>
                  <a:pt x="4905090" y="32232"/>
                </a:lnTo>
                <a:lnTo>
                  <a:pt x="4862469" y="14549"/>
                </a:lnTo>
                <a:lnTo>
                  <a:pt x="4817484" y="3693"/>
                </a:lnTo>
                <a:lnTo>
                  <a:pt x="4770920" y="0"/>
                </a:lnTo>
                <a:close/>
              </a:path>
            </a:pathLst>
          </a:custGeom>
          <a:solidFill>
            <a:srgbClr val="5591A3">
              <a:alpha val="2078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527927" y="3088767"/>
            <a:ext cx="5067300" cy="6365240"/>
          </a:xfrm>
          <a:custGeom>
            <a:avLst/>
            <a:gdLst/>
            <a:ahLst/>
            <a:cxnLst/>
            <a:rect l="l" t="t" r="r" b="b"/>
            <a:pathLst>
              <a:path w="5067300" h="6365240">
                <a:moveTo>
                  <a:pt x="4770882" y="0"/>
                </a:moveTo>
                <a:lnTo>
                  <a:pt x="295909" y="0"/>
                </a:lnTo>
                <a:lnTo>
                  <a:pt x="249332" y="3693"/>
                </a:lnTo>
                <a:lnTo>
                  <a:pt x="204315" y="14549"/>
                </a:lnTo>
                <a:lnTo>
                  <a:pt x="161657" y="32232"/>
                </a:lnTo>
                <a:lnTo>
                  <a:pt x="122157" y="56408"/>
                </a:lnTo>
                <a:lnTo>
                  <a:pt x="86614" y="86740"/>
                </a:lnTo>
                <a:lnTo>
                  <a:pt x="56343" y="122271"/>
                </a:lnTo>
                <a:lnTo>
                  <a:pt x="32205" y="161740"/>
                </a:lnTo>
                <a:lnTo>
                  <a:pt x="14540" y="204360"/>
                </a:lnTo>
                <a:lnTo>
                  <a:pt x="3692" y="249345"/>
                </a:lnTo>
                <a:lnTo>
                  <a:pt x="0" y="295909"/>
                </a:lnTo>
                <a:lnTo>
                  <a:pt x="0" y="6068872"/>
                </a:lnTo>
                <a:lnTo>
                  <a:pt x="3692" y="6115438"/>
                </a:lnTo>
                <a:lnTo>
                  <a:pt x="14540" y="6160438"/>
                </a:lnTo>
                <a:lnTo>
                  <a:pt x="32205" y="6203077"/>
                </a:lnTo>
                <a:lnTo>
                  <a:pt x="56343" y="6242560"/>
                </a:lnTo>
                <a:lnTo>
                  <a:pt x="86614" y="6278092"/>
                </a:lnTo>
                <a:lnTo>
                  <a:pt x="122157" y="6308411"/>
                </a:lnTo>
                <a:lnTo>
                  <a:pt x="161657" y="6332564"/>
                </a:lnTo>
                <a:lnTo>
                  <a:pt x="204315" y="6350223"/>
                </a:lnTo>
                <a:lnTo>
                  <a:pt x="249332" y="6361059"/>
                </a:lnTo>
                <a:lnTo>
                  <a:pt x="295909" y="6364744"/>
                </a:lnTo>
                <a:lnTo>
                  <a:pt x="4770882" y="6364744"/>
                </a:lnTo>
                <a:lnTo>
                  <a:pt x="4818885" y="6360872"/>
                </a:lnTo>
                <a:lnTo>
                  <a:pt x="4864421" y="6349661"/>
                </a:lnTo>
                <a:lnTo>
                  <a:pt x="4906879" y="6331721"/>
                </a:lnTo>
                <a:lnTo>
                  <a:pt x="4945652" y="6307660"/>
                </a:lnTo>
                <a:lnTo>
                  <a:pt x="4980130" y="6278087"/>
                </a:lnTo>
                <a:lnTo>
                  <a:pt x="5009704" y="6243613"/>
                </a:lnTo>
                <a:lnTo>
                  <a:pt x="5033767" y="6204845"/>
                </a:lnTo>
                <a:lnTo>
                  <a:pt x="5051708" y="6162393"/>
                </a:lnTo>
                <a:lnTo>
                  <a:pt x="5062919" y="6116866"/>
                </a:lnTo>
                <a:lnTo>
                  <a:pt x="5066792" y="6068872"/>
                </a:lnTo>
                <a:lnTo>
                  <a:pt x="5066792" y="295909"/>
                </a:lnTo>
                <a:lnTo>
                  <a:pt x="5063112" y="249345"/>
                </a:lnTo>
                <a:lnTo>
                  <a:pt x="5052287" y="204360"/>
                </a:lnTo>
                <a:lnTo>
                  <a:pt x="5034641" y="161740"/>
                </a:lnTo>
                <a:lnTo>
                  <a:pt x="5010497" y="122271"/>
                </a:lnTo>
                <a:lnTo>
                  <a:pt x="4980178" y="86740"/>
                </a:lnTo>
                <a:lnTo>
                  <a:pt x="4944634" y="56408"/>
                </a:lnTo>
                <a:lnTo>
                  <a:pt x="4905134" y="32232"/>
                </a:lnTo>
                <a:lnTo>
                  <a:pt x="4862476" y="14549"/>
                </a:lnTo>
                <a:lnTo>
                  <a:pt x="4817459" y="3693"/>
                </a:lnTo>
                <a:lnTo>
                  <a:pt x="4770882" y="0"/>
                </a:lnTo>
                <a:close/>
              </a:path>
            </a:pathLst>
          </a:custGeom>
          <a:solidFill>
            <a:srgbClr val="5591A3">
              <a:alpha val="2078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226035" y="3088767"/>
            <a:ext cx="5067300" cy="6365240"/>
          </a:xfrm>
          <a:custGeom>
            <a:avLst/>
            <a:gdLst/>
            <a:ahLst/>
            <a:cxnLst/>
            <a:rect l="l" t="t" r="r" b="b"/>
            <a:pathLst>
              <a:path w="5067300" h="6365240">
                <a:moveTo>
                  <a:pt x="4771008" y="0"/>
                </a:moveTo>
                <a:lnTo>
                  <a:pt x="295910" y="0"/>
                </a:lnTo>
                <a:lnTo>
                  <a:pt x="249345" y="3693"/>
                </a:lnTo>
                <a:lnTo>
                  <a:pt x="204360" y="14549"/>
                </a:lnTo>
                <a:lnTo>
                  <a:pt x="161740" y="32232"/>
                </a:lnTo>
                <a:lnTo>
                  <a:pt x="122271" y="56408"/>
                </a:lnTo>
                <a:lnTo>
                  <a:pt x="86741" y="86740"/>
                </a:lnTo>
                <a:lnTo>
                  <a:pt x="56408" y="122271"/>
                </a:lnTo>
                <a:lnTo>
                  <a:pt x="32232" y="161740"/>
                </a:lnTo>
                <a:lnTo>
                  <a:pt x="14549" y="204360"/>
                </a:lnTo>
                <a:lnTo>
                  <a:pt x="3693" y="249345"/>
                </a:lnTo>
                <a:lnTo>
                  <a:pt x="0" y="295909"/>
                </a:lnTo>
                <a:lnTo>
                  <a:pt x="0" y="6068872"/>
                </a:lnTo>
                <a:lnTo>
                  <a:pt x="3693" y="6115438"/>
                </a:lnTo>
                <a:lnTo>
                  <a:pt x="14549" y="6160438"/>
                </a:lnTo>
                <a:lnTo>
                  <a:pt x="32232" y="6203077"/>
                </a:lnTo>
                <a:lnTo>
                  <a:pt x="56408" y="6242560"/>
                </a:lnTo>
                <a:lnTo>
                  <a:pt x="86741" y="6278092"/>
                </a:lnTo>
                <a:lnTo>
                  <a:pt x="122271" y="6308411"/>
                </a:lnTo>
                <a:lnTo>
                  <a:pt x="161740" y="6332564"/>
                </a:lnTo>
                <a:lnTo>
                  <a:pt x="204360" y="6350223"/>
                </a:lnTo>
                <a:lnTo>
                  <a:pt x="249345" y="6361059"/>
                </a:lnTo>
                <a:lnTo>
                  <a:pt x="295910" y="6364744"/>
                </a:lnTo>
                <a:lnTo>
                  <a:pt x="4771008" y="6364744"/>
                </a:lnTo>
                <a:lnTo>
                  <a:pt x="4818978" y="6360872"/>
                </a:lnTo>
                <a:lnTo>
                  <a:pt x="4864486" y="6349661"/>
                </a:lnTo>
                <a:lnTo>
                  <a:pt x="4906923" y="6331721"/>
                </a:lnTo>
                <a:lnTo>
                  <a:pt x="4945679" y="6307660"/>
                </a:lnTo>
                <a:lnTo>
                  <a:pt x="4980146" y="6278087"/>
                </a:lnTo>
                <a:lnTo>
                  <a:pt x="5009713" y="6243613"/>
                </a:lnTo>
                <a:lnTo>
                  <a:pt x="5033770" y="6204845"/>
                </a:lnTo>
                <a:lnTo>
                  <a:pt x="5051709" y="6162393"/>
                </a:lnTo>
                <a:lnTo>
                  <a:pt x="5062919" y="6116866"/>
                </a:lnTo>
                <a:lnTo>
                  <a:pt x="5066792" y="6068872"/>
                </a:lnTo>
                <a:lnTo>
                  <a:pt x="5066792" y="295909"/>
                </a:lnTo>
                <a:lnTo>
                  <a:pt x="5063112" y="249345"/>
                </a:lnTo>
                <a:lnTo>
                  <a:pt x="5052287" y="204360"/>
                </a:lnTo>
                <a:lnTo>
                  <a:pt x="5034641" y="161740"/>
                </a:lnTo>
                <a:lnTo>
                  <a:pt x="5010497" y="122271"/>
                </a:lnTo>
                <a:lnTo>
                  <a:pt x="4980178" y="86740"/>
                </a:lnTo>
                <a:lnTo>
                  <a:pt x="4944647" y="56408"/>
                </a:lnTo>
                <a:lnTo>
                  <a:pt x="4905178" y="32232"/>
                </a:lnTo>
                <a:lnTo>
                  <a:pt x="4862558" y="14549"/>
                </a:lnTo>
                <a:lnTo>
                  <a:pt x="4817573" y="3693"/>
                </a:lnTo>
                <a:lnTo>
                  <a:pt x="4771008" y="0"/>
                </a:lnTo>
                <a:close/>
              </a:path>
            </a:pathLst>
          </a:custGeom>
          <a:solidFill>
            <a:srgbClr val="5591A3">
              <a:alpha val="20783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894332" y="0"/>
            <a:ext cx="14334490" cy="4558030"/>
            <a:chOff x="1894332" y="0"/>
            <a:chExt cx="14334490" cy="4558030"/>
          </a:xfrm>
        </p:grpSpPr>
        <p:sp>
          <p:nvSpPr>
            <p:cNvPr id="6" name="object 6"/>
            <p:cNvSpPr/>
            <p:nvPr/>
          </p:nvSpPr>
          <p:spPr>
            <a:xfrm>
              <a:off x="4139508" y="0"/>
              <a:ext cx="10009505" cy="2385695"/>
            </a:xfrm>
            <a:custGeom>
              <a:avLst/>
              <a:gdLst/>
              <a:ahLst/>
              <a:cxnLst/>
              <a:rect l="l" t="t" r="r" b="b"/>
              <a:pathLst>
                <a:path w="10009505" h="2385695">
                  <a:moveTo>
                    <a:pt x="10008982" y="0"/>
                  </a:moveTo>
                  <a:lnTo>
                    <a:pt x="0" y="0"/>
                  </a:lnTo>
                  <a:lnTo>
                    <a:pt x="17973" y="22120"/>
                  </a:lnTo>
                  <a:lnTo>
                    <a:pt x="49481" y="60298"/>
                  </a:lnTo>
                  <a:lnTo>
                    <a:pt x="81275" y="98229"/>
                  </a:lnTo>
                  <a:lnTo>
                    <a:pt x="113354" y="135911"/>
                  </a:lnTo>
                  <a:lnTo>
                    <a:pt x="145717" y="173344"/>
                  </a:lnTo>
                  <a:lnTo>
                    <a:pt x="178361" y="210524"/>
                  </a:lnTo>
                  <a:lnTo>
                    <a:pt x="211286" y="247450"/>
                  </a:lnTo>
                  <a:lnTo>
                    <a:pt x="244489" y="284121"/>
                  </a:lnTo>
                  <a:lnTo>
                    <a:pt x="277969" y="320536"/>
                  </a:lnTo>
                  <a:lnTo>
                    <a:pt x="311724" y="356692"/>
                  </a:lnTo>
                  <a:lnTo>
                    <a:pt x="345752" y="392587"/>
                  </a:lnTo>
                  <a:lnTo>
                    <a:pt x="380052" y="428221"/>
                  </a:lnTo>
                  <a:lnTo>
                    <a:pt x="414623" y="463592"/>
                  </a:lnTo>
                  <a:lnTo>
                    <a:pt x="449461" y="498697"/>
                  </a:lnTo>
                  <a:lnTo>
                    <a:pt x="484567" y="533535"/>
                  </a:lnTo>
                  <a:lnTo>
                    <a:pt x="519938" y="568105"/>
                  </a:lnTo>
                  <a:lnTo>
                    <a:pt x="555572" y="602405"/>
                  </a:lnTo>
                  <a:lnTo>
                    <a:pt x="591468" y="636432"/>
                  </a:lnTo>
                  <a:lnTo>
                    <a:pt x="627624" y="670187"/>
                  </a:lnTo>
                  <a:lnTo>
                    <a:pt x="664039" y="703666"/>
                  </a:lnTo>
                  <a:lnTo>
                    <a:pt x="700711" y="736868"/>
                  </a:lnTo>
                  <a:lnTo>
                    <a:pt x="737638" y="769793"/>
                  </a:lnTo>
                  <a:lnTo>
                    <a:pt x="774818" y="802436"/>
                  </a:lnTo>
                  <a:lnTo>
                    <a:pt x="812251" y="834799"/>
                  </a:lnTo>
                  <a:lnTo>
                    <a:pt x="849934" y="866877"/>
                  </a:lnTo>
                  <a:lnTo>
                    <a:pt x="887865" y="898671"/>
                  </a:lnTo>
                  <a:lnTo>
                    <a:pt x="926043" y="930178"/>
                  </a:lnTo>
                  <a:lnTo>
                    <a:pt x="964466" y="961397"/>
                  </a:lnTo>
                  <a:lnTo>
                    <a:pt x="1003133" y="992325"/>
                  </a:lnTo>
                  <a:lnTo>
                    <a:pt x="1042042" y="1022962"/>
                  </a:lnTo>
                  <a:lnTo>
                    <a:pt x="1081192" y="1053306"/>
                  </a:lnTo>
                  <a:lnTo>
                    <a:pt x="1120580" y="1083354"/>
                  </a:lnTo>
                  <a:lnTo>
                    <a:pt x="1160205" y="1113106"/>
                  </a:lnTo>
                  <a:lnTo>
                    <a:pt x="1200065" y="1142560"/>
                  </a:lnTo>
                  <a:lnTo>
                    <a:pt x="1240159" y="1171713"/>
                  </a:lnTo>
                  <a:lnTo>
                    <a:pt x="1280485" y="1200565"/>
                  </a:lnTo>
                  <a:lnTo>
                    <a:pt x="1321041" y="1229113"/>
                  </a:lnTo>
                  <a:lnTo>
                    <a:pt x="1361826" y="1257357"/>
                  </a:lnTo>
                  <a:lnTo>
                    <a:pt x="1402838" y="1285294"/>
                  </a:lnTo>
                  <a:lnTo>
                    <a:pt x="1444075" y="1312923"/>
                  </a:lnTo>
                  <a:lnTo>
                    <a:pt x="1485536" y="1340242"/>
                  </a:lnTo>
                  <a:lnTo>
                    <a:pt x="1527219" y="1367249"/>
                  </a:lnTo>
                  <a:lnTo>
                    <a:pt x="1569123" y="1393943"/>
                  </a:lnTo>
                  <a:lnTo>
                    <a:pt x="1611245" y="1420322"/>
                  </a:lnTo>
                  <a:lnTo>
                    <a:pt x="1653584" y="1446384"/>
                  </a:lnTo>
                  <a:lnTo>
                    <a:pt x="1696139" y="1472128"/>
                  </a:lnTo>
                  <a:lnTo>
                    <a:pt x="1738908" y="1497553"/>
                  </a:lnTo>
                  <a:lnTo>
                    <a:pt x="1781888" y="1522655"/>
                  </a:lnTo>
                  <a:lnTo>
                    <a:pt x="1825079" y="1547435"/>
                  </a:lnTo>
                  <a:lnTo>
                    <a:pt x="1868479" y="1571890"/>
                  </a:lnTo>
                  <a:lnTo>
                    <a:pt x="1912086" y="1596018"/>
                  </a:lnTo>
                  <a:lnTo>
                    <a:pt x="1955899" y="1619818"/>
                  </a:lnTo>
                  <a:lnTo>
                    <a:pt x="1999915" y="1643288"/>
                  </a:lnTo>
                  <a:lnTo>
                    <a:pt x="2044134" y="1666427"/>
                  </a:lnTo>
                  <a:lnTo>
                    <a:pt x="2088553" y="1689233"/>
                  </a:lnTo>
                  <a:lnTo>
                    <a:pt x="2133170" y="1711704"/>
                  </a:lnTo>
                  <a:lnTo>
                    <a:pt x="2177985" y="1733838"/>
                  </a:lnTo>
                  <a:lnTo>
                    <a:pt x="2222996" y="1755634"/>
                  </a:lnTo>
                  <a:lnTo>
                    <a:pt x="2268200" y="1777091"/>
                  </a:lnTo>
                  <a:lnTo>
                    <a:pt x="2313597" y="1798206"/>
                  </a:lnTo>
                  <a:lnTo>
                    <a:pt x="2359184" y="1818978"/>
                  </a:lnTo>
                  <a:lnTo>
                    <a:pt x="2404960" y="1839405"/>
                  </a:lnTo>
                  <a:lnTo>
                    <a:pt x="2450924" y="1859486"/>
                  </a:lnTo>
                  <a:lnTo>
                    <a:pt x="2497072" y="1879219"/>
                  </a:lnTo>
                  <a:lnTo>
                    <a:pt x="2543405" y="1898602"/>
                  </a:lnTo>
                  <a:lnTo>
                    <a:pt x="2589920" y="1917633"/>
                  </a:lnTo>
                  <a:lnTo>
                    <a:pt x="2636616" y="1936312"/>
                  </a:lnTo>
                  <a:lnTo>
                    <a:pt x="2683491" y="1954636"/>
                  </a:lnTo>
                  <a:lnTo>
                    <a:pt x="2730543" y="1972603"/>
                  </a:lnTo>
                  <a:lnTo>
                    <a:pt x="2777770" y="1990213"/>
                  </a:lnTo>
                  <a:lnTo>
                    <a:pt x="2825172" y="2007463"/>
                  </a:lnTo>
                  <a:lnTo>
                    <a:pt x="2872746" y="2024351"/>
                  </a:lnTo>
                  <a:lnTo>
                    <a:pt x="2920490" y="2040877"/>
                  </a:lnTo>
                  <a:lnTo>
                    <a:pt x="2968404" y="2057038"/>
                  </a:lnTo>
                  <a:lnTo>
                    <a:pt x="3016484" y="2072832"/>
                  </a:lnTo>
                  <a:lnTo>
                    <a:pt x="3064731" y="2088259"/>
                  </a:lnTo>
                  <a:lnTo>
                    <a:pt x="3113142" y="2103316"/>
                  </a:lnTo>
                  <a:lnTo>
                    <a:pt x="3161715" y="2118002"/>
                  </a:lnTo>
                  <a:lnTo>
                    <a:pt x="3210448" y="2132315"/>
                  </a:lnTo>
                  <a:lnTo>
                    <a:pt x="3259341" y="2146253"/>
                  </a:lnTo>
                  <a:lnTo>
                    <a:pt x="3308391" y="2159815"/>
                  </a:lnTo>
                  <a:lnTo>
                    <a:pt x="3357597" y="2172999"/>
                  </a:lnTo>
                  <a:lnTo>
                    <a:pt x="3406957" y="2185804"/>
                  </a:lnTo>
                  <a:lnTo>
                    <a:pt x="3456469" y="2198227"/>
                  </a:lnTo>
                  <a:lnTo>
                    <a:pt x="3506132" y="2210268"/>
                  </a:lnTo>
                  <a:lnTo>
                    <a:pt x="3555944" y="2221924"/>
                  </a:lnTo>
                  <a:lnTo>
                    <a:pt x="3605904" y="2233194"/>
                  </a:lnTo>
                  <a:lnTo>
                    <a:pt x="3656009" y="2244076"/>
                  </a:lnTo>
                  <a:lnTo>
                    <a:pt x="3706259" y="2254568"/>
                  </a:lnTo>
                  <a:lnTo>
                    <a:pt x="3756651" y="2264669"/>
                  </a:lnTo>
                  <a:lnTo>
                    <a:pt x="3807184" y="2274378"/>
                  </a:lnTo>
                  <a:lnTo>
                    <a:pt x="3857856" y="2283692"/>
                  </a:lnTo>
                  <a:lnTo>
                    <a:pt x="3908665" y="2292609"/>
                  </a:lnTo>
                  <a:lnTo>
                    <a:pt x="3959611" y="2301130"/>
                  </a:lnTo>
                  <a:lnTo>
                    <a:pt x="4010690" y="2309250"/>
                  </a:lnTo>
                  <a:lnTo>
                    <a:pt x="4061902" y="2316970"/>
                  </a:lnTo>
                  <a:lnTo>
                    <a:pt x="4113245" y="2324286"/>
                  </a:lnTo>
                  <a:lnTo>
                    <a:pt x="4164717" y="2331199"/>
                  </a:lnTo>
                  <a:lnTo>
                    <a:pt x="4216317" y="2337705"/>
                  </a:lnTo>
                  <a:lnTo>
                    <a:pt x="4268043" y="2343803"/>
                  </a:lnTo>
                  <a:lnTo>
                    <a:pt x="4319893" y="2349492"/>
                  </a:lnTo>
                  <a:lnTo>
                    <a:pt x="4371865" y="2354770"/>
                  </a:lnTo>
                  <a:lnTo>
                    <a:pt x="4423958" y="2359636"/>
                  </a:lnTo>
                  <a:lnTo>
                    <a:pt x="4476171" y="2364086"/>
                  </a:lnTo>
                  <a:lnTo>
                    <a:pt x="4528501" y="2368121"/>
                  </a:lnTo>
                  <a:lnTo>
                    <a:pt x="4580947" y="2371739"/>
                  </a:lnTo>
                  <a:lnTo>
                    <a:pt x="4633507" y="2374936"/>
                  </a:lnTo>
                  <a:lnTo>
                    <a:pt x="4686180" y="2377713"/>
                  </a:lnTo>
                  <a:lnTo>
                    <a:pt x="4738964" y="2380067"/>
                  </a:lnTo>
                  <a:lnTo>
                    <a:pt x="4791858" y="2381997"/>
                  </a:lnTo>
                  <a:lnTo>
                    <a:pt x="4844859" y="2383501"/>
                  </a:lnTo>
                  <a:lnTo>
                    <a:pt x="4897966" y="2384577"/>
                  </a:lnTo>
                  <a:lnTo>
                    <a:pt x="4951177" y="2385224"/>
                  </a:lnTo>
                  <a:lnTo>
                    <a:pt x="5004491" y="2385441"/>
                  </a:lnTo>
                  <a:lnTo>
                    <a:pt x="5057805" y="2385224"/>
                  </a:lnTo>
                  <a:lnTo>
                    <a:pt x="5111016" y="2384577"/>
                  </a:lnTo>
                  <a:lnTo>
                    <a:pt x="5164123" y="2383501"/>
                  </a:lnTo>
                  <a:lnTo>
                    <a:pt x="5217124" y="2381997"/>
                  </a:lnTo>
                  <a:lnTo>
                    <a:pt x="5270017" y="2380067"/>
                  </a:lnTo>
                  <a:lnTo>
                    <a:pt x="5322801" y="2377713"/>
                  </a:lnTo>
                  <a:lnTo>
                    <a:pt x="5375475" y="2374936"/>
                  </a:lnTo>
                  <a:lnTo>
                    <a:pt x="5428035" y="2371739"/>
                  </a:lnTo>
                  <a:lnTo>
                    <a:pt x="5480481" y="2368121"/>
                  </a:lnTo>
                  <a:lnTo>
                    <a:pt x="5532811" y="2364086"/>
                  </a:lnTo>
                  <a:lnTo>
                    <a:pt x="5585024" y="2359636"/>
                  </a:lnTo>
                  <a:lnTo>
                    <a:pt x="5637117" y="2354770"/>
                  </a:lnTo>
                  <a:lnTo>
                    <a:pt x="5689089" y="2349492"/>
                  </a:lnTo>
                  <a:lnTo>
                    <a:pt x="5740939" y="2343803"/>
                  </a:lnTo>
                  <a:lnTo>
                    <a:pt x="5792665" y="2337705"/>
                  </a:lnTo>
                  <a:lnTo>
                    <a:pt x="5844265" y="2331199"/>
                  </a:lnTo>
                  <a:lnTo>
                    <a:pt x="5895737" y="2324286"/>
                  </a:lnTo>
                  <a:lnTo>
                    <a:pt x="5947080" y="2316970"/>
                  </a:lnTo>
                  <a:lnTo>
                    <a:pt x="5998292" y="2309250"/>
                  </a:lnTo>
                  <a:lnTo>
                    <a:pt x="6049371" y="2301130"/>
                  </a:lnTo>
                  <a:lnTo>
                    <a:pt x="6100317" y="2292609"/>
                  </a:lnTo>
                  <a:lnTo>
                    <a:pt x="6151126" y="2283692"/>
                  </a:lnTo>
                  <a:lnTo>
                    <a:pt x="6201798" y="2274378"/>
                  </a:lnTo>
                  <a:lnTo>
                    <a:pt x="6252331" y="2264669"/>
                  </a:lnTo>
                  <a:lnTo>
                    <a:pt x="6302723" y="2254568"/>
                  </a:lnTo>
                  <a:lnTo>
                    <a:pt x="6352973" y="2244076"/>
                  </a:lnTo>
                  <a:lnTo>
                    <a:pt x="6403078" y="2233194"/>
                  </a:lnTo>
                  <a:lnTo>
                    <a:pt x="6453038" y="2221924"/>
                  </a:lnTo>
                  <a:lnTo>
                    <a:pt x="6502850" y="2210268"/>
                  </a:lnTo>
                  <a:lnTo>
                    <a:pt x="6552513" y="2198227"/>
                  </a:lnTo>
                  <a:lnTo>
                    <a:pt x="6602025" y="2185804"/>
                  </a:lnTo>
                  <a:lnTo>
                    <a:pt x="6651385" y="2172999"/>
                  </a:lnTo>
                  <a:lnTo>
                    <a:pt x="6700591" y="2159815"/>
                  </a:lnTo>
                  <a:lnTo>
                    <a:pt x="6749641" y="2146253"/>
                  </a:lnTo>
                  <a:lnTo>
                    <a:pt x="6798534" y="2132315"/>
                  </a:lnTo>
                  <a:lnTo>
                    <a:pt x="6847267" y="2118002"/>
                  </a:lnTo>
                  <a:lnTo>
                    <a:pt x="6895840" y="2103316"/>
                  </a:lnTo>
                  <a:lnTo>
                    <a:pt x="6944251" y="2088259"/>
                  </a:lnTo>
                  <a:lnTo>
                    <a:pt x="6992497" y="2072832"/>
                  </a:lnTo>
                  <a:lnTo>
                    <a:pt x="7040578" y="2057038"/>
                  </a:lnTo>
                  <a:lnTo>
                    <a:pt x="7088492" y="2040877"/>
                  </a:lnTo>
                  <a:lnTo>
                    <a:pt x="7136236" y="2024351"/>
                  </a:lnTo>
                  <a:lnTo>
                    <a:pt x="7183810" y="2007463"/>
                  </a:lnTo>
                  <a:lnTo>
                    <a:pt x="7231212" y="1990213"/>
                  </a:lnTo>
                  <a:lnTo>
                    <a:pt x="7278439" y="1972603"/>
                  </a:lnTo>
                  <a:lnTo>
                    <a:pt x="7325491" y="1954636"/>
                  </a:lnTo>
                  <a:lnTo>
                    <a:pt x="7372366" y="1936312"/>
                  </a:lnTo>
                  <a:lnTo>
                    <a:pt x="7419062" y="1917633"/>
                  </a:lnTo>
                  <a:lnTo>
                    <a:pt x="7465577" y="1898602"/>
                  </a:lnTo>
                  <a:lnTo>
                    <a:pt x="7511910" y="1879219"/>
                  </a:lnTo>
                  <a:lnTo>
                    <a:pt x="7558058" y="1859486"/>
                  </a:lnTo>
                  <a:lnTo>
                    <a:pt x="7604022" y="1839405"/>
                  </a:lnTo>
                  <a:lnTo>
                    <a:pt x="7649798" y="1818978"/>
                  </a:lnTo>
                  <a:lnTo>
                    <a:pt x="7695385" y="1798206"/>
                  </a:lnTo>
                  <a:lnTo>
                    <a:pt x="7740782" y="1777091"/>
                  </a:lnTo>
                  <a:lnTo>
                    <a:pt x="7785986" y="1755634"/>
                  </a:lnTo>
                  <a:lnTo>
                    <a:pt x="7830997" y="1733838"/>
                  </a:lnTo>
                  <a:lnTo>
                    <a:pt x="7875812" y="1711704"/>
                  </a:lnTo>
                  <a:lnTo>
                    <a:pt x="7920429" y="1689233"/>
                  </a:lnTo>
                  <a:lnTo>
                    <a:pt x="7964848" y="1666427"/>
                  </a:lnTo>
                  <a:lnTo>
                    <a:pt x="8009067" y="1643288"/>
                  </a:lnTo>
                  <a:lnTo>
                    <a:pt x="8053083" y="1619818"/>
                  </a:lnTo>
                  <a:lnTo>
                    <a:pt x="8096896" y="1596018"/>
                  </a:lnTo>
                  <a:lnTo>
                    <a:pt x="8140503" y="1571890"/>
                  </a:lnTo>
                  <a:lnTo>
                    <a:pt x="8183903" y="1547435"/>
                  </a:lnTo>
                  <a:lnTo>
                    <a:pt x="8227094" y="1522655"/>
                  </a:lnTo>
                  <a:lnTo>
                    <a:pt x="8270074" y="1497553"/>
                  </a:lnTo>
                  <a:lnTo>
                    <a:pt x="8312843" y="1472128"/>
                  </a:lnTo>
                  <a:lnTo>
                    <a:pt x="8355398" y="1446384"/>
                  </a:lnTo>
                  <a:lnTo>
                    <a:pt x="8397737" y="1420322"/>
                  </a:lnTo>
                  <a:lnTo>
                    <a:pt x="8439859" y="1393943"/>
                  </a:lnTo>
                  <a:lnTo>
                    <a:pt x="8481763" y="1367249"/>
                  </a:lnTo>
                  <a:lnTo>
                    <a:pt x="8523446" y="1340242"/>
                  </a:lnTo>
                  <a:lnTo>
                    <a:pt x="8564907" y="1312923"/>
                  </a:lnTo>
                  <a:lnTo>
                    <a:pt x="8606144" y="1285294"/>
                  </a:lnTo>
                  <a:lnTo>
                    <a:pt x="8647156" y="1257357"/>
                  </a:lnTo>
                  <a:lnTo>
                    <a:pt x="8687941" y="1229113"/>
                  </a:lnTo>
                  <a:lnTo>
                    <a:pt x="8728497" y="1200565"/>
                  </a:lnTo>
                  <a:lnTo>
                    <a:pt x="8768823" y="1171713"/>
                  </a:lnTo>
                  <a:lnTo>
                    <a:pt x="8808917" y="1142560"/>
                  </a:lnTo>
                  <a:lnTo>
                    <a:pt x="8848777" y="1113106"/>
                  </a:lnTo>
                  <a:lnTo>
                    <a:pt x="8888402" y="1083354"/>
                  </a:lnTo>
                  <a:lnTo>
                    <a:pt x="8927790" y="1053306"/>
                  </a:lnTo>
                  <a:lnTo>
                    <a:pt x="8966940" y="1022962"/>
                  </a:lnTo>
                  <a:lnTo>
                    <a:pt x="9005849" y="992325"/>
                  </a:lnTo>
                  <a:lnTo>
                    <a:pt x="9044516" y="961397"/>
                  </a:lnTo>
                  <a:lnTo>
                    <a:pt x="9082939" y="930178"/>
                  </a:lnTo>
                  <a:lnTo>
                    <a:pt x="9121117" y="898671"/>
                  </a:lnTo>
                  <a:lnTo>
                    <a:pt x="9159048" y="866877"/>
                  </a:lnTo>
                  <a:lnTo>
                    <a:pt x="9196731" y="834799"/>
                  </a:lnTo>
                  <a:lnTo>
                    <a:pt x="9234163" y="802436"/>
                  </a:lnTo>
                  <a:lnTo>
                    <a:pt x="9271344" y="769793"/>
                  </a:lnTo>
                  <a:lnTo>
                    <a:pt x="9308271" y="736868"/>
                  </a:lnTo>
                  <a:lnTo>
                    <a:pt x="9344943" y="703666"/>
                  </a:lnTo>
                  <a:lnTo>
                    <a:pt x="9381358" y="670187"/>
                  </a:lnTo>
                  <a:lnTo>
                    <a:pt x="9417514" y="636432"/>
                  </a:lnTo>
                  <a:lnTo>
                    <a:pt x="9453410" y="602405"/>
                  </a:lnTo>
                  <a:lnTo>
                    <a:pt x="9489044" y="568105"/>
                  </a:lnTo>
                  <a:lnTo>
                    <a:pt x="9524415" y="533535"/>
                  </a:lnTo>
                  <a:lnTo>
                    <a:pt x="9559521" y="498697"/>
                  </a:lnTo>
                  <a:lnTo>
                    <a:pt x="9594359" y="463592"/>
                  </a:lnTo>
                  <a:lnTo>
                    <a:pt x="9628930" y="428221"/>
                  </a:lnTo>
                  <a:lnTo>
                    <a:pt x="9663230" y="392587"/>
                  </a:lnTo>
                  <a:lnTo>
                    <a:pt x="9697258" y="356692"/>
                  </a:lnTo>
                  <a:lnTo>
                    <a:pt x="9731013" y="320536"/>
                  </a:lnTo>
                  <a:lnTo>
                    <a:pt x="9764493" y="284121"/>
                  </a:lnTo>
                  <a:lnTo>
                    <a:pt x="9797696" y="247450"/>
                  </a:lnTo>
                  <a:lnTo>
                    <a:pt x="9830620" y="210524"/>
                  </a:lnTo>
                  <a:lnTo>
                    <a:pt x="9863265" y="173344"/>
                  </a:lnTo>
                  <a:lnTo>
                    <a:pt x="9895628" y="135911"/>
                  </a:lnTo>
                  <a:lnTo>
                    <a:pt x="9927707" y="98229"/>
                  </a:lnTo>
                  <a:lnTo>
                    <a:pt x="9959501" y="60298"/>
                  </a:lnTo>
                  <a:lnTo>
                    <a:pt x="9991009" y="22120"/>
                  </a:lnTo>
                  <a:lnTo>
                    <a:pt x="10008982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99488" y="0"/>
              <a:ext cx="7289165" cy="1397000"/>
            </a:xfrm>
            <a:custGeom>
              <a:avLst/>
              <a:gdLst/>
              <a:ahLst/>
              <a:cxnLst/>
              <a:rect l="l" t="t" r="r" b="b"/>
              <a:pathLst>
                <a:path w="7289165" h="1397000">
                  <a:moveTo>
                    <a:pt x="7289022" y="0"/>
                  </a:moveTo>
                  <a:lnTo>
                    <a:pt x="0" y="0"/>
                  </a:lnTo>
                  <a:lnTo>
                    <a:pt x="33241" y="29645"/>
                  </a:lnTo>
                  <a:lnTo>
                    <a:pt x="66914" y="59186"/>
                  </a:lnTo>
                  <a:lnTo>
                    <a:pt x="100832" y="88453"/>
                  </a:lnTo>
                  <a:lnTo>
                    <a:pt x="134991" y="117446"/>
                  </a:lnTo>
                  <a:lnTo>
                    <a:pt x="169391" y="146163"/>
                  </a:lnTo>
                  <a:lnTo>
                    <a:pt x="204030" y="174602"/>
                  </a:lnTo>
                  <a:lnTo>
                    <a:pt x="238905" y="202760"/>
                  </a:lnTo>
                  <a:lnTo>
                    <a:pt x="274016" y="230638"/>
                  </a:lnTo>
                  <a:lnTo>
                    <a:pt x="309360" y="258231"/>
                  </a:lnTo>
                  <a:lnTo>
                    <a:pt x="344936" y="285540"/>
                  </a:lnTo>
                  <a:lnTo>
                    <a:pt x="380742" y="312563"/>
                  </a:lnTo>
                  <a:lnTo>
                    <a:pt x="416776" y="339296"/>
                  </a:lnTo>
                  <a:lnTo>
                    <a:pt x="453037" y="365740"/>
                  </a:lnTo>
                  <a:lnTo>
                    <a:pt x="489523" y="391892"/>
                  </a:lnTo>
                  <a:lnTo>
                    <a:pt x="526232" y="417750"/>
                  </a:lnTo>
                  <a:lnTo>
                    <a:pt x="563162" y="443313"/>
                  </a:lnTo>
                  <a:lnTo>
                    <a:pt x="600312" y="468579"/>
                  </a:lnTo>
                  <a:lnTo>
                    <a:pt x="637680" y="493546"/>
                  </a:lnTo>
                  <a:lnTo>
                    <a:pt x="675265" y="518213"/>
                  </a:lnTo>
                  <a:lnTo>
                    <a:pt x="713064" y="542578"/>
                  </a:lnTo>
                  <a:lnTo>
                    <a:pt x="751076" y="566639"/>
                  </a:lnTo>
                  <a:lnTo>
                    <a:pt x="789299" y="590394"/>
                  </a:lnTo>
                  <a:lnTo>
                    <a:pt x="827732" y="613842"/>
                  </a:lnTo>
                  <a:lnTo>
                    <a:pt x="866372" y="636980"/>
                  </a:lnTo>
                  <a:lnTo>
                    <a:pt x="905218" y="659809"/>
                  </a:lnTo>
                  <a:lnTo>
                    <a:pt x="944269" y="682324"/>
                  </a:lnTo>
                  <a:lnTo>
                    <a:pt x="983522" y="704526"/>
                  </a:lnTo>
                  <a:lnTo>
                    <a:pt x="1022976" y="726411"/>
                  </a:lnTo>
                  <a:lnTo>
                    <a:pt x="1062629" y="747979"/>
                  </a:lnTo>
                  <a:lnTo>
                    <a:pt x="1102480" y="769228"/>
                  </a:lnTo>
                  <a:lnTo>
                    <a:pt x="1142526" y="790156"/>
                  </a:lnTo>
                  <a:lnTo>
                    <a:pt x="1182767" y="810761"/>
                  </a:lnTo>
                  <a:lnTo>
                    <a:pt x="1223199" y="831041"/>
                  </a:lnTo>
                  <a:lnTo>
                    <a:pt x="1263822" y="850995"/>
                  </a:lnTo>
                  <a:lnTo>
                    <a:pt x="1304634" y="870621"/>
                  </a:lnTo>
                  <a:lnTo>
                    <a:pt x="1345634" y="889918"/>
                  </a:lnTo>
                  <a:lnTo>
                    <a:pt x="1386818" y="908884"/>
                  </a:lnTo>
                  <a:lnTo>
                    <a:pt x="1428187" y="927516"/>
                  </a:lnTo>
                  <a:lnTo>
                    <a:pt x="1469737" y="945813"/>
                  </a:lnTo>
                  <a:lnTo>
                    <a:pt x="1511467" y="963774"/>
                  </a:lnTo>
                  <a:lnTo>
                    <a:pt x="1553376" y="981397"/>
                  </a:lnTo>
                  <a:lnTo>
                    <a:pt x="1595462" y="998680"/>
                  </a:lnTo>
                  <a:lnTo>
                    <a:pt x="1637723" y="1015621"/>
                  </a:lnTo>
                  <a:lnTo>
                    <a:pt x="1680158" y="1032219"/>
                  </a:lnTo>
                  <a:lnTo>
                    <a:pt x="1722764" y="1048472"/>
                  </a:lnTo>
                  <a:lnTo>
                    <a:pt x="1765540" y="1064378"/>
                  </a:lnTo>
                  <a:lnTo>
                    <a:pt x="1808484" y="1079935"/>
                  </a:lnTo>
                  <a:lnTo>
                    <a:pt x="1851595" y="1095143"/>
                  </a:lnTo>
                  <a:lnTo>
                    <a:pt x="1894871" y="1109998"/>
                  </a:lnTo>
                  <a:lnTo>
                    <a:pt x="1938309" y="1124500"/>
                  </a:lnTo>
                  <a:lnTo>
                    <a:pt x="1981909" y="1138646"/>
                  </a:lnTo>
                  <a:lnTo>
                    <a:pt x="2025669" y="1152435"/>
                  </a:lnTo>
                  <a:lnTo>
                    <a:pt x="2069587" y="1165865"/>
                  </a:lnTo>
                  <a:lnTo>
                    <a:pt x="2113661" y="1178935"/>
                  </a:lnTo>
                  <a:lnTo>
                    <a:pt x="2157889" y="1191643"/>
                  </a:lnTo>
                  <a:lnTo>
                    <a:pt x="2202271" y="1203986"/>
                  </a:lnTo>
                  <a:lnTo>
                    <a:pt x="2246803" y="1215964"/>
                  </a:lnTo>
                  <a:lnTo>
                    <a:pt x="2291485" y="1227575"/>
                  </a:lnTo>
                  <a:lnTo>
                    <a:pt x="2336314" y="1238816"/>
                  </a:lnTo>
                  <a:lnTo>
                    <a:pt x="2381289" y="1249687"/>
                  </a:lnTo>
                  <a:lnTo>
                    <a:pt x="2426409" y="1260185"/>
                  </a:lnTo>
                  <a:lnTo>
                    <a:pt x="2471671" y="1270309"/>
                  </a:lnTo>
                  <a:lnTo>
                    <a:pt x="2517074" y="1280057"/>
                  </a:lnTo>
                  <a:lnTo>
                    <a:pt x="2562615" y="1289427"/>
                  </a:lnTo>
                  <a:lnTo>
                    <a:pt x="2608295" y="1298417"/>
                  </a:lnTo>
                  <a:lnTo>
                    <a:pt x="2654109" y="1307027"/>
                  </a:lnTo>
                  <a:lnTo>
                    <a:pt x="2700058" y="1315254"/>
                  </a:lnTo>
                  <a:lnTo>
                    <a:pt x="2746139" y="1323096"/>
                  </a:lnTo>
                  <a:lnTo>
                    <a:pt x="2792351" y="1330552"/>
                  </a:lnTo>
                  <a:lnTo>
                    <a:pt x="2838691" y="1337620"/>
                  </a:lnTo>
                  <a:lnTo>
                    <a:pt x="2885158" y="1344298"/>
                  </a:lnTo>
                  <a:lnTo>
                    <a:pt x="2931750" y="1350584"/>
                  </a:lnTo>
                  <a:lnTo>
                    <a:pt x="2978467" y="1356478"/>
                  </a:lnTo>
                  <a:lnTo>
                    <a:pt x="3025305" y="1361977"/>
                  </a:lnTo>
                  <a:lnTo>
                    <a:pt x="3072263" y="1367079"/>
                  </a:lnTo>
                  <a:lnTo>
                    <a:pt x="3119340" y="1371783"/>
                  </a:lnTo>
                  <a:lnTo>
                    <a:pt x="3166533" y="1376086"/>
                  </a:lnTo>
                  <a:lnTo>
                    <a:pt x="3213841" y="1379988"/>
                  </a:lnTo>
                  <a:lnTo>
                    <a:pt x="3261263" y="1383487"/>
                  </a:lnTo>
                  <a:lnTo>
                    <a:pt x="3308797" y="1386580"/>
                  </a:lnTo>
                  <a:lnTo>
                    <a:pt x="3356440" y="1389267"/>
                  </a:lnTo>
                  <a:lnTo>
                    <a:pt x="3404191" y="1391545"/>
                  </a:lnTo>
                  <a:lnTo>
                    <a:pt x="3452049" y="1393413"/>
                  </a:lnTo>
                  <a:lnTo>
                    <a:pt x="3500012" y="1394868"/>
                  </a:lnTo>
                  <a:lnTo>
                    <a:pt x="3548077" y="1395910"/>
                  </a:lnTo>
                  <a:lnTo>
                    <a:pt x="3596244" y="1396536"/>
                  </a:lnTo>
                  <a:lnTo>
                    <a:pt x="3644511" y="1396746"/>
                  </a:lnTo>
                  <a:lnTo>
                    <a:pt x="3692777" y="1396536"/>
                  </a:lnTo>
                  <a:lnTo>
                    <a:pt x="3740944" y="1395910"/>
                  </a:lnTo>
                  <a:lnTo>
                    <a:pt x="3789010" y="1394868"/>
                  </a:lnTo>
                  <a:lnTo>
                    <a:pt x="3836972" y="1393413"/>
                  </a:lnTo>
                  <a:lnTo>
                    <a:pt x="3884830" y="1391545"/>
                  </a:lnTo>
                  <a:lnTo>
                    <a:pt x="3932581" y="1389267"/>
                  </a:lnTo>
                  <a:lnTo>
                    <a:pt x="3980225" y="1386580"/>
                  </a:lnTo>
                  <a:lnTo>
                    <a:pt x="4027758" y="1383487"/>
                  </a:lnTo>
                  <a:lnTo>
                    <a:pt x="4075180" y="1379988"/>
                  </a:lnTo>
                  <a:lnTo>
                    <a:pt x="4122488" y="1376086"/>
                  </a:lnTo>
                  <a:lnTo>
                    <a:pt x="4169682" y="1371783"/>
                  </a:lnTo>
                  <a:lnTo>
                    <a:pt x="4216758" y="1367079"/>
                  </a:lnTo>
                  <a:lnTo>
                    <a:pt x="4263717" y="1361977"/>
                  </a:lnTo>
                  <a:lnTo>
                    <a:pt x="4310555" y="1356478"/>
                  </a:lnTo>
                  <a:lnTo>
                    <a:pt x="4357271" y="1350584"/>
                  </a:lnTo>
                  <a:lnTo>
                    <a:pt x="4403863" y="1344298"/>
                  </a:lnTo>
                  <a:lnTo>
                    <a:pt x="4450331" y="1337620"/>
                  </a:lnTo>
                  <a:lnTo>
                    <a:pt x="4496671" y="1330552"/>
                  </a:lnTo>
                  <a:lnTo>
                    <a:pt x="4542882" y="1323096"/>
                  </a:lnTo>
                  <a:lnTo>
                    <a:pt x="4588963" y="1315254"/>
                  </a:lnTo>
                  <a:lnTo>
                    <a:pt x="4634912" y="1307027"/>
                  </a:lnTo>
                  <a:lnTo>
                    <a:pt x="4680727" y="1298417"/>
                  </a:lnTo>
                  <a:lnTo>
                    <a:pt x="4726406" y="1289427"/>
                  </a:lnTo>
                  <a:lnTo>
                    <a:pt x="4771948" y="1280057"/>
                  </a:lnTo>
                  <a:lnTo>
                    <a:pt x="4817350" y="1270309"/>
                  </a:lnTo>
                  <a:lnTo>
                    <a:pt x="4862612" y="1260185"/>
                  </a:lnTo>
                  <a:lnTo>
                    <a:pt x="4907732" y="1249687"/>
                  </a:lnTo>
                  <a:lnTo>
                    <a:pt x="4952707" y="1238816"/>
                  </a:lnTo>
                  <a:lnTo>
                    <a:pt x="4997537" y="1227575"/>
                  </a:lnTo>
                  <a:lnTo>
                    <a:pt x="5042218" y="1215964"/>
                  </a:lnTo>
                  <a:lnTo>
                    <a:pt x="5086751" y="1203986"/>
                  </a:lnTo>
                  <a:lnTo>
                    <a:pt x="5131132" y="1191643"/>
                  </a:lnTo>
                  <a:lnTo>
                    <a:pt x="5175360" y="1178935"/>
                  </a:lnTo>
                  <a:lnTo>
                    <a:pt x="5219434" y="1165865"/>
                  </a:lnTo>
                  <a:lnTo>
                    <a:pt x="5263352" y="1152435"/>
                  </a:lnTo>
                  <a:lnTo>
                    <a:pt x="5307112" y="1138646"/>
                  </a:lnTo>
                  <a:lnTo>
                    <a:pt x="5350712" y="1124500"/>
                  </a:lnTo>
                  <a:lnTo>
                    <a:pt x="5394151" y="1109998"/>
                  </a:lnTo>
                  <a:lnTo>
                    <a:pt x="5437426" y="1095143"/>
                  </a:lnTo>
                  <a:lnTo>
                    <a:pt x="5480537" y="1079935"/>
                  </a:lnTo>
                  <a:lnTo>
                    <a:pt x="5523481" y="1064378"/>
                  </a:lnTo>
                  <a:lnTo>
                    <a:pt x="5566258" y="1048472"/>
                  </a:lnTo>
                  <a:lnTo>
                    <a:pt x="5608864" y="1032219"/>
                  </a:lnTo>
                  <a:lnTo>
                    <a:pt x="5651298" y="1015621"/>
                  </a:lnTo>
                  <a:lnTo>
                    <a:pt x="5693559" y="998680"/>
                  </a:lnTo>
                  <a:lnTo>
                    <a:pt x="5735645" y="981397"/>
                  </a:lnTo>
                  <a:lnTo>
                    <a:pt x="5777554" y="963774"/>
                  </a:lnTo>
                  <a:lnTo>
                    <a:pt x="5819285" y="945813"/>
                  </a:lnTo>
                  <a:lnTo>
                    <a:pt x="5860835" y="927516"/>
                  </a:lnTo>
                  <a:lnTo>
                    <a:pt x="5902203" y="908884"/>
                  </a:lnTo>
                  <a:lnTo>
                    <a:pt x="5943388" y="889918"/>
                  </a:lnTo>
                  <a:lnTo>
                    <a:pt x="5984387" y="870621"/>
                  </a:lnTo>
                  <a:lnTo>
                    <a:pt x="6025199" y="850995"/>
                  </a:lnTo>
                  <a:lnTo>
                    <a:pt x="6065822" y="831041"/>
                  </a:lnTo>
                  <a:lnTo>
                    <a:pt x="6106255" y="810761"/>
                  </a:lnTo>
                  <a:lnTo>
                    <a:pt x="6146495" y="790156"/>
                  </a:lnTo>
                  <a:lnTo>
                    <a:pt x="6186541" y="769228"/>
                  </a:lnTo>
                  <a:lnTo>
                    <a:pt x="6226392" y="747979"/>
                  </a:lnTo>
                  <a:lnTo>
                    <a:pt x="6266045" y="726411"/>
                  </a:lnTo>
                  <a:lnTo>
                    <a:pt x="6305499" y="704526"/>
                  </a:lnTo>
                  <a:lnTo>
                    <a:pt x="6344753" y="682324"/>
                  </a:lnTo>
                  <a:lnTo>
                    <a:pt x="6383803" y="659809"/>
                  </a:lnTo>
                  <a:lnTo>
                    <a:pt x="6422649" y="636980"/>
                  </a:lnTo>
                  <a:lnTo>
                    <a:pt x="6461290" y="613842"/>
                  </a:lnTo>
                  <a:lnTo>
                    <a:pt x="6499722" y="590394"/>
                  </a:lnTo>
                  <a:lnTo>
                    <a:pt x="6537945" y="566639"/>
                  </a:lnTo>
                  <a:lnTo>
                    <a:pt x="6575957" y="542578"/>
                  </a:lnTo>
                  <a:lnTo>
                    <a:pt x="6613757" y="518213"/>
                  </a:lnTo>
                  <a:lnTo>
                    <a:pt x="6651341" y="493546"/>
                  </a:lnTo>
                  <a:lnTo>
                    <a:pt x="6688709" y="468579"/>
                  </a:lnTo>
                  <a:lnTo>
                    <a:pt x="6725859" y="443313"/>
                  </a:lnTo>
                  <a:lnTo>
                    <a:pt x="6762790" y="417750"/>
                  </a:lnTo>
                  <a:lnTo>
                    <a:pt x="6799499" y="391892"/>
                  </a:lnTo>
                  <a:lnTo>
                    <a:pt x="6835984" y="365740"/>
                  </a:lnTo>
                  <a:lnTo>
                    <a:pt x="6872245" y="339296"/>
                  </a:lnTo>
                  <a:lnTo>
                    <a:pt x="6908280" y="312563"/>
                  </a:lnTo>
                  <a:lnTo>
                    <a:pt x="6944085" y="285540"/>
                  </a:lnTo>
                  <a:lnTo>
                    <a:pt x="6979661" y="258231"/>
                  </a:lnTo>
                  <a:lnTo>
                    <a:pt x="7015005" y="230638"/>
                  </a:lnTo>
                  <a:lnTo>
                    <a:pt x="7050116" y="202760"/>
                  </a:lnTo>
                  <a:lnTo>
                    <a:pt x="7084991" y="174602"/>
                  </a:lnTo>
                  <a:lnTo>
                    <a:pt x="7119630" y="146163"/>
                  </a:lnTo>
                  <a:lnTo>
                    <a:pt x="7154030" y="117446"/>
                  </a:lnTo>
                  <a:lnTo>
                    <a:pt x="7188189" y="88453"/>
                  </a:lnTo>
                  <a:lnTo>
                    <a:pt x="7222107" y="59186"/>
                  </a:lnTo>
                  <a:lnTo>
                    <a:pt x="7255781" y="29645"/>
                  </a:lnTo>
                  <a:lnTo>
                    <a:pt x="72890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3857" y="1629536"/>
              <a:ext cx="2918714" cy="29185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03857" y="1629536"/>
              <a:ext cx="2919095" cy="2919095"/>
            </a:xfrm>
            <a:custGeom>
              <a:avLst/>
              <a:gdLst/>
              <a:ahLst/>
              <a:cxnLst/>
              <a:rect l="l" t="t" r="r" b="b"/>
              <a:pathLst>
                <a:path w="2919095" h="2919095">
                  <a:moveTo>
                    <a:pt x="2056510" y="0"/>
                  </a:moveTo>
                  <a:lnTo>
                    <a:pt x="862203" y="0"/>
                  </a:lnTo>
                  <a:lnTo>
                    <a:pt x="813257" y="1364"/>
                  </a:lnTo>
                  <a:lnTo>
                    <a:pt x="765031" y="5408"/>
                  </a:lnTo>
                  <a:lnTo>
                    <a:pt x="717595" y="12059"/>
                  </a:lnTo>
                  <a:lnTo>
                    <a:pt x="671024" y="21245"/>
                  </a:lnTo>
                  <a:lnTo>
                    <a:pt x="625389" y="32893"/>
                  </a:lnTo>
                  <a:lnTo>
                    <a:pt x="580764" y="46931"/>
                  </a:lnTo>
                  <a:lnTo>
                    <a:pt x="537220" y="63284"/>
                  </a:lnTo>
                  <a:lnTo>
                    <a:pt x="494831" y="81882"/>
                  </a:lnTo>
                  <a:lnTo>
                    <a:pt x="453669" y="102651"/>
                  </a:lnTo>
                  <a:lnTo>
                    <a:pt x="413807" y="125519"/>
                  </a:lnTo>
                  <a:lnTo>
                    <a:pt x="375317" y="150412"/>
                  </a:lnTo>
                  <a:lnTo>
                    <a:pt x="338272" y="177259"/>
                  </a:lnTo>
                  <a:lnTo>
                    <a:pt x="302745" y="205986"/>
                  </a:lnTo>
                  <a:lnTo>
                    <a:pt x="268809" y="236521"/>
                  </a:lnTo>
                  <a:lnTo>
                    <a:pt x="236535" y="268791"/>
                  </a:lnTo>
                  <a:lnTo>
                    <a:pt x="205997" y="302724"/>
                  </a:lnTo>
                  <a:lnTo>
                    <a:pt x="177268" y="338247"/>
                  </a:lnTo>
                  <a:lnTo>
                    <a:pt x="150419" y="375287"/>
                  </a:lnTo>
                  <a:lnTo>
                    <a:pt x="125524" y="413771"/>
                  </a:lnTo>
                  <a:lnTo>
                    <a:pt x="102655" y="453627"/>
                  </a:lnTo>
                  <a:lnTo>
                    <a:pt x="81885" y="494783"/>
                  </a:lnTo>
                  <a:lnTo>
                    <a:pt x="63286" y="537165"/>
                  </a:lnTo>
                  <a:lnTo>
                    <a:pt x="46932" y="580700"/>
                  </a:lnTo>
                  <a:lnTo>
                    <a:pt x="32894" y="625317"/>
                  </a:lnTo>
                  <a:lnTo>
                    <a:pt x="21246" y="670943"/>
                  </a:lnTo>
                  <a:lnTo>
                    <a:pt x="12059" y="717504"/>
                  </a:lnTo>
                  <a:lnTo>
                    <a:pt x="5408" y="764928"/>
                  </a:lnTo>
                  <a:lnTo>
                    <a:pt x="1364" y="813143"/>
                  </a:lnTo>
                  <a:lnTo>
                    <a:pt x="0" y="862076"/>
                  </a:lnTo>
                  <a:lnTo>
                    <a:pt x="0" y="2056384"/>
                  </a:lnTo>
                  <a:lnTo>
                    <a:pt x="1364" y="2105329"/>
                  </a:lnTo>
                  <a:lnTo>
                    <a:pt x="5408" y="2153555"/>
                  </a:lnTo>
                  <a:lnTo>
                    <a:pt x="12059" y="2200991"/>
                  </a:lnTo>
                  <a:lnTo>
                    <a:pt x="21246" y="2247562"/>
                  </a:lnTo>
                  <a:lnTo>
                    <a:pt x="32894" y="2293197"/>
                  </a:lnTo>
                  <a:lnTo>
                    <a:pt x="46932" y="2337822"/>
                  </a:lnTo>
                  <a:lnTo>
                    <a:pt x="63286" y="2381366"/>
                  </a:lnTo>
                  <a:lnTo>
                    <a:pt x="81885" y="2423755"/>
                  </a:lnTo>
                  <a:lnTo>
                    <a:pt x="102655" y="2464917"/>
                  </a:lnTo>
                  <a:lnTo>
                    <a:pt x="125524" y="2504779"/>
                  </a:lnTo>
                  <a:lnTo>
                    <a:pt x="150419" y="2543269"/>
                  </a:lnTo>
                  <a:lnTo>
                    <a:pt x="177268" y="2580314"/>
                  </a:lnTo>
                  <a:lnTo>
                    <a:pt x="205997" y="2615841"/>
                  </a:lnTo>
                  <a:lnTo>
                    <a:pt x="236535" y="2649777"/>
                  </a:lnTo>
                  <a:lnTo>
                    <a:pt x="268809" y="2682051"/>
                  </a:lnTo>
                  <a:lnTo>
                    <a:pt x="302745" y="2712589"/>
                  </a:lnTo>
                  <a:lnTo>
                    <a:pt x="338272" y="2741318"/>
                  </a:lnTo>
                  <a:lnTo>
                    <a:pt x="375317" y="2768167"/>
                  </a:lnTo>
                  <a:lnTo>
                    <a:pt x="413807" y="2793062"/>
                  </a:lnTo>
                  <a:lnTo>
                    <a:pt x="453669" y="2815931"/>
                  </a:lnTo>
                  <a:lnTo>
                    <a:pt x="494831" y="2836701"/>
                  </a:lnTo>
                  <a:lnTo>
                    <a:pt x="537220" y="2855300"/>
                  </a:lnTo>
                  <a:lnTo>
                    <a:pt x="580764" y="2871654"/>
                  </a:lnTo>
                  <a:lnTo>
                    <a:pt x="625389" y="2885692"/>
                  </a:lnTo>
                  <a:lnTo>
                    <a:pt x="671024" y="2897340"/>
                  </a:lnTo>
                  <a:lnTo>
                    <a:pt x="717595" y="2906527"/>
                  </a:lnTo>
                  <a:lnTo>
                    <a:pt x="765031" y="2913178"/>
                  </a:lnTo>
                  <a:lnTo>
                    <a:pt x="813257" y="2917222"/>
                  </a:lnTo>
                  <a:lnTo>
                    <a:pt x="862203" y="2918587"/>
                  </a:lnTo>
                  <a:lnTo>
                    <a:pt x="2056510" y="2918587"/>
                  </a:lnTo>
                  <a:lnTo>
                    <a:pt x="2105444" y="2917222"/>
                  </a:lnTo>
                  <a:lnTo>
                    <a:pt x="2153660" y="2913178"/>
                  </a:lnTo>
                  <a:lnTo>
                    <a:pt x="2201086" y="2906527"/>
                  </a:lnTo>
                  <a:lnTo>
                    <a:pt x="2247650" y="2897340"/>
                  </a:lnTo>
                  <a:lnTo>
                    <a:pt x="2293279" y="2885692"/>
                  </a:lnTo>
                  <a:lnTo>
                    <a:pt x="2337900" y="2871654"/>
                  </a:lnTo>
                  <a:lnTo>
                    <a:pt x="2381440" y="2855300"/>
                  </a:lnTo>
                  <a:lnTo>
                    <a:pt x="2423827" y="2836701"/>
                  </a:lnTo>
                  <a:lnTo>
                    <a:pt x="2464988" y="2815931"/>
                  </a:lnTo>
                  <a:lnTo>
                    <a:pt x="2504850" y="2793062"/>
                  </a:lnTo>
                  <a:lnTo>
                    <a:pt x="2543340" y="2768167"/>
                  </a:lnTo>
                  <a:lnTo>
                    <a:pt x="2580386" y="2741318"/>
                  </a:lnTo>
                  <a:lnTo>
                    <a:pt x="2615916" y="2712589"/>
                  </a:lnTo>
                  <a:lnTo>
                    <a:pt x="2649855" y="2682051"/>
                  </a:lnTo>
                  <a:lnTo>
                    <a:pt x="2682132" y="2649777"/>
                  </a:lnTo>
                  <a:lnTo>
                    <a:pt x="2712673" y="2615841"/>
                  </a:lnTo>
                  <a:lnTo>
                    <a:pt x="2741407" y="2580314"/>
                  </a:lnTo>
                  <a:lnTo>
                    <a:pt x="2768260" y="2543269"/>
                  </a:lnTo>
                  <a:lnTo>
                    <a:pt x="2793160" y="2504779"/>
                  </a:lnTo>
                  <a:lnTo>
                    <a:pt x="2816033" y="2464917"/>
                  </a:lnTo>
                  <a:lnTo>
                    <a:pt x="2836807" y="2423755"/>
                  </a:lnTo>
                  <a:lnTo>
                    <a:pt x="2855410" y="2381366"/>
                  </a:lnTo>
                  <a:lnTo>
                    <a:pt x="2871768" y="2337822"/>
                  </a:lnTo>
                  <a:lnTo>
                    <a:pt x="2885810" y="2293197"/>
                  </a:lnTo>
                  <a:lnTo>
                    <a:pt x="2897461" y="2247562"/>
                  </a:lnTo>
                  <a:lnTo>
                    <a:pt x="2906650" y="2200991"/>
                  </a:lnTo>
                  <a:lnTo>
                    <a:pt x="2913303" y="2153555"/>
                  </a:lnTo>
                  <a:lnTo>
                    <a:pt x="2917349" y="2105329"/>
                  </a:lnTo>
                  <a:lnTo>
                    <a:pt x="2918714" y="2056384"/>
                  </a:lnTo>
                  <a:lnTo>
                    <a:pt x="2918714" y="862076"/>
                  </a:lnTo>
                  <a:lnTo>
                    <a:pt x="2917349" y="813143"/>
                  </a:lnTo>
                  <a:lnTo>
                    <a:pt x="2913303" y="764928"/>
                  </a:lnTo>
                  <a:lnTo>
                    <a:pt x="2906650" y="717504"/>
                  </a:lnTo>
                  <a:lnTo>
                    <a:pt x="2897461" y="670943"/>
                  </a:lnTo>
                  <a:lnTo>
                    <a:pt x="2885810" y="625317"/>
                  </a:lnTo>
                  <a:lnTo>
                    <a:pt x="2871768" y="580700"/>
                  </a:lnTo>
                  <a:lnTo>
                    <a:pt x="2855410" y="537165"/>
                  </a:lnTo>
                  <a:lnTo>
                    <a:pt x="2836807" y="494783"/>
                  </a:lnTo>
                  <a:lnTo>
                    <a:pt x="2816033" y="453627"/>
                  </a:lnTo>
                  <a:lnTo>
                    <a:pt x="2793160" y="413771"/>
                  </a:lnTo>
                  <a:lnTo>
                    <a:pt x="2768260" y="375287"/>
                  </a:lnTo>
                  <a:lnTo>
                    <a:pt x="2741407" y="338247"/>
                  </a:lnTo>
                  <a:lnTo>
                    <a:pt x="2712673" y="302724"/>
                  </a:lnTo>
                  <a:lnTo>
                    <a:pt x="2682132" y="268791"/>
                  </a:lnTo>
                  <a:lnTo>
                    <a:pt x="2649855" y="236521"/>
                  </a:lnTo>
                  <a:lnTo>
                    <a:pt x="2615916" y="205986"/>
                  </a:lnTo>
                  <a:lnTo>
                    <a:pt x="2580386" y="177259"/>
                  </a:lnTo>
                  <a:lnTo>
                    <a:pt x="2543340" y="150412"/>
                  </a:lnTo>
                  <a:lnTo>
                    <a:pt x="2504850" y="125519"/>
                  </a:lnTo>
                  <a:lnTo>
                    <a:pt x="2464988" y="102651"/>
                  </a:lnTo>
                  <a:lnTo>
                    <a:pt x="2423827" y="81882"/>
                  </a:lnTo>
                  <a:lnTo>
                    <a:pt x="2381440" y="63284"/>
                  </a:lnTo>
                  <a:lnTo>
                    <a:pt x="2337900" y="46931"/>
                  </a:lnTo>
                  <a:lnTo>
                    <a:pt x="2293279" y="32893"/>
                  </a:lnTo>
                  <a:lnTo>
                    <a:pt x="2247650" y="21245"/>
                  </a:lnTo>
                  <a:lnTo>
                    <a:pt x="2201086" y="12059"/>
                  </a:lnTo>
                  <a:lnTo>
                    <a:pt x="2153660" y="5408"/>
                  </a:lnTo>
                  <a:lnTo>
                    <a:pt x="2105444" y="1364"/>
                  </a:lnTo>
                  <a:lnTo>
                    <a:pt x="2056510" y="0"/>
                  </a:lnTo>
                  <a:close/>
                </a:path>
              </a:pathLst>
            </a:custGeom>
            <a:ln w="19050">
              <a:solidFill>
                <a:srgbClr val="28608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1966" y="1574291"/>
              <a:ext cx="2918713" cy="291871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601966" y="1574291"/>
              <a:ext cx="2919095" cy="2919095"/>
            </a:xfrm>
            <a:custGeom>
              <a:avLst/>
              <a:gdLst/>
              <a:ahLst/>
              <a:cxnLst/>
              <a:rect l="l" t="t" r="r" b="b"/>
              <a:pathLst>
                <a:path w="2919095" h="2919095">
                  <a:moveTo>
                    <a:pt x="2056510" y="0"/>
                  </a:moveTo>
                  <a:lnTo>
                    <a:pt x="862202" y="0"/>
                  </a:lnTo>
                  <a:lnTo>
                    <a:pt x="813257" y="1364"/>
                  </a:lnTo>
                  <a:lnTo>
                    <a:pt x="765031" y="5408"/>
                  </a:lnTo>
                  <a:lnTo>
                    <a:pt x="717595" y="12059"/>
                  </a:lnTo>
                  <a:lnTo>
                    <a:pt x="671024" y="21246"/>
                  </a:lnTo>
                  <a:lnTo>
                    <a:pt x="625389" y="32894"/>
                  </a:lnTo>
                  <a:lnTo>
                    <a:pt x="580764" y="46932"/>
                  </a:lnTo>
                  <a:lnTo>
                    <a:pt x="537220" y="63286"/>
                  </a:lnTo>
                  <a:lnTo>
                    <a:pt x="494831" y="81885"/>
                  </a:lnTo>
                  <a:lnTo>
                    <a:pt x="453669" y="102655"/>
                  </a:lnTo>
                  <a:lnTo>
                    <a:pt x="413807" y="125524"/>
                  </a:lnTo>
                  <a:lnTo>
                    <a:pt x="375317" y="150419"/>
                  </a:lnTo>
                  <a:lnTo>
                    <a:pt x="338272" y="177268"/>
                  </a:lnTo>
                  <a:lnTo>
                    <a:pt x="302745" y="205997"/>
                  </a:lnTo>
                  <a:lnTo>
                    <a:pt x="268809" y="236535"/>
                  </a:lnTo>
                  <a:lnTo>
                    <a:pt x="236535" y="268809"/>
                  </a:lnTo>
                  <a:lnTo>
                    <a:pt x="205997" y="302745"/>
                  </a:lnTo>
                  <a:lnTo>
                    <a:pt x="177268" y="338272"/>
                  </a:lnTo>
                  <a:lnTo>
                    <a:pt x="150419" y="375317"/>
                  </a:lnTo>
                  <a:lnTo>
                    <a:pt x="125524" y="413807"/>
                  </a:lnTo>
                  <a:lnTo>
                    <a:pt x="102655" y="453669"/>
                  </a:lnTo>
                  <a:lnTo>
                    <a:pt x="81885" y="494831"/>
                  </a:lnTo>
                  <a:lnTo>
                    <a:pt x="63286" y="537220"/>
                  </a:lnTo>
                  <a:lnTo>
                    <a:pt x="46932" y="580764"/>
                  </a:lnTo>
                  <a:lnTo>
                    <a:pt x="32894" y="625389"/>
                  </a:lnTo>
                  <a:lnTo>
                    <a:pt x="21246" y="671024"/>
                  </a:lnTo>
                  <a:lnTo>
                    <a:pt x="12059" y="717595"/>
                  </a:lnTo>
                  <a:lnTo>
                    <a:pt x="5408" y="765031"/>
                  </a:lnTo>
                  <a:lnTo>
                    <a:pt x="1364" y="813257"/>
                  </a:lnTo>
                  <a:lnTo>
                    <a:pt x="0" y="862202"/>
                  </a:lnTo>
                  <a:lnTo>
                    <a:pt x="0" y="2056510"/>
                  </a:lnTo>
                  <a:lnTo>
                    <a:pt x="1364" y="2105456"/>
                  </a:lnTo>
                  <a:lnTo>
                    <a:pt x="5408" y="2153682"/>
                  </a:lnTo>
                  <a:lnTo>
                    <a:pt x="12059" y="2201118"/>
                  </a:lnTo>
                  <a:lnTo>
                    <a:pt x="21246" y="2247689"/>
                  </a:lnTo>
                  <a:lnTo>
                    <a:pt x="32894" y="2293324"/>
                  </a:lnTo>
                  <a:lnTo>
                    <a:pt x="46932" y="2337949"/>
                  </a:lnTo>
                  <a:lnTo>
                    <a:pt x="63286" y="2381493"/>
                  </a:lnTo>
                  <a:lnTo>
                    <a:pt x="81885" y="2423882"/>
                  </a:lnTo>
                  <a:lnTo>
                    <a:pt x="102655" y="2465044"/>
                  </a:lnTo>
                  <a:lnTo>
                    <a:pt x="125524" y="2504906"/>
                  </a:lnTo>
                  <a:lnTo>
                    <a:pt x="150419" y="2543396"/>
                  </a:lnTo>
                  <a:lnTo>
                    <a:pt x="177268" y="2580441"/>
                  </a:lnTo>
                  <a:lnTo>
                    <a:pt x="205997" y="2615968"/>
                  </a:lnTo>
                  <a:lnTo>
                    <a:pt x="236535" y="2649904"/>
                  </a:lnTo>
                  <a:lnTo>
                    <a:pt x="268809" y="2682178"/>
                  </a:lnTo>
                  <a:lnTo>
                    <a:pt x="302745" y="2712716"/>
                  </a:lnTo>
                  <a:lnTo>
                    <a:pt x="338272" y="2741445"/>
                  </a:lnTo>
                  <a:lnTo>
                    <a:pt x="375317" y="2768294"/>
                  </a:lnTo>
                  <a:lnTo>
                    <a:pt x="413807" y="2793189"/>
                  </a:lnTo>
                  <a:lnTo>
                    <a:pt x="453669" y="2816058"/>
                  </a:lnTo>
                  <a:lnTo>
                    <a:pt x="494831" y="2836828"/>
                  </a:lnTo>
                  <a:lnTo>
                    <a:pt x="537220" y="2855427"/>
                  </a:lnTo>
                  <a:lnTo>
                    <a:pt x="580764" y="2871781"/>
                  </a:lnTo>
                  <a:lnTo>
                    <a:pt x="625389" y="2885819"/>
                  </a:lnTo>
                  <a:lnTo>
                    <a:pt x="671024" y="2897467"/>
                  </a:lnTo>
                  <a:lnTo>
                    <a:pt x="717595" y="2906654"/>
                  </a:lnTo>
                  <a:lnTo>
                    <a:pt x="765031" y="2913305"/>
                  </a:lnTo>
                  <a:lnTo>
                    <a:pt x="813257" y="2917349"/>
                  </a:lnTo>
                  <a:lnTo>
                    <a:pt x="862202" y="2918713"/>
                  </a:lnTo>
                  <a:lnTo>
                    <a:pt x="2056510" y="2918713"/>
                  </a:lnTo>
                  <a:lnTo>
                    <a:pt x="2105456" y="2917349"/>
                  </a:lnTo>
                  <a:lnTo>
                    <a:pt x="2153682" y="2913305"/>
                  </a:lnTo>
                  <a:lnTo>
                    <a:pt x="2201118" y="2906654"/>
                  </a:lnTo>
                  <a:lnTo>
                    <a:pt x="2247689" y="2897467"/>
                  </a:lnTo>
                  <a:lnTo>
                    <a:pt x="2293324" y="2885819"/>
                  </a:lnTo>
                  <a:lnTo>
                    <a:pt x="2337949" y="2871781"/>
                  </a:lnTo>
                  <a:lnTo>
                    <a:pt x="2381493" y="2855427"/>
                  </a:lnTo>
                  <a:lnTo>
                    <a:pt x="2423882" y="2836828"/>
                  </a:lnTo>
                  <a:lnTo>
                    <a:pt x="2465044" y="2816058"/>
                  </a:lnTo>
                  <a:lnTo>
                    <a:pt x="2504906" y="2793189"/>
                  </a:lnTo>
                  <a:lnTo>
                    <a:pt x="2543396" y="2768294"/>
                  </a:lnTo>
                  <a:lnTo>
                    <a:pt x="2580441" y="2741445"/>
                  </a:lnTo>
                  <a:lnTo>
                    <a:pt x="2615968" y="2712716"/>
                  </a:lnTo>
                  <a:lnTo>
                    <a:pt x="2649904" y="2682178"/>
                  </a:lnTo>
                  <a:lnTo>
                    <a:pt x="2682178" y="2649904"/>
                  </a:lnTo>
                  <a:lnTo>
                    <a:pt x="2712716" y="2615968"/>
                  </a:lnTo>
                  <a:lnTo>
                    <a:pt x="2741445" y="2580441"/>
                  </a:lnTo>
                  <a:lnTo>
                    <a:pt x="2768294" y="2543396"/>
                  </a:lnTo>
                  <a:lnTo>
                    <a:pt x="2793189" y="2504906"/>
                  </a:lnTo>
                  <a:lnTo>
                    <a:pt x="2816058" y="2465044"/>
                  </a:lnTo>
                  <a:lnTo>
                    <a:pt x="2836828" y="2423882"/>
                  </a:lnTo>
                  <a:lnTo>
                    <a:pt x="2855427" y="2381493"/>
                  </a:lnTo>
                  <a:lnTo>
                    <a:pt x="2871781" y="2337949"/>
                  </a:lnTo>
                  <a:lnTo>
                    <a:pt x="2885819" y="2293324"/>
                  </a:lnTo>
                  <a:lnTo>
                    <a:pt x="2897467" y="2247689"/>
                  </a:lnTo>
                  <a:lnTo>
                    <a:pt x="2906654" y="2201118"/>
                  </a:lnTo>
                  <a:lnTo>
                    <a:pt x="2913305" y="2153682"/>
                  </a:lnTo>
                  <a:lnTo>
                    <a:pt x="2917349" y="2105456"/>
                  </a:lnTo>
                  <a:lnTo>
                    <a:pt x="2918713" y="2056510"/>
                  </a:lnTo>
                  <a:lnTo>
                    <a:pt x="2918713" y="862202"/>
                  </a:lnTo>
                  <a:lnTo>
                    <a:pt x="2917349" y="813257"/>
                  </a:lnTo>
                  <a:lnTo>
                    <a:pt x="2913305" y="765031"/>
                  </a:lnTo>
                  <a:lnTo>
                    <a:pt x="2906654" y="717595"/>
                  </a:lnTo>
                  <a:lnTo>
                    <a:pt x="2897467" y="671024"/>
                  </a:lnTo>
                  <a:lnTo>
                    <a:pt x="2885819" y="625389"/>
                  </a:lnTo>
                  <a:lnTo>
                    <a:pt x="2871781" y="580764"/>
                  </a:lnTo>
                  <a:lnTo>
                    <a:pt x="2855427" y="537220"/>
                  </a:lnTo>
                  <a:lnTo>
                    <a:pt x="2836828" y="494831"/>
                  </a:lnTo>
                  <a:lnTo>
                    <a:pt x="2816058" y="453669"/>
                  </a:lnTo>
                  <a:lnTo>
                    <a:pt x="2793189" y="413807"/>
                  </a:lnTo>
                  <a:lnTo>
                    <a:pt x="2768294" y="375317"/>
                  </a:lnTo>
                  <a:lnTo>
                    <a:pt x="2741445" y="338272"/>
                  </a:lnTo>
                  <a:lnTo>
                    <a:pt x="2712716" y="302745"/>
                  </a:lnTo>
                  <a:lnTo>
                    <a:pt x="2682178" y="268809"/>
                  </a:lnTo>
                  <a:lnTo>
                    <a:pt x="2649904" y="236535"/>
                  </a:lnTo>
                  <a:lnTo>
                    <a:pt x="2615968" y="205997"/>
                  </a:lnTo>
                  <a:lnTo>
                    <a:pt x="2580441" y="177268"/>
                  </a:lnTo>
                  <a:lnTo>
                    <a:pt x="2543396" y="150419"/>
                  </a:lnTo>
                  <a:lnTo>
                    <a:pt x="2504906" y="125524"/>
                  </a:lnTo>
                  <a:lnTo>
                    <a:pt x="2465044" y="102655"/>
                  </a:lnTo>
                  <a:lnTo>
                    <a:pt x="2423882" y="81885"/>
                  </a:lnTo>
                  <a:lnTo>
                    <a:pt x="2381493" y="63286"/>
                  </a:lnTo>
                  <a:lnTo>
                    <a:pt x="2337949" y="46932"/>
                  </a:lnTo>
                  <a:lnTo>
                    <a:pt x="2293324" y="32894"/>
                  </a:lnTo>
                  <a:lnTo>
                    <a:pt x="2247689" y="21246"/>
                  </a:lnTo>
                  <a:lnTo>
                    <a:pt x="2201118" y="12059"/>
                  </a:lnTo>
                  <a:lnTo>
                    <a:pt x="2153682" y="5408"/>
                  </a:lnTo>
                  <a:lnTo>
                    <a:pt x="2105456" y="1364"/>
                  </a:lnTo>
                  <a:lnTo>
                    <a:pt x="2056510" y="0"/>
                  </a:lnTo>
                  <a:close/>
                </a:path>
              </a:pathLst>
            </a:custGeom>
            <a:ln w="19050">
              <a:solidFill>
                <a:srgbClr val="28608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00201" y="1629536"/>
              <a:ext cx="2918586" cy="291858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300201" y="1629536"/>
              <a:ext cx="2919095" cy="2919095"/>
            </a:xfrm>
            <a:custGeom>
              <a:avLst/>
              <a:gdLst/>
              <a:ahLst/>
              <a:cxnLst/>
              <a:rect l="l" t="t" r="r" b="b"/>
              <a:pathLst>
                <a:path w="2919094" h="2919095">
                  <a:moveTo>
                    <a:pt x="2056384" y="0"/>
                  </a:moveTo>
                  <a:lnTo>
                    <a:pt x="862076" y="0"/>
                  </a:lnTo>
                  <a:lnTo>
                    <a:pt x="813143" y="1364"/>
                  </a:lnTo>
                  <a:lnTo>
                    <a:pt x="764928" y="5408"/>
                  </a:lnTo>
                  <a:lnTo>
                    <a:pt x="717504" y="12059"/>
                  </a:lnTo>
                  <a:lnTo>
                    <a:pt x="670943" y="21245"/>
                  </a:lnTo>
                  <a:lnTo>
                    <a:pt x="625317" y="32893"/>
                  </a:lnTo>
                  <a:lnTo>
                    <a:pt x="580700" y="46931"/>
                  </a:lnTo>
                  <a:lnTo>
                    <a:pt x="537165" y="63284"/>
                  </a:lnTo>
                  <a:lnTo>
                    <a:pt x="494783" y="81882"/>
                  </a:lnTo>
                  <a:lnTo>
                    <a:pt x="453627" y="102651"/>
                  </a:lnTo>
                  <a:lnTo>
                    <a:pt x="413771" y="125519"/>
                  </a:lnTo>
                  <a:lnTo>
                    <a:pt x="375287" y="150412"/>
                  </a:lnTo>
                  <a:lnTo>
                    <a:pt x="338247" y="177259"/>
                  </a:lnTo>
                  <a:lnTo>
                    <a:pt x="302724" y="205986"/>
                  </a:lnTo>
                  <a:lnTo>
                    <a:pt x="268791" y="236521"/>
                  </a:lnTo>
                  <a:lnTo>
                    <a:pt x="236521" y="268791"/>
                  </a:lnTo>
                  <a:lnTo>
                    <a:pt x="205986" y="302724"/>
                  </a:lnTo>
                  <a:lnTo>
                    <a:pt x="177259" y="338247"/>
                  </a:lnTo>
                  <a:lnTo>
                    <a:pt x="150412" y="375287"/>
                  </a:lnTo>
                  <a:lnTo>
                    <a:pt x="125519" y="413771"/>
                  </a:lnTo>
                  <a:lnTo>
                    <a:pt x="102651" y="453627"/>
                  </a:lnTo>
                  <a:lnTo>
                    <a:pt x="81882" y="494783"/>
                  </a:lnTo>
                  <a:lnTo>
                    <a:pt x="63284" y="537165"/>
                  </a:lnTo>
                  <a:lnTo>
                    <a:pt x="46931" y="580700"/>
                  </a:lnTo>
                  <a:lnTo>
                    <a:pt x="32893" y="625317"/>
                  </a:lnTo>
                  <a:lnTo>
                    <a:pt x="21245" y="670943"/>
                  </a:lnTo>
                  <a:lnTo>
                    <a:pt x="12059" y="717504"/>
                  </a:lnTo>
                  <a:lnTo>
                    <a:pt x="5408" y="764928"/>
                  </a:lnTo>
                  <a:lnTo>
                    <a:pt x="1364" y="813143"/>
                  </a:lnTo>
                  <a:lnTo>
                    <a:pt x="0" y="862076"/>
                  </a:lnTo>
                  <a:lnTo>
                    <a:pt x="0" y="2056384"/>
                  </a:lnTo>
                  <a:lnTo>
                    <a:pt x="1364" y="2105329"/>
                  </a:lnTo>
                  <a:lnTo>
                    <a:pt x="5408" y="2153555"/>
                  </a:lnTo>
                  <a:lnTo>
                    <a:pt x="12059" y="2200991"/>
                  </a:lnTo>
                  <a:lnTo>
                    <a:pt x="21245" y="2247562"/>
                  </a:lnTo>
                  <a:lnTo>
                    <a:pt x="32893" y="2293197"/>
                  </a:lnTo>
                  <a:lnTo>
                    <a:pt x="46931" y="2337822"/>
                  </a:lnTo>
                  <a:lnTo>
                    <a:pt x="63284" y="2381366"/>
                  </a:lnTo>
                  <a:lnTo>
                    <a:pt x="81882" y="2423755"/>
                  </a:lnTo>
                  <a:lnTo>
                    <a:pt x="102651" y="2464917"/>
                  </a:lnTo>
                  <a:lnTo>
                    <a:pt x="125519" y="2504779"/>
                  </a:lnTo>
                  <a:lnTo>
                    <a:pt x="150412" y="2543269"/>
                  </a:lnTo>
                  <a:lnTo>
                    <a:pt x="177259" y="2580314"/>
                  </a:lnTo>
                  <a:lnTo>
                    <a:pt x="205986" y="2615841"/>
                  </a:lnTo>
                  <a:lnTo>
                    <a:pt x="236521" y="2649777"/>
                  </a:lnTo>
                  <a:lnTo>
                    <a:pt x="268791" y="2682051"/>
                  </a:lnTo>
                  <a:lnTo>
                    <a:pt x="302724" y="2712589"/>
                  </a:lnTo>
                  <a:lnTo>
                    <a:pt x="338247" y="2741318"/>
                  </a:lnTo>
                  <a:lnTo>
                    <a:pt x="375287" y="2768167"/>
                  </a:lnTo>
                  <a:lnTo>
                    <a:pt x="413771" y="2793062"/>
                  </a:lnTo>
                  <a:lnTo>
                    <a:pt x="453627" y="2815931"/>
                  </a:lnTo>
                  <a:lnTo>
                    <a:pt x="494783" y="2836701"/>
                  </a:lnTo>
                  <a:lnTo>
                    <a:pt x="537165" y="2855300"/>
                  </a:lnTo>
                  <a:lnTo>
                    <a:pt x="580700" y="2871654"/>
                  </a:lnTo>
                  <a:lnTo>
                    <a:pt x="625317" y="2885692"/>
                  </a:lnTo>
                  <a:lnTo>
                    <a:pt x="670943" y="2897340"/>
                  </a:lnTo>
                  <a:lnTo>
                    <a:pt x="717504" y="2906527"/>
                  </a:lnTo>
                  <a:lnTo>
                    <a:pt x="764928" y="2913178"/>
                  </a:lnTo>
                  <a:lnTo>
                    <a:pt x="813143" y="2917222"/>
                  </a:lnTo>
                  <a:lnTo>
                    <a:pt x="862076" y="2918587"/>
                  </a:lnTo>
                  <a:lnTo>
                    <a:pt x="2056384" y="2918587"/>
                  </a:lnTo>
                  <a:lnTo>
                    <a:pt x="2105329" y="2917222"/>
                  </a:lnTo>
                  <a:lnTo>
                    <a:pt x="2153555" y="2913178"/>
                  </a:lnTo>
                  <a:lnTo>
                    <a:pt x="2200991" y="2906527"/>
                  </a:lnTo>
                  <a:lnTo>
                    <a:pt x="2247562" y="2897340"/>
                  </a:lnTo>
                  <a:lnTo>
                    <a:pt x="2293197" y="2885692"/>
                  </a:lnTo>
                  <a:lnTo>
                    <a:pt x="2337822" y="2871654"/>
                  </a:lnTo>
                  <a:lnTo>
                    <a:pt x="2381366" y="2855300"/>
                  </a:lnTo>
                  <a:lnTo>
                    <a:pt x="2423755" y="2836701"/>
                  </a:lnTo>
                  <a:lnTo>
                    <a:pt x="2464917" y="2815931"/>
                  </a:lnTo>
                  <a:lnTo>
                    <a:pt x="2504779" y="2793062"/>
                  </a:lnTo>
                  <a:lnTo>
                    <a:pt x="2543269" y="2768167"/>
                  </a:lnTo>
                  <a:lnTo>
                    <a:pt x="2580314" y="2741318"/>
                  </a:lnTo>
                  <a:lnTo>
                    <a:pt x="2615841" y="2712589"/>
                  </a:lnTo>
                  <a:lnTo>
                    <a:pt x="2649777" y="2682051"/>
                  </a:lnTo>
                  <a:lnTo>
                    <a:pt x="2682051" y="2649777"/>
                  </a:lnTo>
                  <a:lnTo>
                    <a:pt x="2712589" y="2615841"/>
                  </a:lnTo>
                  <a:lnTo>
                    <a:pt x="2741318" y="2580314"/>
                  </a:lnTo>
                  <a:lnTo>
                    <a:pt x="2768167" y="2543269"/>
                  </a:lnTo>
                  <a:lnTo>
                    <a:pt x="2793062" y="2504779"/>
                  </a:lnTo>
                  <a:lnTo>
                    <a:pt x="2815931" y="2464917"/>
                  </a:lnTo>
                  <a:lnTo>
                    <a:pt x="2836701" y="2423755"/>
                  </a:lnTo>
                  <a:lnTo>
                    <a:pt x="2855300" y="2381366"/>
                  </a:lnTo>
                  <a:lnTo>
                    <a:pt x="2871654" y="2337822"/>
                  </a:lnTo>
                  <a:lnTo>
                    <a:pt x="2885692" y="2293197"/>
                  </a:lnTo>
                  <a:lnTo>
                    <a:pt x="2897340" y="2247562"/>
                  </a:lnTo>
                  <a:lnTo>
                    <a:pt x="2906527" y="2200991"/>
                  </a:lnTo>
                  <a:lnTo>
                    <a:pt x="2913178" y="2153555"/>
                  </a:lnTo>
                  <a:lnTo>
                    <a:pt x="2917222" y="2105329"/>
                  </a:lnTo>
                  <a:lnTo>
                    <a:pt x="2918586" y="2056384"/>
                  </a:lnTo>
                  <a:lnTo>
                    <a:pt x="2918586" y="862076"/>
                  </a:lnTo>
                  <a:lnTo>
                    <a:pt x="2917222" y="813143"/>
                  </a:lnTo>
                  <a:lnTo>
                    <a:pt x="2913178" y="764928"/>
                  </a:lnTo>
                  <a:lnTo>
                    <a:pt x="2906527" y="717504"/>
                  </a:lnTo>
                  <a:lnTo>
                    <a:pt x="2897340" y="670943"/>
                  </a:lnTo>
                  <a:lnTo>
                    <a:pt x="2885692" y="625317"/>
                  </a:lnTo>
                  <a:lnTo>
                    <a:pt x="2871654" y="580700"/>
                  </a:lnTo>
                  <a:lnTo>
                    <a:pt x="2855300" y="537165"/>
                  </a:lnTo>
                  <a:lnTo>
                    <a:pt x="2836701" y="494783"/>
                  </a:lnTo>
                  <a:lnTo>
                    <a:pt x="2815931" y="453627"/>
                  </a:lnTo>
                  <a:lnTo>
                    <a:pt x="2793062" y="413771"/>
                  </a:lnTo>
                  <a:lnTo>
                    <a:pt x="2768167" y="375287"/>
                  </a:lnTo>
                  <a:lnTo>
                    <a:pt x="2741318" y="338247"/>
                  </a:lnTo>
                  <a:lnTo>
                    <a:pt x="2712589" y="302724"/>
                  </a:lnTo>
                  <a:lnTo>
                    <a:pt x="2682051" y="268791"/>
                  </a:lnTo>
                  <a:lnTo>
                    <a:pt x="2649777" y="236521"/>
                  </a:lnTo>
                  <a:lnTo>
                    <a:pt x="2615841" y="205986"/>
                  </a:lnTo>
                  <a:lnTo>
                    <a:pt x="2580314" y="177259"/>
                  </a:lnTo>
                  <a:lnTo>
                    <a:pt x="2543269" y="150412"/>
                  </a:lnTo>
                  <a:lnTo>
                    <a:pt x="2504779" y="125519"/>
                  </a:lnTo>
                  <a:lnTo>
                    <a:pt x="2464917" y="102651"/>
                  </a:lnTo>
                  <a:lnTo>
                    <a:pt x="2423755" y="81882"/>
                  </a:lnTo>
                  <a:lnTo>
                    <a:pt x="2381366" y="63284"/>
                  </a:lnTo>
                  <a:lnTo>
                    <a:pt x="2337822" y="46931"/>
                  </a:lnTo>
                  <a:lnTo>
                    <a:pt x="2293197" y="32893"/>
                  </a:lnTo>
                  <a:lnTo>
                    <a:pt x="2247562" y="21245"/>
                  </a:lnTo>
                  <a:lnTo>
                    <a:pt x="2200991" y="12059"/>
                  </a:lnTo>
                  <a:lnTo>
                    <a:pt x="2153555" y="5408"/>
                  </a:lnTo>
                  <a:lnTo>
                    <a:pt x="2105329" y="1364"/>
                  </a:lnTo>
                  <a:lnTo>
                    <a:pt x="2056384" y="0"/>
                  </a:lnTo>
                  <a:close/>
                </a:path>
              </a:pathLst>
            </a:custGeom>
            <a:ln w="19050">
              <a:solidFill>
                <a:srgbClr val="28608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17491837" y="8458454"/>
            <a:ext cx="796290" cy="800100"/>
          </a:xfrm>
          <a:custGeom>
            <a:avLst/>
            <a:gdLst/>
            <a:ahLst/>
            <a:cxnLst/>
            <a:rect l="l" t="t" r="r" b="b"/>
            <a:pathLst>
              <a:path w="796290" h="800100">
                <a:moveTo>
                  <a:pt x="796163" y="0"/>
                </a:moveTo>
                <a:lnTo>
                  <a:pt x="80009" y="0"/>
                </a:lnTo>
                <a:lnTo>
                  <a:pt x="64337" y="1543"/>
                </a:lnTo>
                <a:lnTo>
                  <a:pt x="23368" y="23368"/>
                </a:lnTo>
                <a:lnTo>
                  <a:pt x="1543" y="64337"/>
                </a:lnTo>
                <a:lnTo>
                  <a:pt x="0" y="80010"/>
                </a:lnTo>
                <a:lnTo>
                  <a:pt x="0" y="719797"/>
                </a:lnTo>
                <a:lnTo>
                  <a:pt x="13394" y="764210"/>
                </a:lnTo>
                <a:lnTo>
                  <a:pt x="49403" y="793753"/>
                </a:lnTo>
                <a:lnTo>
                  <a:pt x="80009" y="799846"/>
                </a:lnTo>
                <a:lnTo>
                  <a:pt x="796163" y="799846"/>
                </a:lnTo>
                <a:lnTo>
                  <a:pt x="796163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0" y="9412872"/>
            <a:ext cx="733425" cy="874394"/>
            <a:chOff x="0" y="9412872"/>
            <a:chExt cx="733425" cy="874394"/>
          </a:xfrm>
        </p:grpSpPr>
        <p:sp>
          <p:nvSpPr>
            <p:cNvPr id="16" name="object 16"/>
            <p:cNvSpPr/>
            <p:nvPr/>
          </p:nvSpPr>
          <p:spPr>
            <a:xfrm>
              <a:off x="0" y="9412872"/>
              <a:ext cx="733425" cy="874394"/>
            </a:xfrm>
            <a:custGeom>
              <a:avLst/>
              <a:gdLst/>
              <a:ahLst/>
              <a:cxnLst/>
              <a:rect l="l" t="t" r="r" b="b"/>
              <a:pathLst>
                <a:path w="733425" h="874395">
                  <a:moveTo>
                    <a:pt x="333711" y="0"/>
                  </a:moveTo>
                  <a:lnTo>
                    <a:pt x="285260" y="1029"/>
                  </a:lnTo>
                  <a:lnTo>
                    <a:pt x="236557" y="4521"/>
                  </a:lnTo>
                  <a:lnTo>
                    <a:pt x="188035" y="9597"/>
                  </a:lnTo>
                  <a:lnTo>
                    <a:pt x="42818" y="27736"/>
                  </a:lnTo>
                  <a:lnTo>
                    <a:pt x="0" y="32065"/>
                  </a:lnTo>
                  <a:lnTo>
                    <a:pt x="0" y="874125"/>
                  </a:lnTo>
                  <a:lnTo>
                    <a:pt x="732960" y="874125"/>
                  </a:lnTo>
                  <a:lnTo>
                    <a:pt x="718736" y="852519"/>
                  </a:lnTo>
                  <a:lnTo>
                    <a:pt x="698492" y="820798"/>
                  </a:lnTo>
                  <a:lnTo>
                    <a:pt x="656889" y="744464"/>
                  </a:lnTo>
                  <a:lnTo>
                    <a:pt x="641183" y="698943"/>
                  </a:lnTo>
                  <a:lnTo>
                    <a:pt x="632169" y="652091"/>
                  </a:lnTo>
                  <a:lnTo>
                    <a:pt x="630089" y="603949"/>
                  </a:lnTo>
                  <a:lnTo>
                    <a:pt x="635183" y="554558"/>
                  </a:lnTo>
                  <a:lnTo>
                    <a:pt x="644975" y="499010"/>
                  </a:lnTo>
                  <a:lnTo>
                    <a:pt x="654944" y="443490"/>
                  </a:lnTo>
                  <a:lnTo>
                    <a:pt x="665357" y="388060"/>
                  </a:lnTo>
                  <a:lnTo>
                    <a:pt x="676482" y="332784"/>
                  </a:lnTo>
                  <a:lnTo>
                    <a:pt x="682390" y="285916"/>
                  </a:lnTo>
                  <a:lnTo>
                    <a:pt x="680461" y="240651"/>
                  </a:lnTo>
                  <a:lnTo>
                    <a:pt x="671055" y="197592"/>
                  </a:lnTo>
                  <a:lnTo>
                    <a:pt x="654532" y="157342"/>
                  </a:lnTo>
                  <a:lnTo>
                    <a:pt x="631249" y="120505"/>
                  </a:lnTo>
                  <a:lnTo>
                    <a:pt x="601568" y="87685"/>
                  </a:lnTo>
                  <a:lnTo>
                    <a:pt x="565848" y="59486"/>
                  </a:lnTo>
                  <a:lnTo>
                    <a:pt x="524447" y="36509"/>
                  </a:lnTo>
                  <a:lnTo>
                    <a:pt x="477725" y="19361"/>
                  </a:lnTo>
                  <a:lnTo>
                    <a:pt x="429928" y="8397"/>
                  </a:lnTo>
                  <a:lnTo>
                    <a:pt x="381929" y="2199"/>
                  </a:lnTo>
                  <a:lnTo>
                    <a:pt x="333711" y="0"/>
                  </a:lnTo>
                  <a:close/>
                </a:path>
              </a:pathLst>
            </a:custGeom>
            <a:solidFill>
              <a:srgbClr val="5591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1765" y="9733508"/>
              <a:ext cx="574675" cy="553720"/>
            </a:xfrm>
            <a:custGeom>
              <a:avLst/>
              <a:gdLst/>
              <a:ahLst/>
              <a:cxnLst/>
              <a:rect l="l" t="t" r="r" b="b"/>
              <a:pathLst>
                <a:path w="574675" h="553720">
                  <a:moveTo>
                    <a:pt x="17449" y="553491"/>
                  </a:moveTo>
                  <a:lnTo>
                    <a:pt x="17157" y="553199"/>
                  </a:lnTo>
                  <a:lnTo>
                    <a:pt x="4940" y="553199"/>
                  </a:lnTo>
                  <a:lnTo>
                    <a:pt x="4648" y="553491"/>
                  </a:lnTo>
                  <a:lnTo>
                    <a:pt x="17449" y="553491"/>
                  </a:lnTo>
                  <a:close/>
                </a:path>
                <a:path w="574675" h="553720">
                  <a:moveTo>
                    <a:pt x="22098" y="447509"/>
                  </a:moveTo>
                  <a:lnTo>
                    <a:pt x="17157" y="442556"/>
                  </a:lnTo>
                  <a:lnTo>
                    <a:pt x="4940" y="442556"/>
                  </a:lnTo>
                  <a:lnTo>
                    <a:pt x="0" y="447509"/>
                  </a:lnTo>
                  <a:lnTo>
                    <a:pt x="0" y="459740"/>
                  </a:lnTo>
                  <a:lnTo>
                    <a:pt x="4940" y="464680"/>
                  </a:lnTo>
                  <a:lnTo>
                    <a:pt x="17157" y="464680"/>
                  </a:lnTo>
                  <a:lnTo>
                    <a:pt x="22098" y="459740"/>
                  </a:lnTo>
                  <a:lnTo>
                    <a:pt x="22098" y="453618"/>
                  </a:lnTo>
                  <a:lnTo>
                    <a:pt x="22098" y="447509"/>
                  </a:lnTo>
                  <a:close/>
                </a:path>
                <a:path w="574675" h="553720">
                  <a:moveTo>
                    <a:pt x="22098" y="336867"/>
                  </a:moveTo>
                  <a:lnTo>
                    <a:pt x="17157" y="331914"/>
                  </a:lnTo>
                  <a:lnTo>
                    <a:pt x="4940" y="331914"/>
                  </a:lnTo>
                  <a:lnTo>
                    <a:pt x="0" y="336867"/>
                  </a:lnTo>
                  <a:lnTo>
                    <a:pt x="0" y="349097"/>
                  </a:lnTo>
                  <a:lnTo>
                    <a:pt x="4940" y="354050"/>
                  </a:lnTo>
                  <a:lnTo>
                    <a:pt x="17157" y="354050"/>
                  </a:lnTo>
                  <a:lnTo>
                    <a:pt x="22098" y="349097"/>
                  </a:lnTo>
                  <a:lnTo>
                    <a:pt x="22098" y="342988"/>
                  </a:lnTo>
                  <a:lnTo>
                    <a:pt x="22098" y="336867"/>
                  </a:lnTo>
                  <a:close/>
                </a:path>
                <a:path w="574675" h="553720">
                  <a:moveTo>
                    <a:pt x="22098" y="226225"/>
                  </a:moveTo>
                  <a:lnTo>
                    <a:pt x="17157" y="221284"/>
                  </a:lnTo>
                  <a:lnTo>
                    <a:pt x="4940" y="221284"/>
                  </a:lnTo>
                  <a:lnTo>
                    <a:pt x="0" y="226225"/>
                  </a:lnTo>
                  <a:lnTo>
                    <a:pt x="0" y="238455"/>
                  </a:lnTo>
                  <a:lnTo>
                    <a:pt x="4940" y="243408"/>
                  </a:lnTo>
                  <a:lnTo>
                    <a:pt x="17157" y="243408"/>
                  </a:lnTo>
                  <a:lnTo>
                    <a:pt x="22098" y="238455"/>
                  </a:lnTo>
                  <a:lnTo>
                    <a:pt x="22098" y="232346"/>
                  </a:lnTo>
                  <a:lnTo>
                    <a:pt x="22098" y="226225"/>
                  </a:lnTo>
                  <a:close/>
                </a:path>
                <a:path w="574675" h="553720">
                  <a:moveTo>
                    <a:pt x="22098" y="115595"/>
                  </a:moveTo>
                  <a:lnTo>
                    <a:pt x="17157" y="110642"/>
                  </a:lnTo>
                  <a:lnTo>
                    <a:pt x="4940" y="110642"/>
                  </a:lnTo>
                  <a:lnTo>
                    <a:pt x="0" y="115595"/>
                  </a:lnTo>
                  <a:lnTo>
                    <a:pt x="0" y="127825"/>
                  </a:lnTo>
                  <a:lnTo>
                    <a:pt x="4940" y="132765"/>
                  </a:lnTo>
                  <a:lnTo>
                    <a:pt x="17157" y="132765"/>
                  </a:lnTo>
                  <a:lnTo>
                    <a:pt x="22098" y="127825"/>
                  </a:lnTo>
                  <a:lnTo>
                    <a:pt x="22098" y="121704"/>
                  </a:lnTo>
                  <a:lnTo>
                    <a:pt x="22098" y="115595"/>
                  </a:lnTo>
                  <a:close/>
                </a:path>
                <a:path w="574675" h="553720">
                  <a:moveTo>
                    <a:pt x="22098" y="4953"/>
                  </a:moveTo>
                  <a:lnTo>
                    <a:pt x="17157" y="0"/>
                  </a:lnTo>
                  <a:lnTo>
                    <a:pt x="4940" y="0"/>
                  </a:lnTo>
                  <a:lnTo>
                    <a:pt x="0" y="4953"/>
                  </a:lnTo>
                  <a:lnTo>
                    <a:pt x="0" y="17183"/>
                  </a:lnTo>
                  <a:lnTo>
                    <a:pt x="4940" y="22136"/>
                  </a:lnTo>
                  <a:lnTo>
                    <a:pt x="17157" y="22136"/>
                  </a:lnTo>
                  <a:lnTo>
                    <a:pt x="22098" y="17183"/>
                  </a:lnTo>
                  <a:lnTo>
                    <a:pt x="22098" y="11061"/>
                  </a:lnTo>
                  <a:lnTo>
                    <a:pt x="22098" y="4953"/>
                  </a:lnTo>
                  <a:close/>
                </a:path>
                <a:path w="574675" h="553720">
                  <a:moveTo>
                    <a:pt x="127889" y="553491"/>
                  </a:moveTo>
                  <a:lnTo>
                    <a:pt x="127596" y="553199"/>
                  </a:lnTo>
                  <a:lnTo>
                    <a:pt x="115379" y="553199"/>
                  </a:lnTo>
                  <a:lnTo>
                    <a:pt x="115087" y="553491"/>
                  </a:lnTo>
                  <a:lnTo>
                    <a:pt x="127889" y="553491"/>
                  </a:lnTo>
                  <a:close/>
                </a:path>
                <a:path w="574675" h="553720">
                  <a:moveTo>
                    <a:pt x="132537" y="447509"/>
                  </a:moveTo>
                  <a:lnTo>
                    <a:pt x="127596" y="442556"/>
                  </a:lnTo>
                  <a:lnTo>
                    <a:pt x="115379" y="442556"/>
                  </a:lnTo>
                  <a:lnTo>
                    <a:pt x="110439" y="447509"/>
                  </a:lnTo>
                  <a:lnTo>
                    <a:pt x="110439" y="459740"/>
                  </a:lnTo>
                  <a:lnTo>
                    <a:pt x="115379" y="464680"/>
                  </a:lnTo>
                  <a:lnTo>
                    <a:pt x="127596" y="464680"/>
                  </a:lnTo>
                  <a:lnTo>
                    <a:pt x="132537" y="459740"/>
                  </a:lnTo>
                  <a:lnTo>
                    <a:pt x="132537" y="453618"/>
                  </a:lnTo>
                  <a:lnTo>
                    <a:pt x="132537" y="447509"/>
                  </a:lnTo>
                  <a:close/>
                </a:path>
                <a:path w="574675" h="553720">
                  <a:moveTo>
                    <a:pt x="132537" y="336867"/>
                  </a:moveTo>
                  <a:lnTo>
                    <a:pt x="127596" y="331914"/>
                  </a:lnTo>
                  <a:lnTo>
                    <a:pt x="115379" y="331914"/>
                  </a:lnTo>
                  <a:lnTo>
                    <a:pt x="110439" y="336867"/>
                  </a:lnTo>
                  <a:lnTo>
                    <a:pt x="110439" y="349097"/>
                  </a:lnTo>
                  <a:lnTo>
                    <a:pt x="115379" y="354050"/>
                  </a:lnTo>
                  <a:lnTo>
                    <a:pt x="127596" y="354050"/>
                  </a:lnTo>
                  <a:lnTo>
                    <a:pt x="132537" y="349097"/>
                  </a:lnTo>
                  <a:lnTo>
                    <a:pt x="132537" y="342988"/>
                  </a:lnTo>
                  <a:lnTo>
                    <a:pt x="132537" y="336867"/>
                  </a:lnTo>
                  <a:close/>
                </a:path>
                <a:path w="574675" h="553720">
                  <a:moveTo>
                    <a:pt x="132537" y="226225"/>
                  </a:moveTo>
                  <a:lnTo>
                    <a:pt x="127596" y="221284"/>
                  </a:lnTo>
                  <a:lnTo>
                    <a:pt x="115379" y="221284"/>
                  </a:lnTo>
                  <a:lnTo>
                    <a:pt x="110439" y="226225"/>
                  </a:lnTo>
                  <a:lnTo>
                    <a:pt x="110439" y="238455"/>
                  </a:lnTo>
                  <a:lnTo>
                    <a:pt x="115379" y="243408"/>
                  </a:lnTo>
                  <a:lnTo>
                    <a:pt x="127596" y="243408"/>
                  </a:lnTo>
                  <a:lnTo>
                    <a:pt x="132537" y="238455"/>
                  </a:lnTo>
                  <a:lnTo>
                    <a:pt x="132537" y="232346"/>
                  </a:lnTo>
                  <a:lnTo>
                    <a:pt x="132537" y="226225"/>
                  </a:lnTo>
                  <a:close/>
                </a:path>
                <a:path w="574675" h="553720">
                  <a:moveTo>
                    <a:pt x="132537" y="115595"/>
                  </a:moveTo>
                  <a:lnTo>
                    <a:pt x="127596" y="110642"/>
                  </a:lnTo>
                  <a:lnTo>
                    <a:pt x="115379" y="110642"/>
                  </a:lnTo>
                  <a:lnTo>
                    <a:pt x="110439" y="115595"/>
                  </a:lnTo>
                  <a:lnTo>
                    <a:pt x="110439" y="127825"/>
                  </a:lnTo>
                  <a:lnTo>
                    <a:pt x="115379" y="132765"/>
                  </a:lnTo>
                  <a:lnTo>
                    <a:pt x="127596" y="132765"/>
                  </a:lnTo>
                  <a:lnTo>
                    <a:pt x="132537" y="127825"/>
                  </a:lnTo>
                  <a:lnTo>
                    <a:pt x="132537" y="121704"/>
                  </a:lnTo>
                  <a:lnTo>
                    <a:pt x="132537" y="115595"/>
                  </a:lnTo>
                  <a:close/>
                </a:path>
                <a:path w="574675" h="553720">
                  <a:moveTo>
                    <a:pt x="132537" y="4953"/>
                  </a:moveTo>
                  <a:lnTo>
                    <a:pt x="127596" y="0"/>
                  </a:lnTo>
                  <a:lnTo>
                    <a:pt x="115379" y="0"/>
                  </a:lnTo>
                  <a:lnTo>
                    <a:pt x="110439" y="4953"/>
                  </a:lnTo>
                  <a:lnTo>
                    <a:pt x="110439" y="17183"/>
                  </a:lnTo>
                  <a:lnTo>
                    <a:pt x="115379" y="22136"/>
                  </a:lnTo>
                  <a:lnTo>
                    <a:pt x="127596" y="22136"/>
                  </a:lnTo>
                  <a:lnTo>
                    <a:pt x="132537" y="17183"/>
                  </a:lnTo>
                  <a:lnTo>
                    <a:pt x="132537" y="11061"/>
                  </a:lnTo>
                  <a:lnTo>
                    <a:pt x="132537" y="4953"/>
                  </a:lnTo>
                  <a:close/>
                </a:path>
                <a:path w="574675" h="553720">
                  <a:moveTo>
                    <a:pt x="238328" y="553491"/>
                  </a:moveTo>
                  <a:lnTo>
                    <a:pt x="238036" y="553199"/>
                  </a:lnTo>
                  <a:lnTo>
                    <a:pt x="225818" y="553199"/>
                  </a:lnTo>
                  <a:lnTo>
                    <a:pt x="225526" y="553491"/>
                  </a:lnTo>
                  <a:lnTo>
                    <a:pt x="238328" y="553491"/>
                  </a:lnTo>
                  <a:close/>
                </a:path>
                <a:path w="574675" h="553720">
                  <a:moveTo>
                    <a:pt x="242976" y="447509"/>
                  </a:moveTo>
                  <a:lnTo>
                    <a:pt x="238036" y="442556"/>
                  </a:lnTo>
                  <a:lnTo>
                    <a:pt x="225818" y="442556"/>
                  </a:lnTo>
                  <a:lnTo>
                    <a:pt x="220878" y="447509"/>
                  </a:lnTo>
                  <a:lnTo>
                    <a:pt x="220878" y="459740"/>
                  </a:lnTo>
                  <a:lnTo>
                    <a:pt x="225818" y="464680"/>
                  </a:lnTo>
                  <a:lnTo>
                    <a:pt x="238036" y="464680"/>
                  </a:lnTo>
                  <a:lnTo>
                    <a:pt x="242976" y="459740"/>
                  </a:lnTo>
                  <a:lnTo>
                    <a:pt x="242976" y="453618"/>
                  </a:lnTo>
                  <a:lnTo>
                    <a:pt x="242976" y="447509"/>
                  </a:lnTo>
                  <a:close/>
                </a:path>
                <a:path w="574675" h="553720">
                  <a:moveTo>
                    <a:pt x="242976" y="336867"/>
                  </a:moveTo>
                  <a:lnTo>
                    <a:pt x="238036" y="331914"/>
                  </a:lnTo>
                  <a:lnTo>
                    <a:pt x="225818" y="331914"/>
                  </a:lnTo>
                  <a:lnTo>
                    <a:pt x="220878" y="336867"/>
                  </a:lnTo>
                  <a:lnTo>
                    <a:pt x="220878" y="349097"/>
                  </a:lnTo>
                  <a:lnTo>
                    <a:pt x="225818" y="354050"/>
                  </a:lnTo>
                  <a:lnTo>
                    <a:pt x="238036" y="354050"/>
                  </a:lnTo>
                  <a:lnTo>
                    <a:pt x="242976" y="349097"/>
                  </a:lnTo>
                  <a:lnTo>
                    <a:pt x="242976" y="342988"/>
                  </a:lnTo>
                  <a:lnTo>
                    <a:pt x="242976" y="336867"/>
                  </a:lnTo>
                  <a:close/>
                </a:path>
                <a:path w="574675" h="553720">
                  <a:moveTo>
                    <a:pt x="242976" y="226225"/>
                  </a:moveTo>
                  <a:lnTo>
                    <a:pt x="238036" y="221284"/>
                  </a:lnTo>
                  <a:lnTo>
                    <a:pt x="225818" y="221284"/>
                  </a:lnTo>
                  <a:lnTo>
                    <a:pt x="220878" y="226225"/>
                  </a:lnTo>
                  <a:lnTo>
                    <a:pt x="220878" y="238455"/>
                  </a:lnTo>
                  <a:lnTo>
                    <a:pt x="225818" y="243408"/>
                  </a:lnTo>
                  <a:lnTo>
                    <a:pt x="238036" y="243408"/>
                  </a:lnTo>
                  <a:lnTo>
                    <a:pt x="242976" y="238455"/>
                  </a:lnTo>
                  <a:lnTo>
                    <a:pt x="242976" y="232346"/>
                  </a:lnTo>
                  <a:lnTo>
                    <a:pt x="242976" y="226225"/>
                  </a:lnTo>
                  <a:close/>
                </a:path>
                <a:path w="574675" h="553720">
                  <a:moveTo>
                    <a:pt x="242976" y="115595"/>
                  </a:moveTo>
                  <a:lnTo>
                    <a:pt x="238036" y="110642"/>
                  </a:lnTo>
                  <a:lnTo>
                    <a:pt x="225818" y="110642"/>
                  </a:lnTo>
                  <a:lnTo>
                    <a:pt x="220878" y="115595"/>
                  </a:lnTo>
                  <a:lnTo>
                    <a:pt x="220878" y="127825"/>
                  </a:lnTo>
                  <a:lnTo>
                    <a:pt x="225818" y="132765"/>
                  </a:lnTo>
                  <a:lnTo>
                    <a:pt x="238036" y="132765"/>
                  </a:lnTo>
                  <a:lnTo>
                    <a:pt x="242976" y="127825"/>
                  </a:lnTo>
                  <a:lnTo>
                    <a:pt x="242976" y="121704"/>
                  </a:lnTo>
                  <a:lnTo>
                    <a:pt x="242976" y="115595"/>
                  </a:lnTo>
                  <a:close/>
                </a:path>
                <a:path w="574675" h="553720">
                  <a:moveTo>
                    <a:pt x="242976" y="4953"/>
                  </a:moveTo>
                  <a:lnTo>
                    <a:pt x="238036" y="0"/>
                  </a:lnTo>
                  <a:lnTo>
                    <a:pt x="225818" y="0"/>
                  </a:lnTo>
                  <a:lnTo>
                    <a:pt x="220878" y="4953"/>
                  </a:lnTo>
                  <a:lnTo>
                    <a:pt x="220878" y="17183"/>
                  </a:lnTo>
                  <a:lnTo>
                    <a:pt x="225818" y="22136"/>
                  </a:lnTo>
                  <a:lnTo>
                    <a:pt x="238036" y="22136"/>
                  </a:lnTo>
                  <a:lnTo>
                    <a:pt x="242976" y="17183"/>
                  </a:lnTo>
                  <a:lnTo>
                    <a:pt x="242976" y="11061"/>
                  </a:lnTo>
                  <a:lnTo>
                    <a:pt x="242976" y="4953"/>
                  </a:lnTo>
                  <a:close/>
                </a:path>
                <a:path w="574675" h="553720">
                  <a:moveTo>
                    <a:pt x="348767" y="553491"/>
                  </a:moveTo>
                  <a:lnTo>
                    <a:pt x="348475" y="553199"/>
                  </a:lnTo>
                  <a:lnTo>
                    <a:pt x="336257" y="553199"/>
                  </a:lnTo>
                  <a:lnTo>
                    <a:pt x="335965" y="553491"/>
                  </a:lnTo>
                  <a:lnTo>
                    <a:pt x="348767" y="553491"/>
                  </a:lnTo>
                  <a:close/>
                </a:path>
                <a:path w="574675" h="553720">
                  <a:moveTo>
                    <a:pt x="353415" y="447509"/>
                  </a:moveTo>
                  <a:lnTo>
                    <a:pt x="348475" y="442556"/>
                  </a:lnTo>
                  <a:lnTo>
                    <a:pt x="336257" y="442556"/>
                  </a:lnTo>
                  <a:lnTo>
                    <a:pt x="331317" y="447509"/>
                  </a:lnTo>
                  <a:lnTo>
                    <a:pt x="331317" y="459740"/>
                  </a:lnTo>
                  <a:lnTo>
                    <a:pt x="336257" y="464680"/>
                  </a:lnTo>
                  <a:lnTo>
                    <a:pt x="348475" y="464680"/>
                  </a:lnTo>
                  <a:lnTo>
                    <a:pt x="353415" y="459740"/>
                  </a:lnTo>
                  <a:lnTo>
                    <a:pt x="353415" y="453618"/>
                  </a:lnTo>
                  <a:lnTo>
                    <a:pt x="353415" y="447509"/>
                  </a:lnTo>
                  <a:close/>
                </a:path>
                <a:path w="574675" h="553720">
                  <a:moveTo>
                    <a:pt x="353415" y="336867"/>
                  </a:moveTo>
                  <a:lnTo>
                    <a:pt x="348475" y="331914"/>
                  </a:lnTo>
                  <a:lnTo>
                    <a:pt x="336257" y="331914"/>
                  </a:lnTo>
                  <a:lnTo>
                    <a:pt x="331317" y="336867"/>
                  </a:lnTo>
                  <a:lnTo>
                    <a:pt x="331317" y="349097"/>
                  </a:lnTo>
                  <a:lnTo>
                    <a:pt x="336257" y="354050"/>
                  </a:lnTo>
                  <a:lnTo>
                    <a:pt x="348475" y="354050"/>
                  </a:lnTo>
                  <a:lnTo>
                    <a:pt x="353415" y="349097"/>
                  </a:lnTo>
                  <a:lnTo>
                    <a:pt x="353415" y="342988"/>
                  </a:lnTo>
                  <a:lnTo>
                    <a:pt x="353415" y="336867"/>
                  </a:lnTo>
                  <a:close/>
                </a:path>
                <a:path w="574675" h="553720">
                  <a:moveTo>
                    <a:pt x="353415" y="226225"/>
                  </a:moveTo>
                  <a:lnTo>
                    <a:pt x="348475" y="221284"/>
                  </a:lnTo>
                  <a:lnTo>
                    <a:pt x="336257" y="221284"/>
                  </a:lnTo>
                  <a:lnTo>
                    <a:pt x="331317" y="226225"/>
                  </a:lnTo>
                  <a:lnTo>
                    <a:pt x="331317" y="238455"/>
                  </a:lnTo>
                  <a:lnTo>
                    <a:pt x="336257" y="243408"/>
                  </a:lnTo>
                  <a:lnTo>
                    <a:pt x="348475" y="243408"/>
                  </a:lnTo>
                  <a:lnTo>
                    <a:pt x="353415" y="238455"/>
                  </a:lnTo>
                  <a:lnTo>
                    <a:pt x="353415" y="232346"/>
                  </a:lnTo>
                  <a:lnTo>
                    <a:pt x="353415" y="226225"/>
                  </a:lnTo>
                  <a:close/>
                </a:path>
                <a:path w="574675" h="553720">
                  <a:moveTo>
                    <a:pt x="353415" y="115595"/>
                  </a:moveTo>
                  <a:lnTo>
                    <a:pt x="348475" y="110642"/>
                  </a:lnTo>
                  <a:lnTo>
                    <a:pt x="336257" y="110642"/>
                  </a:lnTo>
                  <a:lnTo>
                    <a:pt x="331317" y="115595"/>
                  </a:lnTo>
                  <a:lnTo>
                    <a:pt x="331317" y="127825"/>
                  </a:lnTo>
                  <a:lnTo>
                    <a:pt x="336257" y="132765"/>
                  </a:lnTo>
                  <a:lnTo>
                    <a:pt x="348475" y="132765"/>
                  </a:lnTo>
                  <a:lnTo>
                    <a:pt x="353415" y="127825"/>
                  </a:lnTo>
                  <a:lnTo>
                    <a:pt x="353415" y="121704"/>
                  </a:lnTo>
                  <a:lnTo>
                    <a:pt x="353415" y="115595"/>
                  </a:lnTo>
                  <a:close/>
                </a:path>
                <a:path w="574675" h="553720">
                  <a:moveTo>
                    <a:pt x="353415" y="4953"/>
                  </a:moveTo>
                  <a:lnTo>
                    <a:pt x="348475" y="0"/>
                  </a:lnTo>
                  <a:lnTo>
                    <a:pt x="336257" y="0"/>
                  </a:lnTo>
                  <a:lnTo>
                    <a:pt x="331317" y="4953"/>
                  </a:lnTo>
                  <a:lnTo>
                    <a:pt x="331317" y="17183"/>
                  </a:lnTo>
                  <a:lnTo>
                    <a:pt x="336257" y="22136"/>
                  </a:lnTo>
                  <a:lnTo>
                    <a:pt x="348475" y="22136"/>
                  </a:lnTo>
                  <a:lnTo>
                    <a:pt x="353415" y="17183"/>
                  </a:lnTo>
                  <a:lnTo>
                    <a:pt x="353415" y="11061"/>
                  </a:lnTo>
                  <a:lnTo>
                    <a:pt x="353415" y="4953"/>
                  </a:lnTo>
                  <a:close/>
                </a:path>
                <a:path w="574675" h="553720">
                  <a:moveTo>
                    <a:pt x="459206" y="553491"/>
                  </a:moveTo>
                  <a:lnTo>
                    <a:pt x="458914" y="553199"/>
                  </a:lnTo>
                  <a:lnTo>
                    <a:pt x="446697" y="553199"/>
                  </a:lnTo>
                  <a:lnTo>
                    <a:pt x="446405" y="553491"/>
                  </a:lnTo>
                  <a:lnTo>
                    <a:pt x="459206" y="553491"/>
                  </a:lnTo>
                  <a:close/>
                </a:path>
                <a:path w="574675" h="553720">
                  <a:moveTo>
                    <a:pt x="463842" y="447509"/>
                  </a:moveTo>
                  <a:lnTo>
                    <a:pt x="458914" y="442556"/>
                  </a:lnTo>
                  <a:lnTo>
                    <a:pt x="446697" y="442556"/>
                  </a:lnTo>
                  <a:lnTo>
                    <a:pt x="441756" y="447509"/>
                  </a:lnTo>
                  <a:lnTo>
                    <a:pt x="441756" y="459740"/>
                  </a:lnTo>
                  <a:lnTo>
                    <a:pt x="446697" y="464680"/>
                  </a:lnTo>
                  <a:lnTo>
                    <a:pt x="458914" y="464680"/>
                  </a:lnTo>
                  <a:lnTo>
                    <a:pt x="463842" y="459740"/>
                  </a:lnTo>
                  <a:lnTo>
                    <a:pt x="463842" y="453618"/>
                  </a:lnTo>
                  <a:lnTo>
                    <a:pt x="463842" y="447509"/>
                  </a:lnTo>
                  <a:close/>
                </a:path>
                <a:path w="574675" h="553720">
                  <a:moveTo>
                    <a:pt x="463842" y="336867"/>
                  </a:moveTo>
                  <a:lnTo>
                    <a:pt x="458914" y="331914"/>
                  </a:lnTo>
                  <a:lnTo>
                    <a:pt x="446697" y="331914"/>
                  </a:lnTo>
                  <a:lnTo>
                    <a:pt x="441756" y="336867"/>
                  </a:lnTo>
                  <a:lnTo>
                    <a:pt x="441756" y="349097"/>
                  </a:lnTo>
                  <a:lnTo>
                    <a:pt x="446697" y="354050"/>
                  </a:lnTo>
                  <a:lnTo>
                    <a:pt x="458914" y="354050"/>
                  </a:lnTo>
                  <a:lnTo>
                    <a:pt x="463842" y="349097"/>
                  </a:lnTo>
                  <a:lnTo>
                    <a:pt x="463842" y="342988"/>
                  </a:lnTo>
                  <a:lnTo>
                    <a:pt x="463842" y="336867"/>
                  </a:lnTo>
                  <a:close/>
                </a:path>
                <a:path w="574675" h="553720">
                  <a:moveTo>
                    <a:pt x="463842" y="226225"/>
                  </a:moveTo>
                  <a:lnTo>
                    <a:pt x="458914" y="221284"/>
                  </a:lnTo>
                  <a:lnTo>
                    <a:pt x="446697" y="221284"/>
                  </a:lnTo>
                  <a:lnTo>
                    <a:pt x="441756" y="226225"/>
                  </a:lnTo>
                  <a:lnTo>
                    <a:pt x="441756" y="238455"/>
                  </a:lnTo>
                  <a:lnTo>
                    <a:pt x="446697" y="243408"/>
                  </a:lnTo>
                  <a:lnTo>
                    <a:pt x="458914" y="243408"/>
                  </a:lnTo>
                  <a:lnTo>
                    <a:pt x="463842" y="238455"/>
                  </a:lnTo>
                  <a:lnTo>
                    <a:pt x="463842" y="232346"/>
                  </a:lnTo>
                  <a:lnTo>
                    <a:pt x="463842" y="226225"/>
                  </a:lnTo>
                  <a:close/>
                </a:path>
                <a:path w="574675" h="553720">
                  <a:moveTo>
                    <a:pt x="463842" y="115595"/>
                  </a:moveTo>
                  <a:lnTo>
                    <a:pt x="458914" y="110642"/>
                  </a:lnTo>
                  <a:lnTo>
                    <a:pt x="446697" y="110642"/>
                  </a:lnTo>
                  <a:lnTo>
                    <a:pt x="441756" y="115595"/>
                  </a:lnTo>
                  <a:lnTo>
                    <a:pt x="441756" y="127825"/>
                  </a:lnTo>
                  <a:lnTo>
                    <a:pt x="446697" y="132765"/>
                  </a:lnTo>
                  <a:lnTo>
                    <a:pt x="458914" y="132765"/>
                  </a:lnTo>
                  <a:lnTo>
                    <a:pt x="463842" y="127825"/>
                  </a:lnTo>
                  <a:lnTo>
                    <a:pt x="463842" y="121704"/>
                  </a:lnTo>
                  <a:lnTo>
                    <a:pt x="463842" y="115595"/>
                  </a:lnTo>
                  <a:close/>
                </a:path>
                <a:path w="574675" h="553720">
                  <a:moveTo>
                    <a:pt x="463842" y="4953"/>
                  </a:moveTo>
                  <a:lnTo>
                    <a:pt x="458914" y="0"/>
                  </a:lnTo>
                  <a:lnTo>
                    <a:pt x="446697" y="0"/>
                  </a:lnTo>
                  <a:lnTo>
                    <a:pt x="441756" y="4953"/>
                  </a:lnTo>
                  <a:lnTo>
                    <a:pt x="441756" y="17183"/>
                  </a:lnTo>
                  <a:lnTo>
                    <a:pt x="446697" y="22136"/>
                  </a:lnTo>
                  <a:lnTo>
                    <a:pt x="458914" y="22136"/>
                  </a:lnTo>
                  <a:lnTo>
                    <a:pt x="463842" y="17183"/>
                  </a:lnTo>
                  <a:lnTo>
                    <a:pt x="463842" y="11061"/>
                  </a:lnTo>
                  <a:lnTo>
                    <a:pt x="463842" y="4953"/>
                  </a:lnTo>
                  <a:close/>
                </a:path>
                <a:path w="574675" h="553720">
                  <a:moveTo>
                    <a:pt x="569645" y="553491"/>
                  </a:moveTo>
                  <a:lnTo>
                    <a:pt x="569353" y="553199"/>
                  </a:lnTo>
                  <a:lnTo>
                    <a:pt x="557136" y="553199"/>
                  </a:lnTo>
                  <a:lnTo>
                    <a:pt x="556844" y="553491"/>
                  </a:lnTo>
                  <a:lnTo>
                    <a:pt x="569645" y="553491"/>
                  </a:lnTo>
                  <a:close/>
                </a:path>
                <a:path w="574675" h="553720">
                  <a:moveTo>
                    <a:pt x="574281" y="447509"/>
                  </a:moveTo>
                  <a:lnTo>
                    <a:pt x="569353" y="442556"/>
                  </a:lnTo>
                  <a:lnTo>
                    <a:pt x="557136" y="442556"/>
                  </a:lnTo>
                  <a:lnTo>
                    <a:pt x="552196" y="447509"/>
                  </a:lnTo>
                  <a:lnTo>
                    <a:pt x="552196" y="459740"/>
                  </a:lnTo>
                  <a:lnTo>
                    <a:pt x="557136" y="464680"/>
                  </a:lnTo>
                  <a:lnTo>
                    <a:pt x="569353" y="464680"/>
                  </a:lnTo>
                  <a:lnTo>
                    <a:pt x="574281" y="459740"/>
                  </a:lnTo>
                  <a:lnTo>
                    <a:pt x="574281" y="453618"/>
                  </a:lnTo>
                  <a:lnTo>
                    <a:pt x="574281" y="447509"/>
                  </a:lnTo>
                  <a:close/>
                </a:path>
                <a:path w="574675" h="553720">
                  <a:moveTo>
                    <a:pt x="574281" y="336867"/>
                  </a:moveTo>
                  <a:lnTo>
                    <a:pt x="569353" y="331914"/>
                  </a:lnTo>
                  <a:lnTo>
                    <a:pt x="557136" y="331914"/>
                  </a:lnTo>
                  <a:lnTo>
                    <a:pt x="552196" y="336867"/>
                  </a:lnTo>
                  <a:lnTo>
                    <a:pt x="552196" y="349097"/>
                  </a:lnTo>
                  <a:lnTo>
                    <a:pt x="557136" y="354050"/>
                  </a:lnTo>
                  <a:lnTo>
                    <a:pt x="569353" y="354050"/>
                  </a:lnTo>
                  <a:lnTo>
                    <a:pt x="574281" y="349097"/>
                  </a:lnTo>
                  <a:lnTo>
                    <a:pt x="574281" y="342988"/>
                  </a:lnTo>
                  <a:lnTo>
                    <a:pt x="574281" y="336867"/>
                  </a:lnTo>
                  <a:close/>
                </a:path>
                <a:path w="574675" h="553720">
                  <a:moveTo>
                    <a:pt x="574281" y="226225"/>
                  </a:moveTo>
                  <a:lnTo>
                    <a:pt x="569353" y="221284"/>
                  </a:lnTo>
                  <a:lnTo>
                    <a:pt x="557136" y="221284"/>
                  </a:lnTo>
                  <a:lnTo>
                    <a:pt x="552196" y="226225"/>
                  </a:lnTo>
                  <a:lnTo>
                    <a:pt x="552196" y="238455"/>
                  </a:lnTo>
                  <a:lnTo>
                    <a:pt x="557136" y="243408"/>
                  </a:lnTo>
                  <a:lnTo>
                    <a:pt x="569353" y="243408"/>
                  </a:lnTo>
                  <a:lnTo>
                    <a:pt x="574281" y="238455"/>
                  </a:lnTo>
                  <a:lnTo>
                    <a:pt x="574281" y="232346"/>
                  </a:lnTo>
                  <a:lnTo>
                    <a:pt x="574281" y="226225"/>
                  </a:lnTo>
                  <a:close/>
                </a:path>
                <a:path w="574675" h="553720">
                  <a:moveTo>
                    <a:pt x="574281" y="115595"/>
                  </a:moveTo>
                  <a:lnTo>
                    <a:pt x="569353" y="110642"/>
                  </a:lnTo>
                  <a:lnTo>
                    <a:pt x="557136" y="110642"/>
                  </a:lnTo>
                  <a:lnTo>
                    <a:pt x="552196" y="115595"/>
                  </a:lnTo>
                  <a:lnTo>
                    <a:pt x="552196" y="127825"/>
                  </a:lnTo>
                  <a:lnTo>
                    <a:pt x="557136" y="132765"/>
                  </a:lnTo>
                  <a:lnTo>
                    <a:pt x="569353" y="132765"/>
                  </a:lnTo>
                  <a:lnTo>
                    <a:pt x="574281" y="127825"/>
                  </a:lnTo>
                  <a:lnTo>
                    <a:pt x="574281" y="121704"/>
                  </a:lnTo>
                  <a:lnTo>
                    <a:pt x="574281" y="115595"/>
                  </a:lnTo>
                  <a:close/>
                </a:path>
                <a:path w="574675" h="553720">
                  <a:moveTo>
                    <a:pt x="574281" y="4953"/>
                  </a:moveTo>
                  <a:lnTo>
                    <a:pt x="569353" y="0"/>
                  </a:lnTo>
                  <a:lnTo>
                    <a:pt x="557136" y="0"/>
                  </a:lnTo>
                  <a:lnTo>
                    <a:pt x="552196" y="4953"/>
                  </a:lnTo>
                  <a:lnTo>
                    <a:pt x="552196" y="17183"/>
                  </a:lnTo>
                  <a:lnTo>
                    <a:pt x="557136" y="22136"/>
                  </a:lnTo>
                  <a:lnTo>
                    <a:pt x="569353" y="22136"/>
                  </a:lnTo>
                  <a:lnTo>
                    <a:pt x="574281" y="17183"/>
                  </a:lnTo>
                  <a:lnTo>
                    <a:pt x="574281" y="11061"/>
                  </a:lnTo>
                  <a:lnTo>
                    <a:pt x="574281" y="4953"/>
                  </a:lnTo>
                  <a:close/>
                </a:path>
              </a:pathLst>
            </a:custGeom>
            <a:solidFill>
              <a:srgbClr val="FBFB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/>
          <p:nvPr/>
        </p:nvSpPr>
        <p:spPr>
          <a:xfrm>
            <a:off x="17297041" y="0"/>
            <a:ext cx="991235" cy="1627505"/>
          </a:xfrm>
          <a:custGeom>
            <a:avLst/>
            <a:gdLst/>
            <a:ahLst/>
            <a:cxnLst/>
            <a:rect l="l" t="t" r="r" b="b"/>
            <a:pathLst>
              <a:path w="991234" h="1627505">
                <a:moveTo>
                  <a:pt x="990906" y="490545"/>
                </a:moveTo>
                <a:lnTo>
                  <a:pt x="733809" y="765835"/>
                </a:lnTo>
                <a:lnTo>
                  <a:pt x="694055" y="809991"/>
                </a:lnTo>
                <a:lnTo>
                  <a:pt x="655455" y="855227"/>
                </a:lnTo>
                <a:lnTo>
                  <a:pt x="642369" y="886677"/>
                </a:lnTo>
                <a:lnTo>
                  <a:pt x="642316" y="890860"/>
                </a:lnTo>
                <a:lnTo>
                  <a:pt x="648908" y="903643"/>
                </a:lnTo>
                <a:lnTo>
                  <a:pt x="660051" y="912393"/>
                </a:lnTo>
                <a:lnTo>
                  <a:pt x="672477" y="914934"/>
                </a:lnTo>
                <a:lnTo>
                  <a:pt x="685479" y="913095"/>
                </a:lnTo>
                <a:lnTo>
                  <a:pt x="730117" y="892665"/>
                </a:lnTo>
                <a:lnTo>
                  <a:pt x="917924" y="782503"/>
                </a:lnTo>
                <a:lnTo>
                  <a:pt x="791981" y="782503"/>
                </a:lnTo>
                <a:lnTo>
                  <a:pt x="981618" y="580980"/>
                </a:lnTo>
                <a:lnTo>
                  <a:pt x="990906" y="571003"/>
                </a:lnTo>
                <a:lnTo>
                  <a:pt x="990906" y="490545"/>
                </a:lnTo>
                <a:close/>
              </a:path>
              <a:path w="991234" h="1627505">
                <a:moveTo>
                  <a:pt x="990906" y="678758"/>
                </a:moveTo>
                <a:lnTo>
                  <a:pt x="970134" y="690398"/>
                </a:lnTo>
                <a:lnTo>
                  <a:pt x="842564" y="763653"/>
                </a:lnTo>
                <a:lnTo>
                  <a:pt x="832701" y="769995"/>
                </a:lnTo>
                <a:lnTo>
                  <a:pt x="821829" y="776519"/>
                </a:lnTo>
                <a:lnTo>
                  <a:pt x="808678" y="781323"/>
                </a:lnTo>
                <a:lnTo>
                  <a:pt x="791981" y="782503"/>
                </a:lnTo>
                <a:lnTo>
                  <a:pt x="917924" y="782503"/>
                </a:lnTo>
                <a:lnTo>
                  <a:pt x="990906" y="740596"/>
                </a:lnTo>
                <a:lnTo>
                  <a:pt x="990906" y="678758"/>
                </a:lnTo>
                <a:close/>
              </a:path>
              <a:path w="991234" h="1627505">
                <a:moveTo>
                  <a:pt x="946433" y="0"/>
                </a:moveTo>
                <a:lnTo>
                  <a:pt x="867305" y="0"/>
                </a:lnTo>
                <a:lnTo>
                  <a:pt x="412866" y="431804"/>
                </a:lnTo>
                <a:lnTo>
                  <a:pt x="240064" y="600744"/>
                </a:lnTo>
                <a:lnTo>
                  <a:pt x="199359" y="644057"/>
                </a:lnTo>
                <a:lnTo>
                  <a:pt x="160796" y="689342"/>
                </a:lnTo>
                <a:lnTo>
                  <a:pt x="146819" y="714765"/>
                </a:lnTo>
                <a:lnTo>
                  <a:pt x="147181" y="728630"/>
                </a:lnTo>
                <a:lnTo>
                  <a:pt x="155381" y="742867"/>
                </a:lnTo>
                <a:lnTo>
                  <a:pt x="167053" y="751478"/>
                </a:lnTo>
                <a:lnTo>
                  <a:pt x="179490" y="753675"/>
                </a:lnTo>
                <a:lnTo>
                  <a:pt x="192161" y="751176"/>
                </a:lnTo>
                <a:lnTo>
                  <a:pt x="228096" y="733034"/>
                </a:lnTo>
                <a:lnTo>
                  <a:pt x="274590" y="706595"/>
                </a:lnTo>
                <a:lnTo>
                  <a:pt x="421680" y="612848"/>
                </a:lnTo>
                <a:lnTo>
                  <a:pt x="310940" y="612848"/>
                </a:lnTo>
                <a:lnTo>
                  <a:pt x="324014" y="593765"/>
                </a:lnTo>
                <a:lnTo>
                  <a:pt x="337958" y="578049"/>
                </a:lnTo>
                <a:lnTo>
                  <a:pt x="352214" y="564380"/>
                </a:lnTo>
                <a:lnTo>
                  <a:pt x="366225" y="551435"/>
                </a:lnTo>
                <a:lnTo>
                  <a:pt x="946433" y="0"/>
                </a:lnTo>
                <a:close/>
              </a:path>
              <a:path w="991234" h="1627505">
                <a:moveTo>
                  <a:pt x="990906" y="196759"/>
                </a:moveTo>
                <a:lnTo>
                  <a:pt x="944423" y="223260"/>
                </a:lnTo>
                <a:lnTo>
                  <a:pt x="899442" y="249403"/>
                </a:lnTo>
                <a:lnTo>
                  <a:pt x="810071" y="302658"/>
                </a:lnTo>
                <a:lnTo>
                  <a:pt x="721380" y="357021"/>
                </a:lnTo>
                <a:lnTo>
                  <a:pt x="633235" y="412274"/>
                </a:lnTo>
                <a:lnTo>
                  <a:pt x="370748" y="581199"/>
                </a:lnTo>
                <a:lnTo>
                  <a:pt x="357863" y="590065"/>
                </a:lnTo>
                <a:lnTo>
                  <a:pt x="344348" y="599107"/>
                </a:lnTo>
                <a:lnTo>
                  <a:pt x="329081" y="607108"/>
                </a:lnTo>
                <a:lnTo>
                  <a:pt x="310940" y="612848"/>
                </a:lnTo>
                <a:lnTo>
                  <a:pt x="421680" y="612848"/>
                </a:lnTo>
                <a:lnTo>
                  <a:pt x="722949" y="419978"/>
                </a:lnTo>
                <a:lnTo>
                  <a:pt x="811924" y="364552"/>
                </a:lnTo>
                <a:lnTo>
                  <a:pt x="856657" y="337245"/>
                </a:lnTo>
                <a:lnTo>
                  <a:pt x="901586" y="310269"/>
                </a:lnTo>
                <a:lnTo>
                  <a:pt x="946736" y="283670"/>
                </a:lnTo>
                <a:lnTo>
                  <a:pt x="990906" y="258198"/>
                </a:lnTo>
                <a:lnTo>
                  <a:pt x="990906" y="196759"/>
                </a:lnTo>
                <a:close/>
              </a:path>
              <a:path w="991234" h="1627505">
                <a:moveTo>
                  <a:pt x="22695" y="124867"/>
                </a:moveTo>
                <a:lnTo>
                  <a:pt x="11447" y="129301"/>
                </a:lnTo>
                <a:lnTo>
                  <a:pt x="2999" y="140088"/>
                </a:lnTo>
                <a:lnTo>
                  <a:pt x="0" y="154731"/>
                </a:lnTo>
                <a:lnTo>
                  <a:pt x="2871" y="168652"/>
                </a:lnTo>
                <a:lnTo>
                  <a:pt x="47377" y="195365"/>
                </a:lnTo>
                <a:lnTo>
                  <a:pt x="61511" y="195365"/>
                </a:lnTo>
                <a:lnTo>
                  <a:pt x="76131" y="193529"/>
                </a:lnTo>
                <a:lnTo>
                  <a:pt x="135707" y="178309"/>
                </a:lnTo>
                <a:lnTo>
                  <a:pt x="179533" y="163327"/>
                </a:lnTo>
                <a:lnTo>
                  <a:pt x="222580" y="146319"/>
                </a:lnTo>
                <a:lnTo>
                  <a:pt x="228264" y="143879"/>
                </a:lnTo>
                <a:lnTo>
                  <a:pt x="76195" y="143879"/>
                </a:lnTo>
                <a:lnTo>
                  <a:pt x="55482" y="142287"/>
                </a:lnTo>
                <a:lnTo>
                  <a:pt x="34069" y="129301"/>
                </a:lnTo>
                <a:lnTo>
                  <a:pt x="22695" y="124867"/>
                </a:lnTo>
                <a:close/>
              </a:path>
              <a:path w="991234" h="1627505">
                <a:moveTo>
                  <a:pt x="549270" y="0"/>
                </a:moveTo>
                <a:lnTo>
                  <a:pt x="419907" y="0"/>
                </a:lnTo>
                <a:lnTo>
                  <a:pt x="264760" y="70945"/>
                </a:lnTo>
                <a:lnTo>
                  <a:pt x="228068" y="87094"/>
                </a:lnTo>
                <a:lnTo>
                  <a:pt x="191042" y="102507"/>
                </a:lnTo>
                <a:lnTo>
                  <a:pt x="153725" y="117196"/>
                </a:lnTo>
                <a:lnTo>
                  <a:pt x="96360" y="138644"/>
                </a:lnTo>
                <a:lnTo>
                  <a:pt x="76195" y="143879"/>
                </a:lnTo>
                <a:lnTo>
                  <a:pt x="228264" y="143879"/>
                </a:lnTo>
                <a:lnTo>
                  <a:pt x="265136" y="128052"/>
                </a:lnTo>
                <a:lnTo>
                  <a:pt x="549270" y="0"/>
                </a:lnTo>
                <a:close/>
              </a:path>
              <a:path w="991234" h="1627505">
                <a:moveTo>
                  <a:pt x="990906" y="967948"/>
                </a:moveTo>
                <a:lnTo>
                  <a:pt x="966587" y="997827"/>
                </a:lnTo>
                <a:lnTo>
                  <a:pt x="909265" y="1070023"/>
                </a:lnTo>
                <a:lnTo>
                  <a:pt x="885743" y="1107777"/>
                </a:lnTo>
                <a:lnTo>
                  <a:pt x="879362" y="1144872"/>
                </a:lnTo>
                <a:lnTo>
                  <a:pt x="886342" y="1161681"/>
                </a:lnTo>
                <a:lnTo>
                  <a:pt x="901411" y="1171897"/>
                </a:lnTo>
                <a:lnTo>
                  <a:pt x="923994" y="1174976"/>
                </a:lnTo>
                <a:lnTo>
                  <a:pt x="937505" y="1173521"/>
                </a:lnTo>
                <a:lnTo>
                  <a:pt x="975024" y="1160035"/>
                </a:lnTo>
                <a:lnTo>
                  <a:pt x="990906" y="1100177"/>
                </a:lnTo>
                <a:lnTo>
                  <a:pt x="971904" y="1100177"/>
                </a:lnTo>
                <a:lnTo>
                  <a:pt x="953402" y="1098647"/>
                </a:lnTo>
                <a:lnTo>
                  <a:pt x="987465" y="1055489"/>
                </a:lnTo>
                <a:lnTo>
                  <a:pt x="990906" y="1051196"/>
                </a:lnTo>
                <a:lnTo>
                  <a:pt x="990906" y="967948"/>
                </a:lnTo>
                <a:close/>
              </a:path>
              <a:path w="991234" h="1627505">
                <a:moveTo>
                  <a:pt x="990906" y="1094177"/>
                </a:moveTo>
                <a:lnTo>
                  <a:pt x="986970" y="1096228"/>
                </a:lnTo>
                <a:lnTo>
                  <a:pt x="971904" y="1100177"/>
                </a:lnTo>
                <a:lnTo>
                  <a:pt x="990906" y="1100177"/>
                </a:lnTo>
                <a:lnTo>
                  <a:pt x="990906" y="1094177"/>
                </a:lnTo>
                <a:close/>
              </a:path>
              <a:path w="991234" h="1627505">
                <a:moveTo>
                  <a:pt x="990906" y="1508824"/>
                </a:moveTo>
                <a:lnTo>
                  <a:pt x="955990" y="1545209"/>
                </a:lnTo>
                <a:lnTo>
                  <a:pt x="922160" y="1586611"/>
                </a:lnTo>
                <a:lnTo>
                  <a:pt x="916419" y="1602974"/>
                </a:lnTo>
                <a:lnTo>
                  <a:pt x="918228" y="1610780"/>
                </a:lnTo>
                <a:lnTo>
                  <a:pt x="918352" y="1611314"/>
                </a:lnTo>
                <a:lnTo>
                  <a:pt x="923846" y="1619114"/>
                </a:lnTo>
                <a:lnTo>
                  <a:pt x="932979" y="1625479"/>
                </a:lnTo>
                <a:lnTo>
                  <a:pt x="942387" y="1627135"/>
                </a:lnTo>
                <a:lnTo>
                  <a:pt x="951860" y="1624839"/>
                </a:lnTo>
                <a:lnTo>
                  <a:pt x="961188" y="1619352"/>
                </a:lnTo>
                <a:lnTo>
                  <a:pt x="965900" y="1615840"/>
                </a:lnTo>
                <a:lnTo>
                  <a:pt x="969421" y="1610780"/>
                </a:lnTo>
                <a:lnTo>
                  <a:pt x="990906" y="1587717"/>
                </a:lnTo>
                <a:lnTo>
                  <a:pt x="990906" y="1508824"/>
                </a:lnTo>
                <a:close/>
              </a:path>
            </a:pathLst>
          </a:custGeom>
          <a:solidFill>
            <a:srgbClr val="04ABC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24604" y="8085846"/>
            <a:ext cx="339615" cy="33782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56494" y="8196591"/>
            <a:ext cx="339606" cy="337820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1009108" y="392164"/>
            <a:ext cx="13335" cy="536575"/>
          </a:xfrm>
          <a:custGeom>
            <a:avLst/>
            <a:gdLst/>
            <a:ahLst/>
            <a:cxnLst/>
            <a:rect l="l" t="t" r="r" b="b"/>
            <a:pathLst>
              <a:path w="13334" h="536575">
                <a:moveTo>
                  <a:pt x="12864" y="0"/>
                </a:moveTo>
                <a:lnTo>
                  <a:pt x="0" y="0"/>
                </a:lnTo>
                <a:lnTo>
                  <a:pt x="0" y="536202"/>
                </a:lnTo>
                <a:lnTo>
                  <a:pt x="12864" y="536202"/>
                </a:lnTo>
                <a:lnTo>
                  <a:pt x="12864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1661" y="534419"/>
            <a:ext cx="1009376" cy="266384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652747" y="444188"/>
            <a:ext cx="263525" cy="452755"/>
          </a:xfrm>
          <a:custGeom>
            <a:avLst/>
            <a:gdLst/>
            <a:ahLst/>
            <a:cxnLst/>
            <a:rect l="l" t="t" r="r" b="b"/>
            <a:pathLst>
              <a:path w="263525" h="452755">
                <a:moveTo>
                  <a:pt x="132977" y="206963"/>
                </a:moveTo>
                <a:lnTo>
                  <a:pt x="123364" y="210579"/>
                </a:lnTo>
                <a:lnTo>
                  <a:pt x="119459" y="214194"/>
                </a:lnTo>
                <a:lnTo>
                  <a:pt x="117356" y="218713"/>
                </a:lnTo>
                <a:lnTo>
                  <a:pt x="114052" y="225943"/>
                </a:lnTo>
                <a:lnTo>
                  <a:pt x="115387" y="233173"/>
                </a:lnTo>
                <a:lnTo>
                  <a:pt x="115498" y="233776"/>
                </a:lnTo>
                <a:lnTo>
                  <a:pt x="115554" y="234077"/>
                </a:lnTo>
                <a:lnTo>
                  <a:pt x="120661" y="239500"/>
                </a:lnTo>
                <a:lnTo>
                  <a:pt x="93727" y="288404"/>
                </a:lnTo>
                <a:lnTo>
                  <a:pt x="73271" y="334963"/>
                </a:lnTo>
                <a:lnTo>
                  <a:pt x="59912" y="377399"/>
                </a:lnTo>
                <a:lnTo>
                  <a:pt x="54270" y="413932"/>
                </a:lnTo>
                <a:lnTo>
                  <a:pt x="47962" y="414836"/>
                </a:lnTo>
                <a:lnTo>
                  <a:pt x="42554" y="418753"/>
                </a:lnTo>
                <a:lnTo>
                  <a:pt x="39550" y="424778"/>
                </a:lnTo>
                <a:lnTo>
                  <a:pt x="37801" y="432008"/>
                </a:lnTo>
                <a:lnTo>
                  <a:pt x="37752" y="432211"/>
                </a:lnTo>
                <a:lnTo>
                  <a:pt x="38912" y="439502"/>
                </a:lnTo>
                <a:lnTo>
                  <a:pt x="42719" y="445834"/>
                </a:lnTo>
                <a:lnTo>
                  <a:pt x="48863" y="450386"/>
                </a:lnTo>
                <a:lnTo>
                  <a:pt x="49163" y="450687"/>
                </a:lnTo>
                <a:lnTo>
                  <a:pt x="49764" y="450687"/>
                </a:lnTo>
                <a:lnTo>
                  <a:pt x="50065" y="450988"/>
                </a:lnTo>
                <a:lnTo>
                  <a:pt x="57204" y="452273"/>
                </a:lnTo>
                <a:lnTo>
                  <a:pt x="63585" y="450988"/>
                </a:lnTo>
                <a:lnTo>
                  <a:pt x="63970" y="450988"/>
                </a:lnTo>
                <a:lnTo>
                  <a:pt x="70131" y="447048"/>
                </a:lnTo>
                <a:lnTo>
                  <a:pt x="73969" y="441649"/>
                </a:lnTo>
                <a:lnTo>
                  <a:pt x="57575" y="441649"/>
                </a:lnTo>
                <a:lnTo>
                  <a:pt x="49764" y="438034"/>
                </a:lnTo>
                <a:lnTo>
                  <a:pt x="47962" y="433214"/>
                </a:lnTo>
                <a:lnTo>
                  <a:pt x="51567" y="425380"/>
                </a:lnTo>
                <a:lnTo>
                  <a:pt x="55772" y="423874"/>
                </a:lnTo>
                <a:lnTo>
                  <a:pt x="73439" y="423874"/>
                </a:lnTo>
                <a:lnTo>
                  <a:pt x="71314" y="420245"/>
                </a:lnTo>
                <a:lnTo>
                  <a:pt x="65385" y="415740"/>
                </a:lnTo>
                <a:lnTo>
                  <a:pt x="67235" y="397706"/>
                </a:lnTo>
                <a:lnTo>
                  <a:pt x="71394" y="377668"/>
                </a:lnTo>
                <a:lnTo>
                  <a:pt x="77805" y="355878"/>
                </a:lnTo>
                <a:lnTo>
                  <a:pt x="86364" y="332727"/>
                </a:lnTo>
                <a:lnTo>
                  <a:pt x="86414" y="332591"/>
                </a:lnTo>
                <a:lnTo>
                  <a:pt x="121265" y="332591"/>
                </a:lnTo>
                <a:lnTo>
                  <a:pt x="150937" y="322047"/>
                </a:lnTo>
                <a:lnTo>
                  <a:pt x="90620" y="322047"/>
                </a:lnTo>
                <a:lnTo>
                  <a:pt x="99012" y="303524"/>
                </a:lnTo>
                <a:lnTo>
                  <a:pt x="108304" y="284807"/>
                </a:lnTo>
                <a:lnTo>
                  <a:pt x="118839" y="265235"/>
                </a:lnTo>
                <a:lnTo>
                  <a:pt x="130274" y="245525"/>
                </a:lnTo>
                <a:lnTo>
                  <a:pt x="138351" y="245525"/>
                </a:lnTo>
                <a:lnTo>
                  <a:pt x="143041" y="244207"/>
                </a:lnTo>
                <a:lnTo>
                  <a:pt x="148355" y="240484"/>
                </a:lnTo>
                <a:lnTo>
                  <a:pt x="152204" y="234981"/>
                </a:lnTo>
                <a:lnTo>
                  <a:pt x="152276" y="234680"/>
                </a:lnTo>
                <a:lnTo>
                  <a:pt x="133278" y="234680"/>
                </a:lnTo>
                <a:lnTo>
                  <a:pt x="131475" y="233776"/>
                </a:lnTo>
                <a:lnTo>
                  <a:pt x="127570" y="231968"/>
                </a:lnTo>
                <a:lnTo>
                  <a:pt x="125768" y="227148"/>
                </a:lnTo>
                <a:lnTo>
                  <a:pt x="127570" y="223232"/>
                </a:lnTo>
                <a:lnTo>
                  <a:pt x="128471" y="221123"/>
                </a:lnTo>
                <a:lnTo>
                  <a:pt x="129973" y="219918"/>
                </a:lnTo>
                <a:lnTo>
                  <a:pt x="132076" y="219014"/>
                </a:lnTo>
                <a:lnTo>
                  <a:pt x="133879" y="218412"/>
                </a:lnTo>
                <a:lnTo>
                  <a:pt x="151732" y="218412"/>
                </a:lnTo>
                <a:lnTo>
                  <a:pt x="149035" y="213926"/>
                </a:lnTo>
                <a:lnTo>
                  <a:pt x="142891" y="209374"/>
                </a:lnTo>
                <a:lnTo>
                  <a:pt x="138632" y="207380"/>
                </a:lnTo>
                <a:lnTo>
                  <a:pt x="140458" y="207380"/>
                </a:lnTo>
                <a:lnTo>
                  <a:pt x="132977" y="206963"/>
                </a:lnTo>
                <a:close/>
              </a:path>
              <a:path w="263525" h="452755">
                <a:moveTo>
                  <a:pt x="73439" y="423874"/>
                </a:moveTo>
                <a:lnTo>
                  <a:pt x="55772" y="423874"/>
                </a:lnTo>
                <a:lnTo>
                  <a:pt x="59678" y="425079"/>
                </a:lnTo>
                <a:lnTo>
                  <a:pt x="59978" y="425079"/>
                </a:lnTo>
                <a:lnTo>
                  <a:pt x="60278" y="425380"/>
                </a:lnTo>
                <a:lnTo>
                  <a:pt x="64184" y="427188"/>
                </a:lnTo>
                <a:lnTo>
                  <a:pt x="65986" y="432009"/>
                </a:lnTo>
                <a:lnTo>
                  <a:pt x="62381" y="439841"/>
                </a:lnTo>
                <a:lnTo>
                  <a:pt x="57575" y="441649"/>
                </a:lnTo>
                <a:lnTo>
                  <a:pt x="73969" y="441649"/>
                </a:lnTo>
                <a:lnTo>
                  <a:pt x="74398" y="441047"/>
                </a:lnTo>
                <a:lnTo>
                  <a:pt x="76073" y="433661"/>
                </a:lnTo>
                <a:lnTo>
                  <a:pt x="75072" y="427188"/>
                </a:lnTo>
                <a:lnTo>
                  <a:pt x="74961" y="426473"/>
                </a:lnTo>
                <a:lnTo>
                  <a:pt x="73439" y="423874"/>
                </a:lnTo>
                <a:close/>
              </a:path>
              <a:path w="263525" h="452755">
                <a:moveTo>
                  <a:pt x="121265" y="332591"/>
                </a:moveTo>
                <a:lnTo>
                  <a:pt x="86414" y="332591"/>
                </a:lnTo>
                <a:lnTo>
                  <a:pt x="120881" y="332727"/>
                </a:lnTo>
                <a:lnTo>
                  <a:pt x="121265" y="332591"/>
                </a:lnTo>
                <a:close/>
              </a:path>
              <a:path w="263525" h="452755">
                <a:moveTo>
                  <a:pt x="223750" y="26812"/>
                </a:moveTo>
                <a:lnTo>
                  <a:pt x="210783" y="26812"/>
                </a:lnTo>
                <a:lnTo>
                  <a:pt x="242184" y="89793"/>
                </a:lnTo>
                <a:lnTo>
                  <a:pt x="251826" y="145210"/>
                </a:lnTo>
                <a:lnTo>
                  <a:pt x="246532" y="190897"/>
                </a:lnTo>
                <a:lnTo>
                  <a:pt x="246429" y="191791"/>
                </a:lnTo>
                <a:lnTo>
                  <a:pt x="232711" y="228265"/>
                </a:lnTo>
                <a:lnTo>
                  <a:pt x="188544" y="284808"/>
                </a:lnTo>
                <a:lnTo>
                  <a:pt x="155358" y="307925"/>
                </a:lnTo>
                <a:lnTo>
                  <a:pt x="90620" y="322047"/>
                </a:lnTo>
                <a:lnTo>
                  <a:pt x="150937" y="322047"/>
                </a:lnTo>
                <a:lnTo>
                  <a:pt x="194772" y="294589"/>
                </a:lnTo>
                <a:lnTo>
                  <a:pt x="226705" y="259986"/>
                </a:lnTo>
                <a:lnTo>
                  <a:pt x="253704" y="207380"/>
                </a:lnTo>
                <a:lnTo>
                  <a:pt x="263160" y="152242"/>
                </a:lnTo>
                <a:lnTo>
                  <a:pt x="263275" y="150933"/>
                </a:lnTo>
                <a:lnTo>
                  <a:pt x="251038" y="80174"/>
                </a:lnTo>
                <a:lnTo>
                  <a:pt x="235389" y="45260"/>
                </a:lnTo>
                <a:lnTo>
                  <a:pt x="223750" y="26812"/>
                </a:lnTo>
                <a:close/>
              </a:path>
              <a:path w="263525" h="452755">
                <a:moveTo>
                  <a:pt x="205977" y="0"/>
                </a:moveTo>
                <a:lnTo>
                  <a:pt x="172894" y="54378"/>
                </a:lnTo>
                <a:lnTo>
                  <a:pt x="88545" y="100725"/>
                </a:lnTo>
                <a:lnTo>
                  <a:pt x="61555" y="116815"/>
                </a:lnTo>
                <a:lnTo>
                  <a:pt x="20024" y="158766"/>
                </a:lnTo>
                <a:lnTo>
                  <a:pt x="272" y="216192"/>
                </a:lnTo>
                <a:lnTo>
                  <a:pt x="251" y="218411"/>
                </a:lnTo>
                <a:lnTo>
                  <a:pt x="125" y="231667"/>
                </a:lnTo>
                <a:lnTo>
                  <a:pt x="6205" y="272036"/>
                </a:lnTo>
                <a:lnTo>
                  <a:pt x="33960" y="310758"/>
                </a:lnTo>
                <a:lnTo>
                  <a:pt x="46460" y="317528"/>
                </a:lnTo>
                <a:lnTo>
                  <a:pt x="46760" y="317829"/>
                </a:lnTo>
                <a:lnTo>
                  <a:pt x="47361" y="317829"/>
                </a:lnTo>
                <a:lnTo>
                  <a:pt x="47661" y="318130"/>
                </a:lnTo>
                <a:lnTo>
                  <a:pt x="53069" y="319938"/>
                </a:lnTo>
                <a:lnTo>
                  <a:pt x="54871" y="314515"/>
                </a:lnTo>
                <a:lnTo>
                  <a:pt x="58767" y="305176"/>
                </a:lnTo>
                <a:lnTo>
                  <a:pt x="46159" y="305176"/>
                </a:lnTo>
                <a:lnTo>
                  <a:pt x="16719" y="268421"/>
                </a:lnTo>
                <a:lnTo>
                  <a:pt x="11130" y="244207"/>
                </a:lnTo>
                <a:lnTo>
                  <a:pt x="11239" y="225943"/>
                </a:lnTo>
                <a:lnTo>
                  <a:pt x="29637" y="164791"/>
                </a:lnTo>
                <a:lnTo>
                  <a:pt x="68878" y="126003"/>
                </a:lnTo>
                <a:lnTo>
                  <a:pt x="150246" y="82141"/>
                </a:lnTo>
                <a:lnTo>
                  <a:pt x="175898" y="66504"/>
                </a:lnTo>
                <a:lnTo>
                  <a:pt x="196763" y="48494"/>
                </a:lnTo>
                <a:lnTo>
                  <a:pt x="210783" y="26812"/>
                </a:lnTo>
                <a:lnTo>
                  <a:pt x="223750" y="26812"/>
                </a:lnTo>
                <a:lnTo>
                  <a:pt x="213487" y="10544"/>
                </a:lnTo>
                <a:lnTo>
                  <a:pt x="205977" y="0"/>
                </a:lnTo>
                <a:close/>
              </a:path>
              <a:path w="263525" h="452755">
                <a:moveTo>
                  <a:pt x="164807" y="113774"/>
                </a:moveTo>
                <a:lnTo>
                  <a:pt x="145653" y="132241"/>
                </a:lnTo>
                <a:lnTo>
                  <a:pt x="146195" y="137678"/>
                </a:lnTo>
                <a:lnTo>
                  <a:pt x="148899" y="142498"/>
                </a:lnTo>
                <a:lnTo>
                  <a:pt x="122285" y="170416"/>
                </a:lnTo>
                <a:lnTo>
                  <a:pt x="94150" y="209037"/>
                </a:lnTo>
                <a:lnTo>
                  <a:pt x="67704" y="255058"/>
                </a:lnTo>
                <a:lnTo>
                  <a:pt x="46159" y="305176"/>
                </a:lnTo>
                <a:lnTo>
                  <a:pt x="58767" y="305176"/>
                </a:lnTo>
                <a:lnTo>
                  <a:pt x="75947" y="263993"/>
                </a:lnTo>
                <a:lnTo>
                  <a:pt x="102486" y="217171"/>
                </a:lnTo>
                <a:lnTo>
                  <a:pt x="130828" y="177976"/>
                </a:lnTo>
                <a:lnTo>
                  <a:pt x="157311" y="150331"/>
                </a:lnTo>
                <a:lnTo>
                  <a:pt x="173810" y="150331"/>
                </a:lnTo>
                <a:lnTo>
                  <a:pt x="179470" y="146273"/>
                </a:lnTo>
                <a:lnTo>
                  <a:pt x="182338" y="141594"/>
                </a:lnTo>
                <a:lnTo>
                  <a:pt x="166924" y="141594"/>
                </a:lnTo>
                <a:lnTo>
                  <a:pt x="158512" y="138581"/>
                </a:lnTo>
                <a:lnTo>
                  <a:pt x="156710" y="134062"/>
                </a:lnTo>
                <a:lnTo>
                  <a:pt x="158212" y="129845"/>
                </a:lnTo>
                <a:lnTo>
                  <a:pt x="159598" y="126229"/>
                </a:lnTo>
                <a:lnTo>
                  <a:pt x="159685" y="126004"/>
                </a:lnTo>
                <a:lnTo>
                  <a:pt x="159553" y="126004"/>
                </a:lnTo>
                <a:lnTo>
                  <a:pt x="164220" y="123819"/>
                </a:lnTo>
                <a:lnTo>
                  <a:pt x="182185" y="123819"/>
                </a:lnTo>
                <a:lnTo>
                  <a:pt x="178799" y="119070"/>
                </a:lnTo>
                <a:lnTo>
                  <a:pt x="172430" y="115144"/>
                </a:lnTo>
                <a:lnTo>
                  <a:pt x="172683" y="115144"/>
                </a:lnTo>
                <a:lnTo>
                  <a:pt x="164807" y="113774"/>
                </a:lnTo>
                <a:close/>
              </a:path>
              <a:path w="263525" h="452755">
                <a:moveTo>
                  <a:pt x="138351" y="245525"/>
                </a:moveTo>
                <a:lnTo>
                  <a:pt x="130274" y="245525"/>
                </a:lnTo>
                <a:lnTo>
                  <a:pt x="136826" y="245954"/>
                </a:lnTo>
                <a:lnTo>
                  <a:pt x="138351" y="245525"/>
                </a:lnTo>
                <a:close/>
              </a:path>
              <a:path w="263525" h="452755">
                <a:moveTo>
                  <a:pt x="151732" y="218412"/>
                </a:moveTo>
                <a:lnTo>
                  <a:pt x="135681" y="218412"/>
                </a:lnTo>
                <a:lnTo>
                  <a:pt x="137484" y="219014"/>
                </a:lnTo>
                <a:lnTo>
                  <a:pt x="137784" y="219014"/>
                </a:lnTo>
                <a:lnTo>
                  <a:pt x="138084" y="219315"/>
                </a:lnTo>
                <a:lnTo>
                  <a:pt x="141990" y="221123"/>
                </a:lnTo>
                <a:lnTo>
                  <a:pt x="143792" y="225943"/>
                </a:lnTo>
                <a:lnTo>
                  <a:pt x="141990" y="229860"/>
                </a:lnTo>
                <a:lnTo>
                  <a:pt x="141088" y="231667"/>
                </a:lnTo>
                <a:lnTo>
                  <a:pt x="139586" y="233174"/>
                </a:lnTo>
                <a:lnTo>
                  <a:pt x="137484" y="234077"/>
                </a:lnTo>
                <a:lnTo>
                  <a:pt x="135381" y="234680"/>
                </a:lnTo>
                <a:lnTo>
                  <a:pt x="152276" y="234680"/>
                </a:lnTo>
                <a:lnTo>
                  <a:pt x="154001" y="227548"/>
                </a:lnTo>
                <a:lnTo>
                  <a:pt x="152842" y="220257"/>
                </a:lnTo>
                <a:lnTo>
                  <a:pt x="151732" y="218412"/>
                </a:lnTo>
                <a:close/>
              </a:path>
              <a:path w="263525" h="452755">
                <a:moveTo>
                  <a:pt x="173810" y="150331"/>
                </a:moveTo>
                <a:lnTo>
                  <a:pt x="157311" y="150331"/>
                </a:lnTo>
                <a:lnTo>
                  <a:pt x="158512" y="150933"/>
                </a:lnTo>
                <a:lnTo>
                  <a:pt x="158813" y="150933"/>
                </a:lnTo>
                <a:lnTo>
                  <a:pt x="166337" y="152242"/>
                </a:lnTo>
                <a:lnTo>
                  <a:pt x="173495" y="150557"/>
                </a:lnTo>
                <a:lnTo>
                  <a:pt x="173810" y="150331"/>
                </a:lnTo>
                <a:close/>
              </a:path>
              <a:path w="263525" h="452755">
                <a:moveTo>
                  <a:pt x="182185" y="123819"/>
                </a:moveTo>
                <a:lnTo>
                  <a:pt x="164220" y="123819"/>
                </a:lnTo>
                <a:lnTo>
                  <a:pt x="172631" y="126832"/>
                </a:lnTo>
                <a:lnTo>
                  <a:pt x="174434" y="131351"/>
                </a:lnTo>
                <a:lnTo>
                  <a:pt x="171430" y="139786"/>
                </a:lnTo>
                <a:lnTo>
                  <a:pt x="166924" y="141594"/>
                </a:lnTo>
                <a:lnTo>
                  <a:pt x="182338" y="141594"/>
                </a:lnTo>
                <a:lnTo>
                  <a:pt x="183446" y="139786"/>
                </a:lnTo>
                <a:lnTo>
                  <a:pt x="184751" y="132241"/>
                </a:lnTo>
                <a:lnTo>
                  <a:pt x="183132" y="125326"/>
                </a:lnTo>
                <a:lnTo>
                  <a:pt x="183071" y="125062"/>
                </a:lnTo>
                <a:lnTo>
                  <a:pt x="182185" y="123819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6276" rIns="0" bIns="0" rtlCol="0" vert="horz">
            <a:spAutoFit/>
          </a:bodyPr>
          <a:lstStyle/>
          <a:p>
            <a:pPr marL="2309495">
              <a:lnSpc>
                <a:spcPct val="100000"/>
              </a:lnSpc>
              <a:spcBef>
                <a:spcPts val="100"/>
              </a:spcBef>
            </a:pPr>
            <a:r>
              <a:rPr dirty="0" sz="6000" spc="-315"/>
              <a:t>Persona</a:t>
            </a:r>
            <a:r>
              <a:rPr dirty="0" sz="6000" spc="-950"/>
              <a:t> </a:t>
            </a:r>
            <a:r>
              <a:rPr dirty="0" sz="6000" spc="-270"/>
              <a:t>Analysis</a:t>
            </a:r>
            <a:endParaRPr sz="6000"/>
          </a:p>
        </p:txBody>
      </p:sp>
      <p:sp>
        <p:nvSpPr>
          <p:cNvPr id="25" name="object 25"/>
          <p:cNvSpPr txBox="1"/>
          <p:nvPr/>
        </p:nvSpPr>
        <p:spPr>
          <a:xfrm>
            <a:off x="12486513" y="4633086"/>
            <a:ext cx="4546600" cy="4527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13360">
              <a:lnSpc>
                <a:spcPct val="100000"/>
              </a:lnSpc>
              <a:spcBef>
                <a:spcPts val="100"/>
              </a:spcBef>
            </a:pPr>
            <a:r>
              <a:rPr dirty="0" sz="2400" spc="-125">
                <a:solidFill>
                  <a:srgbClr val="286081"/>
                </a:solidFill>
                <a:latin typeface="Arial Black"/>
                <a:cs typeface="Arial Black"/>
              </a:rPr>
              <a:t>Uzeyir</a:t>
            </a:r>
            <a:r>
              <a:rPr dirty="0" sz="2400" spc="-265">
                <a:solidFill>
                  <a:srgbClr val="286081"/>
                </a:solidFill>
                <a:latin typeface="Arial Black"/>
                <a:cs typeface="Arial Black"/>
              </a:rPr>
              <a:t> </a:t>
            </a:r>
            <a:r>
              <a:rPr dirty="0" sz="2400" spc="-10">
                <a:solidFill>
                  <a:srgbClr val="286081"/>
                </a:solidFill>
                <a:latin typeface="Arial Black"/>
                <a:cs typeface="Arial Black"/>
              </a:rPr>
              <a:t>Hajibeyov</a:t>
            </a:r>
            <a:endParaRPr sz="2400">
              <a:latin typeface="Arial Black"/>
              <a:cs typeface="Arial Black"/>
            </a:endParaRPr>
          </a:p>
          <a:p>
            <a:pPr algn="ctr" marL="213995">
              <a:lnSpc>
                <a:spcPct val="100000"/>
              </a:lnSpc>
              <a:spcBef>
                <a:spcPts val="85"/>
              </a:spcBef>
            </a:pPr>
            <a:r>
              <a:rPr dirty="0" sz="2000" spc="-80">
                <a:solidFill>
                  <a:srgbClr val="286081"/>
                </a:solidFill>
                <a:latin typeface="Arial Black"/>
                <a:cs typeface="Arial Black"/>
              </a:rPr>
              <a:t>Frequent</a:t>
            </a:r>
            <a:r>
              <a:rPr dirty="0" sz="2000" spc="-180">
                <a:solidFill>
                  <a:srgbClr val="286081"/>
                </a:solidFill>
                <a:latin typeface="Arial Black"/>
                <a:cs typeface="Arial Black"/>
              </a:rPr>
              <a:t> </a:t>
            </a:r>
            <a:r>
              <a:rPr dirty="0" sz="2000" spc="-10">
                <a:solidFill>
                  <a:srgbClr val="286081"/>
                </a:solidFill>
                <a:latin typeface="Arial Black"/>
                <a:cs typeface="Arial Black"/>
              </a:rPr>
              <a:t>Traveler</a:t>
            </a:r>
            <a:endParaRPr sz="2000">
              <a:latin typeface="Arial Black"/>
              <a:cs typeface="Arial Black"/>
            </a:endParaRPr>
          </a:p>
          <a:p>
            <a:pPr algn="ctr" marL="3175">
              <a:lnSpc>
                <a:spcPct val="100000"/>
              </a:lnSpc>
              <a:spcBef>
                <a:spcPts val="1705"/>
              </a:spcBef>
            </a:pPr>
            <a:r>
              <a:rPr dirty="0" sz="1900" spc="-170">
                <a:solidFill>
                  <a:srgbClr val="1A1A1A"/>
                </a:solidFill>
                <a:latin typeface="Arial Black"/>
                <a:cs typeface="Arial Black"/>
              </a:rPr>
              <a:t>Age:</a:t>
            </a:r>
            <a:r>
              <a:rPr dirty="0" sz="1900" spc="-13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900" spc="-145">
                <a:solidFill>
                  <a:srgbClr val="4F4F58"/>
                </a:solidFill>
                <a:latin typeface="Verdana"/>
                <a:cs typeface="Verdana"/>
              </a:rPr>
              <a:t>25-</a:t>
            </a:r>
            <a:r>
              <a:rPr dirty="0" sz="1900" spc="-25">
                <a:solidFill>
                  <a:srgbClr val="4F4F58"/>
                </a:solidFill>
                <a:latin typeface="Verdana"/>
                <a:cs typeface="Verdana"/>
              </a:rPr>
              <a:t>40</a:t>
            </a:r>
            <a:endParaRPr sz="1900">
              <a:latin typeface="Verdana"/>
              <a:cs typeface="Verdana"/>
            </a:endParaRPr>
          </a:p>
          <a:p>
            <a:pPr algn="ctr" marL="299085" marR="292100">
              <a:lnSpc>
                <a:spcPct val="118400"/>
              </a:lnSpc>
            </a:pPr>
            <a:r>
              <a:rPr dirty="0" sz="1900" spc="-125">
                <a:solidFill>
                  <a:srgbClr val="1A1A1A"/>
                </a:solidFill>
                <a:latin typeface="Arial Black"/>
                <a:cs typeface="Arial Black"/>
              </a:rPr>
              <a:t>Occupation:</a:t>
            </a:r>
            <a:r>
              <a:rPr dirty="0" sz="1900" spc="-13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900" spc="-35">
                <a:solidFill>
                  <a:srgbClr val="4F4F58"/>
                </a:solidFill>
                <a:latin typeface="Verdana"/>
                <a:cs typeface="Verdana"/>
              </a:rPr>
              <a:t>Freelancer</a:t>
            </a:r>
            <a:r>
              <a:rPr dirty="0" sz="1900" spc="-160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4F4F58"/>
                </a:solidFill>
                <a:latin typeface="Verdana"/>
                <a:cs typeface="Verdana"/>
              </a:rPr>
              <a:t>or</a:t>
            </a:r>
            <a:r>
              <a:rPr dirty="0" sz="1900" spc="-160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4F4F58"/>
                </a:solidFill>
                <a:latin typeface="Verdana"/>
                <a:cs typeface="Verdana"/>
              </a:rPr>
              <a:t>remote employee</a:t>
            </a:r>
            <a:endParaRPr sz="1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1900" spc="-150">
                <a:solidFill>
                  <a:srgbClr val="1A1A1A"/>
                </a:solidFill>
                <a:latin typeface="Arial Black"/>
                <a:cs typeface="Arial Black"/>
              </a:rPr>
              <a:t>Goals:</a:t>
            </a:r>
            <a:r>
              <a:rPr dirty="0" sz="1900" spc="-13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900" spc="-45">
                <a:solidFill>
                  <a:srgbClr val="4F4F58"/>
                </a:solidFill>
                <a:latin typeface="Verdana"/>
                <a:cs typeface="Verdana"/>
              </a:rPr>
              <a:t>Travel</a:t>
            </a:r>
            <a:r>
              <a:rPr dirty="0" sz="1900" spc="-135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60">
                <a:solidFill>
                  <a:srgbClr val="4F4F58"/>
                </a:solidFill>
                <a:latin typeface="Verdana"/>
                <a:cs typeface="Verdana"/>
              </a:rPr>
              <a:t>insurance,</a:t>
            </a:r>
            <a:r>
              <a:rPr dirty="0" sz="1900" spc="-155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25">
                <a:solidFill>
                  <a:srgbClr val="4F4F58"/>
                </a:solidFill>
                <a:latin typeface="Verdana"/>
                <a:cs typeface="Verdana"/>
              </a:rPr>
              <a:t>cost-</a:t>
            </a:r>
            <a:r>
              <a:rPr dirty="0" sz="1900" spc="-10">
                <a:solidFill>
                  <a:srgbClr val="4F4F58"/>
                </a:solidFill>
                <a:latin typeface="Verdana"/>
                <a:cs typeface="Verdana"/>
              </a:rPr>
              <a:t>effective</a:t>
            </a:r>
            <a:endParaRPr sz="1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1900" spc="-10">
                <a:solidFill>
                  <a:srgbClr val="4F4F58"/>
                </a:solidFill>
                <a:latin typeface="Verdana"/>
                <a:cs typeface="Verdana"/>
              </a:rPr>
              <a:t>cards</a:t>
            </a:r>
            <a:endParaRPr sz="1900">
              <a:latin typeface="Verdana"/>
              <a:cs typeface="Verdana"/>
            </a:endParaRPr>
          </a:p>
          <a:p>
            <a:pPr algn="ctr" marL="12700" marR="5080">
              <a:lnSpc>
                <a:spcPct val="118400"/>
              </a:lnSpc>
            </a:pPr>
            <a:r>
              <a:rPr dirty="0" sz="1900" spc="-130">
                <a:solidFill>
                  <a:srgbClr val="1A1A1A"/>
                </a:solidFill>
                <a:latin typeface="Arial Black"/>
                <a:cs typeface="Arial Black"/>
              </a:rPr>
              <a:t>Pain</a:t>
            </a:r>
            <a:r>
              <a:rPr dirty="0" sz="1900" spc="-14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900" spc="-120">
                <a:solidFill>
                  <a:srgbClr val="1A1A1A"/>
                </a:solidFill>
                <a:latin typeface="Arial Black"/>
                <a:cs typeface="Arial Black"/>
              </a:rPr>
              <a:t>Points:</a:t>
            </a:r>
            <a:r>
              <a:rPr dirty="0" sz="1900" spc="-13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900" spc="-35">
                <a:solidFill>
                  <a:srgbClr val="5F626E"/>
                </a:solidFill>
                <a:latin typeface="Verdana"/>
                <a:cs typeface="Verdana"/>
              </a:rPr>
              <a:t>Hard</a:t>
            </a:r>
            <a:r>
              <a:rPr dirty="0" sz="1900" spc="-145">
                <a:solidFill>
                  <a:srgbClr val="5F626E"/>
                </a:solidFill>
                <a:latin typeface="Verdana"/>
                <a:cs typeface="Verdana"/>
              </a:rPr>
              <a:t> </a:t>
            </a:r>
            <a:r>
              <a:rPr dirty="0" sz="1900">
                <a:solidFill>
                  <a:srgbClr val="5F626E"/>
                </a:solidFill>
                <a:latin typeface="Verdana"/>
                <a:cs typeface="Verdana"/>
              </a:rPr>
              <a:t>to</a:t>
            </a:r>
            <a:r>
              <a:rPr dirty="0" sz="1900" spc="-175">
                <a:solidFill>
                  <a:srgbClr val="5F626E"/>
                </a:solidFill>
                <a:latin typeface="Verdana"/>
                <a:cs typeface="Verdana"/>
              </a:rPr>
              <a:t> </a:t>
            </a:r>
            <a:r>
              <a:rPr dirty="0" sz="1900">
                <a:solidFill>
                  <a:srgbClr val="5F626E"/>
                </a:solidFill>
                <a:latin typeface="Verdana"/>
                <a:cs typeface="Verdana"/>
              </a:rPr>
              <a:t>find</a:t>
            </a:r>
            <a:r>
              <a:rPr dirty="0" sz="1900" spc="-175">
                <a:solidFill>
                  <a:srgbClr val="5F626E"/>
                </a:solidFill>
                <a:latin typeface="Verdana"/>
                <a:cs typeface="Verdana"/>
              </a:rPr>
              <a:t> </a:t>
            </a:r>
            <a:r>
              <a:rPr dirty="0" sz="1900" spc="-30">
                <a:solidFill>
                  <a:srgbClr val="5F626E"/>
                </a:solidFill>
                <a:latin typeface="Verdana"/>
                <a:cs typeface="Verdana"/>
              </a:rPr>
              <a:t>reliable</a:t>
            </a:r>
            <a:r>
              <a:rPr dirty="0" sz="1900" spc="-135">
                <a:solidFill>
                  <a:srgbClr val="5F626E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5F626E"/>
                </a:solidFill>
                <a:latin typeface="Verdana"/>
                <a:cs typeface="Verdana"/>
              </a:rPr>
              <a:t>travel </a:t>
            </a:r>
            <a:r>
              <a:rPr dirty="0" sz="1900" spc="-40">
                <a:solidFill>
                  <a:srgbClr val="5F626E"/>
                </a:solidFill>
                <a:latin typeface="Verdana"/>
                <a:cs typeface="Verdana"/>
              </a:rPr>
              <a:t>insurance</a:t>
            </a:r>
            <a:r>
              <a:rPr dirty="0" sz="1900" spc="-160">
                <a:solidFill>
                  <a:srgbClr val="5F626E"/>
                </a:solidFill>
                <a:latin typeface="Verdana"/>
                <a:cs typeface="Verdana"/>
              </a:rPr>
              <a:t> </a:t>
            </a:r>
            <a:r>
              <a:rPr dirty="0" sz="1900" spc="-130">
                <a:solidFill>
                  <a:srgbClr val="5F626E"/>
                </a:solidFill>
                <a:latin typeface="Verdana"/>
                <a:cs typeface="Verdana"/>
              </a:rPr>
              <a:t>&amp;</a:t>
            </a:r>
            <a:r>
              <a:rPr dirty="0" sz="1900" spc="-155">
                <a:solidFill>
                  <a:srgbClr val="5F626E"/>
                </a:solidFill>
                <a:latin typeface="Verdana"/>
                <a:cs typeface="Verdana"/>
              </a:rPr>
              <a:t> </a:t>
            </a:r>
            <a:r>
              <a:rPr dirty="0" sz="1900" spc="-25">
                <a:solidFill>
                  <a:srgbClr val="5F626E"/>
                </a:solidFill>
                <a:latin typeface="Verdana"/>
                <a:cs typeface="Verdana"/>
              </a:rPr>
              <a:t>cards</a:t>
            </a:r>
            <a:r>
              <a:rPr dirty="0" sz="1900" spc="-155">
                <a:solidFill>
                  <a:srgbClr val="5F626E"/>
                </a:solidFill>
                <a:latin typeface="Verdana"/>
                <a:cs typeface="Verdana"/>
              </a:rPr>
              <a:t> </a:t>
            </a:r>
            <a:r>
              <a:rPr dirty="0" sz="1900">
                <a:solidFill>
                  <a:srgbClr val="5F626E"/>
                </a:solidFill>
                <a:latin typeface="Verdana"/>
                <a:cs typeface="Verdana"/>
              </a:rPr>
              <a:t>for</a:t>
            </a:r>
            <a:r>
              <a:rPr dirty="0" sz="1900" spc="-175">
                <a:solidFill>
                  <a:srgbClr val="5F626E"/>
                </a:solidFill>
                <a:latin typeface="Verdana"/>
                <a:cs typeface="Verdana"/>
              </a:rPr>
              <a:t> </a:t>
            </a:r>
            <a:r>
              <a:rPr dirty="0" sz="1900" spc="-25">
                <a:solidFill>
                  <a:srgbClr val="5F626E"/>
                </a:solidFill>
                <a:latin typeface="Verdana"/>
                <a:cs typeface="Verdana"/>
              </a:rPr>
              <a:t>international</a:t>
            </a:r>
            <a:r>
              <a:rPr dirty="0" sz="1900" spc="-140">
                <a:solidFill>
                  <a:srgbClr val="5F626E"/>
                </a:solidFill>
                <a:latin typeface="Verdana"/>
                <a:cs typeface="Verdana"/>
              </a:rPr>
              <a:t> </a:t>
            </a:r>
            <a:r>
              <a:rPr dirty="0" sz="1900" spc="-25">
                <a:solidFill>
                  <a:srgbClr val="5F626E"/>
                </a:solidFill>
                <a:latin typeface="Verdana"/>
                <a:cs typeface="Verdana"/>
              </a:rPr>
              <a:t>use</a:t>
            </a:r>
            <a:endParaRPr sz="1900">
              <a:latin typeface="Verdana"/>
              <a:cs typeface="Verdana"/>
            </a:endParaRPr>
          </a:p>
          <a:p>
            <a:pPr algn="ctr" marL="213360">
              <a:lnSpc>
                <a:spcPct val="100000"/>
              </a:lnSpc>
              <a:spcBef>
                <a:spcPts val="2215"/>
              </a:spcBef>
            </a:pPr>
            <a:r>
              <a:rPr dirty="0" sz="1900" b="1" i="1">
                <a:solidFill>
                  <a:srgbClr val="1A1A1A"/>
                </a:solidFill>
                <a:latin typeface="Arial"/>
                <a:cs typeface="Arial"/>
              </a:rPr>
              <a:t>How</a:t>
            </a:r>
            <a:r>
              <a:rPr dirty="0" sz="1900" spc="185" b="1" i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900" b="1" i="1">
                <a:solidFill>
                  <a:srgbClr val="1A1A1A"/>
                </a:solidFill>
                <a:latin typeface="Arial"/>
                <a:cs typeface="Arial"/>
              </a:rPr>
              <a:t>Techleaf</a:t>
            </a:r>
            <a:r>
              <a:rPr dirty="0" sz="1900" spc="155" b="1" i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900" spc="-10" b="1" i="1">
                <a:solidFill>
                  <a:srgbClr val="1A1A1A"/>
                </a:solidFill>
                <a:latin typeface="Arial"/>
                <a:cs typeface="Arial"/>
              </a:rPr>
              <a:t>Helps:</a:t>
            </a:r>
            <a:endParaRPr sz="1900">
              <a:latin typeface="Arial"/>
              <a:cs typeface="Arial"/>
            </a:endParaRPr>
          </a:p>
          <a:p>
            <a:pPr algn="ctr" marL="210185">
              <a:lnSpc>
                <a:spcPct val="100000"/>
              </a:lnSpc>
              <a:spcBef>
                <a:spcPts val="420"/>
              </a:spcBef>
            </a:pPr>
            <a:r>
              <a:rPr dirty="0" sz="1900" spc="-50" i="1">
                <a:solidFill>
                  <a:srgbClr val="4F4F58"/>
                </a:solidFill>
                <a:latin typeface="Verdana"/>
                <a:cs typeface="Verdana"/>
              </a:rPr>
              <a:t>Quick</a:t>
            </a:r>
            <a:r>
              <a:rPr dirty="0" sz="1900" spc="-145" i="1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20" i="1">
                <a:solidFill>
                  <a:srgbClr val="4F4F58"/>
                </a:solidFill>
                <a:latin typeface="Verdana"/>
                <a:cs typeface="Verdana"/>
              </a:rPr>
              <a:t>comparisons</a:t>
            </a:r>
            <a:r>
              <a:rPr dirty="0" sz="1900" spc="-140" i="1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i="1">
                <a:solidFill>
                  <a:srgbClr val="4F4F58"/>
                </a:solidFill>
                <a:latin typeface="Verdana"/>
                <a:cs typeface="Verdana"/>
              </a:rPr>
              <a:t>for</a:t>
            </a:r>
            <a:r>
              <a:rPr dirty="0" sz="1900" spc="-145" i="1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25" i="1">
                <a:solidFill>
                  <a:srgbClr val="4F4F58"/>
                </a:solidFill>
                <a:latin typeface="Verdana"/>
                <a:cs typeface="Verdana"/>
              </a:rPr>
              <a:t>insurance</a:t>
            </a:r>
            <a:r>
              <a:rPr dirty="0" sz="1900" spc="-150" i="1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50" i="1">
                <a:solidFill>
                  <a:srgbClr val="4F4F58"/>
                </a:solidFill>
                <a:latin typeface="Verdana"/>
                <a:cs typeface="Verdana"/>
              </a:rPr>
              <a:t>&amp;</a:t>
            </a:r>
            <a:endParaRPr sz="1900">
              <a:latin typeface="Verdana"/>
              <a:cs typeface="Verdana"/>
            </a:endParaRPr>
          </a:p>
          <a:p>
            <a:pPr algn="ctr" marL="211454">
              <a:lnSpc>
                <a:spcPct val="100000"/>
              </a:lnSpc>
              <a:spcBef>
                <a:spcPts val="420"/>
              </a:spcBef>
            </a:pPr>
            <a:r>
              <a:rPr dirty="0" sz="1900" spc="-30" i="1">
                <a:solidFill>
                  <a:srgbClr val="4F4F58"/>
                </a:solidFill>
                <a:latin typeface="Verdana"/>
                <a:cs typeface="Verdana"/>
              </a:rPr>
              <a:t>travel-</a:t>
            </a:r>
            <a:r>
              <a:rPr dirty="0" sz="1900" spc="-20" i="1">
                <a:solidFill>
                  <a:srgbClr val="4F4F58"/>
                </a:solidFill>
                <a:latin typeface="Verdana"/>
                <a:cs typeface="Verdana"/>
              </a:rPr>
              <a:t>friendly</a:t>
            </a:r>
            <a:r>
              <a:rPr dirty="0" sz="1900" spc="-90" i="1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10" i="1">
                <a:solidFill>
                  <a:srgbClr val="4F4F58"/>
                </a:solidFill>
                <a:latin typeface="Verdana"/>
                <a:cs typeface="Verdana"/>
              </a:rPr>
              <a:t>cards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88110" y="4633086"/>
            <a:ext cx="3879850" cy="2927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100"/>
              </a:spcBef>
            </a:pPr>
            <a:r>
              <a:rPr dirty="0" sz="2400" spc="-60">
                <a:solidFill>
                  <a:srgbClr val="286081"/>
                </a:solidFill>
                <a:latin typeface="Arial Black"/>
                <a:cs typeface="Arial Black"/>
              </a:rPr>
              <a:t>Hokuma</a:t>
            </a:r>
            <a:r>
              <a:rPr dirty="0" sz="2400" spc="-260">
                <a:solidFill>
                  <a:srgbClr val="286081"/>
                </a:solidFill>
                <a:latin typeface="Arial Black"/>
                <a:cs typeface="Arial Black"/>
              </a:rPr>
              <a:t> </a:t>
            </a:r>
            <a:r>
              <a:rPr dirty="0" sz="2400" spc="-10">
                <a:solidFill>
                  <a:srgbClr val="286081"/>
                </a:solidFill>
                <a:latin typeface="Arial Black"/>
                <a:cs typeface="Arial Black"/>
              </a:rPr>
              <a:t>Gurbanova</a:t>
            </a:r>
            <a:endParaRPr sz="2400">
              <a:latin typeface="Arial Black"/>
              <a:cs typeface="Arial Black"/>
            </a:endParaRPr>
          </a:p>
          <a:p>
            <a:pPr algn="ctr" marL="1270">
              <a:lnSpc>
                <a:spcPct val="100000"/>
              </a:lnSpc>
              <a:spcBef>
                <a:spcPts val="85"/>
              </a:spcBef>
            </a:pPr>
            <a:r>
              <a:rPr dirty="0" sz="2000" spc="-10">
                <a:solidFill>
                  <a:srgbClr val="286081"/>
                </a:solidFill>
                <a:latin typeface="Arial Black"/>
                <a:cs typeface="Arial Black"/>
              </a:rPr>
              <a:t>Parent</a:t>
            </a:r>
            <a:endParaRPr sz="2000">
              <a:latin typeface="Arial Black"/>
              <a:cs typeface="Arial Black"/>
            </a:endParaRPr>
          </a:p>
          <a:p>
            <a:pPr algn="ctr" marL="2540">
              <a:lnSpc>
                <a:spcPct val="100000"/>
              </a:lnSpc>
              <a:spcBef>
                <a:spcPts val="1705"/>
              </a:spcBef>
            </a:pPr>
            <a:r>
              <a:rPr dirty="0" sz="1900" spc="-170">
                <a:solidFill>
                  <a:srgbClr val="1A1A1A"/>
                </a:solidFill>
                <a:latin typeface="Arial Black"/>
                <a:cs typeface="Arial Black"/>
              </a:rPr>
              <a:t>Age:</a:t>
            </a:r>
            <a:r>
              <a:rPr dirty="0" sz="1900" spc="-13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900" spc="-145">
                <a:solidFill>
                  <a:srgbClr val="4F4F58"/>
                </a:solidFill>
                <a:latin typeface="Verdana"/>
                <a:cs typeface="Verdana"/>
              </a:rPr>
              <a:t>25-</a:t>
            </a:r>
            <a:r>
              <a:rPr dirty="0" sz="1900" spc="-25">
                <a:solidFill>
                  <a:srgbClr val="4F4F58"/>
                </a:solidFill>
                <a:latin typeface="Verdana"/>
                <a:cs typeface="Verdana"/>
              </a:rPr>
              <a:t>35</a:t>
            </a:r>
            <a:endParaRPr sz="1900">
              <a:latin typeface="Verdana"/>
              <a:cs typeface="Verdana"/>
            </a:endParaRPr>
          </a:p>
          <a:p>
            <a:pPr algn="ctr" marL="317500" marR="310515">
              <a:lnSpc>
                <a:spcPct val="118400"/>
              </a:lnSpc>
            </a:pPr>
            <a:r>
              <a:rPr dirty="0" sz="1900" spc="-125">
                <a:solidFill>
                  <a:srgbClr val="1A1A1A"/>
                </a:solidFill>
                <a:latin typeface="Arial Black"/>
                <a:cs typeface="Arial Black"/>
              </a:rPr>
              <a:t>Occupation:</a:t>
            </a:r>
            <a:r>
              <a:rPr dirty="0" sz="1900" spc="-9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900" spc="-10">
                <a:solidFill>
                  <a:srgbClr val="4F4F58"/>
                </a:solidFill>
                <a:latin typeface="Verdana"/>
                <a:cs typeface="Verdana"/>
              </a:rPr>
              <a:t>Middle-income professional</a:t>
            </a:r>
            <a:endParaRPr sz="1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1900" spc="-150">
                <a:solidFill>
                  <a:srgbClr val="1A1A1A"/>
                </a:solidFill>
                <a:latin typeface="Arial Black"/>
                <a:cs typeface="Arial Black"/>
              </a:rPr>
              <a:t>Goals:</a:t>
            </a:r>
            <a:r>
              <a:rPr dirty="0" sz="1900" spc="-16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900" spc="-95">
                <a:solidFill>
                  <a:srgbClr val="4F4F58"/>
                </a:solidFill>
                <a:latin typeface="Verdana"/>
                <a:cs typeface="Verdana"/>
              </a:rPr>
              <a:t>Save</a:t>
            </a:r>
            <a:r>
              <a:rPr dirty="0" sz="1900" spc="-170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>
                <a:solidFill>
                  <a:srgbClr val="4F4F58"/>
                </a:solidFill>
                <a:latin typeface="Verdana"/>
                <a:cs typeface="Verdana"/>
              </a:rPr>
              <a:t>for</a:t>
            </a:r>
            <a:r>
              <a:rPr dirty="0" sz="1900" spc="-190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100">
                <a:solidFill>
                  <a:srgbClr val="4F4F58"/>
                </a:solidFill>
                <a:latin typeface="Verdana"/>
                <a:cs typeface="Verdana"/>
              </a:rPr>
              <a:t>a</a:t>
            </a:r>
            <a:r>
              <a:rPr dirty="0" sz="1900" spc="-170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40">
                <a:solidFill>
                  <a:srgbClr val="4F4F58"/>
                </a:solidFill>
                <a:latin typeface="Verdana"/>
                <a:cs typeface="Verdana"/>
              </a:rPr>
              <a:t>family</a:t>
            </a:r>
            <a:r>
              <a:rPr dirty="0" sz="1900" spc="-145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4F4F58"/>
                </a:solidFill>
                <a:latin typeface="Verdana"/>
                <a:cs typeface="Verdana"/>
              </a:rPr>
              <a:t>deposit</a:t>
            </a:r>
            <a:endParaRPr sz="1900">
              <a:latin typeface="Verdana"/>
              <a:cs typeface="Verdana"/>
            </a:endParaRPr>
          </a:p>
          <a:p>
            <a:pPr algn="ctr" marL="12065" marR="5080">
              <a:lnSpc>
                <a:spcPct val="118400"/>
              </a:lnSpc>
            </a:pPr>
            <a:r>
              <a:rPr dirty="0" sz="1900" spc="-130">
                <a:solidFill>
                  <a:srgbClr val="1A1A1A"/>
                </a:solidFill>
                <a:latin typeface="Arial Black"/>
                <a:cs typeface="Arial Black"/>
              </a:rPr>
              <a:t>Pain</a:t>
            </a:r>
            <a:r>
              <a:rPr dirty="0" sz="1900" spc="-15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900" spc="-120">
                <a:solidFill>
                  <a:srgbClr val="1A1A1A"/>
                </a:solidFill>
                <a:latin typeface="Arial Black"/>
                <a:cs typeface="Arial Black"/>
              </a:rPr>
              <a:t>Points:</a:t>
            </a:r>
            <a:r>
              <a:rPr dirty="0" sz="1900" spc="-14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900">
                <a:solidFill>
                  <a:srgbClr val="4F4F58"/>
                </a:solidFill>
                <a:latin typeface="Verdana"/>
                <a:cs typeface="Verdana"/>
              </a:rPr>
              <a:t>No</a:t>
            </a:r>
            <a:r>
              <a:rPr dirty="0" sz="1900" spc="-175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25">
                <a:solidFill>
                  <a:srgbClr val="4F4F58"/>
                </a:solidFill>
                <a:latin typeface="Verdana"/>
                <a:cs typeface="Verdana"/>
              </a:rPr>
              <a:t>clear</a:t>
            </a:r>
            <a:r>
              <a:rPr dirty="0" sz="1900" spc="-165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85">
                <a:solidFill>
                  <a:srgbClr val="4F4F58"/>
                </a:solidFill>
                <a:latin typeface="Verdana"/>
                <a:cs typeface="Verdana"/>
              </a:rPr>
              <a:t>way</a:t>
            </a:r>
            <a:r>
              <a:rPr dirty="0" sz="1900" spc="-170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>
                <a:solidFill>
                  <a:srgbClr val="4F4F58"/>
                </a:solidFill>
                <a:latin typeface="Verdana"/>
                <a:cs typeface="Verdana"/>
              </a:rPr>
              <a:t>to</a:t>
            </a:r>
            <a:r>
              <a:rPr dirty="0" sz="1900" spc="-175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4F4F58"/>
                </a:solidFill>
                <a:latin typeface="Verdana"/>
                <a:cs typeface="Verdana"/>
              </a:rPr>
              <a:t>start </a:t>
            </a:r>
            <a:r>
              <a:rPr dirty="0" sz="1900" spc="-60">
                <a:solidFill>
                  <a:srgbClr val="4F4F58"/>
                </a:solidFill>
                <a:latin typeface="Verdana"/>
                <a:cs typeface="Verdana"/>
              </a:rPr>
              <a:t>long-term</a:t>
            </a:r>
            <a:r>
              <a:rPr dirty="0" sz="1900" spc="-130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4F4F58"/>
                </a:solidFill>
                <a:latin typeface="Verdana"/>
                <a:cs typeface="Verdana"/>
              </a:rPr>
              <a:t>savings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767554" y="8713089"/>
            <a:ext cx="260985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-25">
                <a:solidFill>
                  <a:srgbClr val="FFFFFF"/>
                </a:solidFill>
                <a:latin typeface="Arial Black"/>
                <a:cs typeface="Arial Black"/>
              </a:rPr>
              <a:t>03</a:t>
            </a:r>
            <a:endParaRPr sz="1450">
              <a:latin typeface="Arial Black"/>
              <a:cs typeface="Arial Black"/>
            </a:endParaRPr>
          </a:p>
        </p:txBody>
      </p:sp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49432" y="8099944"/>
            <a:ext cx="339615" cy="33782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658239" y="8001601"/>
            <a:ext cx="3515995" cy="1055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-3175">
              <a:lnSpc>
                <a:spcPct val="118500"/>
              </a:lnSpc>
              <a:spcBef>
                <a:spcPts val="105"/>
              </a:spcBef>
            </a:pPr>
            <a:r>
              <a:rPr dirty="0" sz="1900" b="1" i="1">
                <a:solidFill>
                  <a:srgbClr val="1A1A1A"/>
                </a:solidFill>
                <a:latin typeface="Arial"/>
                <a:cs typeface="Arial"/>
              </a:rPr>
              <a:t>How</a:t>
            </a:r>
            <a:r>
              <a:rPr dirty="0" sz="1900" spc="90" b="1" i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900" b="1" i="1">
                <a:solidFill>
                  <a:srgbClr val="1A1A1A"/>
                </a:solidFill>
                <a:latin typeface="Arial"/>
                <a:cs typeface="Arial"/>
              </a:rPr>
              <a:t>Techleaf</a:t>
            </a:r>
            <a:r>
              <a:rPr dirty="0" sz="1900" spc="70" b="1" i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900" b="1" i="1">
                <a:solidFill>
                  <a:srgbClr val="1A1A1A"/>
                </a:solidFill>
                <a:latin typeface="Arial"/>
                <a:cs typeface="Arial"/>
              </a:rPr>
              <a:t>Helps:</a:t>
            </a:r>
            <a:r>
              <a:rPr dirty="0" sz="1900" spc="114" b="1" i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900" spc="-10" i="1">
                <a:solidFill>
                  <a:srgbClr val="4F4F58"/>
                </a:solidFill>
                <a:latin typeface="Verdana"/>
                <a:cs typeface="Verdana"/>
              </a:rPr>
              <a:t>Easily compares</a:t>
            </a:r>
            <a:r>
              <a:rPr dirty="0" sz="1900" spc="-180" i="1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20" i="1">
                <a:solidFill>
                  <a:srgbClr val="4F4F58"/>
                </a:solidFill>
                <a:latin typeface="Verdana"/>
                <a:cs typeface="Verdana"/>
              </a:rPr>
              <a:t>best</a:t>
            </a:r>
            <a:r>
              <a:rPr dirty="0" sz="1900" spc="-180" i="1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10" i="1">
                <a:solidFill>
                  <a:srgbClr val="4F4F58"/>
                </a:solidFill>
                <a:latin typeface="Verdana"/>
                <a:cs typeface="Verdana"/>
              </a:rPr>
              <a:t>family</a:t>
            </a:r>
            <a:r>
              <a:rPr dirty="0" sz="1900" spc="-160" i="1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10" i="1">
                <a:solidFill>
                  <a:srgbClr val="4F4F58"/>
                </a:solidFill>
                <a:latin typeface="Verdana"/>
                <a:cs typeface="Verdana"/>
              </a:rPr>
              <a:t>deposit plans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51091" y="4633086"/>
            <a:ext cx="4295775" cy="4432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95250">
              <a:lnSpc>
                <a:spcPct val="100000"/>
              </a:lnSpc>
              <a:spcBef>
                <a:spcPts val="100"/>
              </a:spcBef>
            </a:pPr>
            <a:r>
              <a:rPr dirty="0" sz="2400" spc="-110">
                <a:solidFill>
                  <a:srgbClr val="286081"/>
                </a:solidFill>
                <a:latin typeface="Arial Black"/>
                <a:cs typeface="Arial Black"/>
              </a:rPr>
              <a:t>Haji</a:t>
            </a:r>
            <a:r>
              <a:rPr dirty="0" sz="2400" spc="-235">
                <a:solidFill>
                  <a:srgbClr val="286081"/>
                </a:solidFill>
                <a:latin typeface="Arial Black"/>
                <a:cs typeface="Arial Black"/>
              </a:rPr>
              <a:t> </a:t>
            </a:r>
            <a:r>
              <a:rPr dirty="0" sz="2400" spc="-55">
                <a:solidFill>
                  <a:srgbClr val="286081"/>
                </a:solidFill>
                <a:latin typeface="Arial Black"/>
                <a:cs typeface="Arial Black"/>
              </a:rPr>
              <a:t>Zeynalabdin</a:t>
            </a:r>
            <a:r>
              <a:rPr dirty="0" sz="2400" spc="-275">
                <a:solidFill>
                  <a:srgbClr val="286081"/>
                </a:solidFill>
                <a:latin typeface="Arial Black"/>
                <a:cs typeface="Arial Black"/>
              </a:rPr>
              <a:t> </a:t>
            </a:r>
            <a:r>
              <a:rPr dirty="0" sz="2400" spc="-20">
                <a:solidFill>
                  <a:srgbClr val="286081"/>
                </a:solidFill>
                <a:latin typeface="Arial Black"/>
                <a:cs typeface="Arial Black"/>
              </a:rPr>
              <a:t>Taghiyev</a:t>
            </a:r>
            <a:endParaRPr sz="2400">
              <a:latin typeface="Arial Black"/>
              <a:cs typeface="Arial Black"/>
            </a:endParaRPr>
          </a:p>
          <a:p>
            <a:pPr algn="ctr" marL="96520">
              <a:lnSpc>
                <a:spcPct val="100000"/>
              </a:lnSpc>
              <a:spcBef>
                <a:spcPts val="85"/>
              </a:spcBef>
            </a:pPr>
            <a:r>
              <a:rPr dirty="0" sz="2000" spc="-10">
                <a:solidFill>
                  <a:srgbClr val="286081"/>
                </a:solidFill>
                <a:latin typeface="Arial Black"/>
                <a:cs typeface="Arial Black"/>
              </a:rPr>
              <a:t>Businessman</a:t>
            </a:r>
            <a:endParaRPr sz="2000">
              <a:latin typeface="Arial Black"/>
              <a:cs typeface="Arial Black"/>
            </a:endParaRPr>
          </a:p>
          <a:p>
            <a:pPr algn="ctr" marR="64769">
              <a:lnSpc>
                <a:spcPct val="100000"/>
              </a:lnSpc>
              <a:spcBef>
                <a:spcPts val="1705"/>
              </a:spcBef>
            </a:pPr>
            <a:r>
              <a:rPr dirty="0" sz="1900" spc="-170">
                <a:solidFill>
                  <a:srgbClr val="1A1A1A"/>
                </a:solidFill>
                <a:latin typeface="Arial Black"/>
                <a:cs typeface="Arial Black"/>
              </a:rPr>
              <a:t>Age:</a:t>
            </a:r>
            <a:r>
              <a:rPr dirty="0" sz="1900" spc="-13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900" spc="-55">
                <a:solidFill>
                  <a:srgbClr val="4F4F58"/>
                </a:solidFill>
                <a:latin typeface="Verdana"/>
                <a:cs typeface="Verdana"/>
              </a:rPr>
              <a:t>30-</a:t>
            </a:r>
            <a:r>
              <a:rPr dirty="0" sz="1900" spc="-25">
                <a:solidFill>
                  <a:srgbClr val="4F4F58"/>
                </a:solidFill>
                <a:latin typeface="Verdana"/>
                <a:cs typeface="Verdana"/>
              </a:rPr>
              <a:t>45</a:t>
            </a:r>
            <a:endParaRPr sz="1900">
              <a:latin typeface="Verdana"/>
              <a:cs typeface="Verdana"/>
            </a:endParaRPr>
          </a:p>
          <a:p>
            <a:pPr algn="ctr" marL="624840" marR="692785">
              <a:lnSpc>
                <a:spcPct val="118400"/>
              </a:lnSpc>
            </a:pPr>
            <a:r>
              <a:rPr dirty="0" sz="1900" spc="-125">
                <a:solidFill>
                  <a:srgbClr val="1A1A1A"/>
                </a:solidFill>
                <a:latin typeface="Arial Black"/>
                <a:cs typeface="Arial Black"/>
              </a:rPr>
              <a:t>Occupation:</a:t>
            </a:r>
            <a:r>
              <a:rPr dirty="0" sz="1900" spc="-7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900" spc="-80">
                <a:solidFill>
                  <a:srgbClr val="4F4F58"/>
                </a:solidFill>
                <a:latin typeface="Verdana"/>
                <a:cs typeface="Verdana"/>
              </a:rPr>
              <a:t>High-</a:t>
            </a:r>
            <a:r>
              <a:rPr dirty="0" sz="1900" spc="-10">
                <a:solidFill>
                  <a:srgbClr val="4F4F58"/>
                </a:solidFill>
                <a:latin typeface="Verdana"/>
                <a:cs typeface="Verdana"/>
              </a:rPr>
              <a:t>income professional</a:t>
            </a:r>
            <a:endParaRPr sz="1900">
              <a:latin typeface="Verdana"/>
              <a:cs typeface="Verdana"/>
            </a:endParaRPr>
          </a:p>
          <a:p>
            <a:pPr algn="ctr" marR="67310">
              <a:lnSpc>
                <a:spcPct val="100000"/>
              </a:lnSpc>
              <a:spcBef>
                <a:spcPts val="420"/>
              </a:spcBef>
            </a:pPr>
            <a:r>
              <a:rPr dirty="0" sz="1900" spc="-150">
                <a:solidFill>
                  <a:srgbClr val="1A1A1A"/>
                </a:solidFill>
                <a:latin typeface="Arial Black"/>
                <a:cs typeface="Arial Black"/>
              </a:rPr>
              <a:t>Goals:</a:t>
            </a:r>
            <a:r>
              <a:rPr dirty="0" sz="1900" spc="-14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900" spc="-45">
                <a:solidFill>
                  <a:srgbClr val="5F606B"/>
                </a:solidFill>
                <a:latin typeface="Verdana"/>
                <a:cs typeface="Verdana"/>
              </a:rPr>
              <a:t>Get</a:t>
            </a:r>
            <a:r>
              <a:rPr dirty="0" sz="1900" spc="-160">
                <a:solidFill>
                  <a:srgbClr val="5F606B"/>
                </a:solidFill>
                <a:latin typeface="Verdana"/>
                <a:cs typeface="Verdana"/>
              </a:rPr>
              <a:t> </a:t>
            </a:r>
            <a:r>
              <a:rPr dirty="0" sz="1900" spc="-65">
                <a:solidFill>
                  <a:srgbClr val="5F606B"/>
                </a:solidFill>
                <a:latin typeface="Verdana"/>
                <a:cs typeface="Verdana"/>
              </a:rPr>
              <a:t>long-</a:t>
            </a:r>
            <a:r>
              <a:rPr dirty="0" sz="1900" spc="-50">
                <a:solidFill>
                  <a:srgbClr val="5F606B"/>
                </a:solidFill>
                <a:latin typeface="Verdana"/>
                <a:cs typeface="Verdana"/>
              </a:rPr>
              <a:t>term</a:t>
            </a:r>
            <a:r>
              <a:rPr dirty="0" sz="1900" spc="-140">
                <a:solidFill>
                  <a:srgbClr val="5F606B"/>
                </a:solidFill>
                <a:latin typeface="Verdana"/>
                <a:cs typeface="Verdana"/>
              </a:rPr>
              <a:t> </a:t>
            </a:r>
            <a:r>
              <a:rPr dirty="0" sz="1900" spc="-55">
                <a:solidFill>
                  <a:srgbClr val="5F606B"/>
                </a:solidFill>
                <a:latin typeface="Verdana"/>
                <a:cs typeface="Verdana"/>
              </a:rPr>
              <a:t>low-</a:t>
            </a:r>
            <a:r>
              <a:rPr dirty="0" sz="1900" spc="-50">
                <a:solidFill>
                  <a:srgbClr val="5F606B"/>
                </a:solidFill>
                <a:latin typeface="Verdana"/>
                <a:cs typeface="Verdana"/>
              </a:rPr>
              <a:t>rate</a:t>
            </a:r>
            <a:r>
              <a:rPr dirty="0" sz="1900" spc="-145">
                <a:solidFill>
                  <a:srgbClr val="5F606B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5F606B"/>
                </a:solidFill>
                <a:latin typeface="Verdana"/>
                <a:cs typeface="Verdana"/>
              </a:rPr>
              <a:t>credit</a:t>
            </a:r>
            <a:endParaRPr sz="1900">
              <a:latin typeface="Verdana"/>
              <a:cs typeface="Verdana"/>
            </a:endParaRPr>
          </a:p>
          <a:p>
            <a:pPr algn="ctr" marL="88900" marR="96520" indent="-61594">
              <a:lnSpc>
                <a:spcPct val="118400"/>
              </a:lnSpc>
            </a:pPr>
            <a:r>
              <a:rPr dirty="0" sz="1900" spc="-130">
                <a:solidFill>
                  <a:srgbClr val="1A1A1A"/>
                </a:solidFill>
                <a:latin typeface="Arial Black"/>
                <a:cs typeface="Arial Black"/>
              </a:rPr>
              <a:t>Pain</a:t>
            </a:r>
            <a:r>
              <a:rPr dirty="0" sz="1900" spc="-15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900" spc="-120">
                <a:solidFill>
                  <a:srgbClr val="1A1A1A"/>
                </a:solidFill>
                <a:latin typeface="Arial Black"/>
                <a:cs typeface="Arial Black"/>
              </a:rPr>
              <a:t>Points:</a:t>
            </a:r>
            <a:r>
              <a:rPr dirty="0" sz="1900" spc="-13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900">
                <a:solidFill>
                  <a:srgbClr val="5F606B"/>
                </a:solidFill>
                <a:latin typeface="Verdana"/>
                <a:cs typeface="Verdana"/>
              </a:rPr>
              <a:t>No</a:t>
            </a:r>
            <a:r>
              <a:rPr dirty="0" sz="1900" spc="-175">
                <a:solidFill>
                  <a:srgbClr val="5F606B"/>
                </a:solidFill>
                <a:latin typeface="Verdana"/>
                <a:cs typeface="Verdana"/>
              </a:rPr>
              <a:t> </a:t>
            </a:r>
            <a:r>
              <a:rPr dirty="0" sz="1900" spc="-55">
                <a:solidFill>
                  <a:srgbClr val="5F606B"/>
                </a:solidFill>
                <a:latin typeface="Verdana"/>
                <a:cs typeface="Verdana"/>
              </a:rPr>
              <a:t>time</a:t>
            </a:r>
            <a:r>
              <a:rPr dirty="0" sz="1900" spc="-160">
                <a:solidFill>
                  <a:srgbClr val="5F606B"/>
                </a:solidFill>
                <a:latin typeface="Verdana"/>
                <a:cs typeface="Verdana"/>
              </a:rPr>
              <a:t> </a:t>
            </a:r>
            <a:r>
              <a:rPr dirty="0" sz="1900">
                <a:solidFill>
                  <a:srgbClr val="5F606B"/>
                </a:solidFill>
                <a:latin typeface="Verdana"/>
                <a:cs typeface="Verdana"/>
              </a:rPr>
              <a:t>to</a:t>
            </a:r>
            <a:r>
              <a:rPr dirty="0" sz="1900" spc="-180">
                <a:solidFill>
                  <a:srgbClr val="5F606B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5F606B"/>
                </a:solidFill>
                <a:latin typeface="Verdana"/>
                <a:cs typeface="Verdana"/>
              </a:rPr>
              <a:t>search, </a:t>
            </a:r>
            <a:r>
              <a:rPr dirty="0" sz="1900" spc="-40">
                <a:solidFill>
                  <a:srgbClr val="5F606B"/>
                </a:solidFill>
                <a:latin typeface="Verdana"/>
                <a:cs typeface="Verdana"/>
              </a:rPr>
              <a:t>needs</a:t>
            </a:r>
            <a:r>
              <a:rPr dirty="0" sz="1900" spc="-180">
                <a:solidFill>
                  <a:srgbClr val="5F606B"/>
                </a:solidFill>
                <a:latin typeface="Verdana"/>
                <a:cs typeface="Verdana"/>
              </a:rPr>
              <a:t> </a:t>
            </a:r>
            <a:r>
              <a:rPr dirty="0" sz="1900" spc="-55">
                <a:solidFill>
                  <a:srgbClr val="5F606B"/>
                </a:solidFill>
                <a:latin typeface="Verdana"/>
                <a:cs typeface="Verdana"/>
              </a:rPr>
              <a:t>big</a:t>
            </a:r>
            <a:r>
              <a:rPr dirty="0" sz="1900" spc="-150">
                <a:solidFill>
                  <a:srgbClr val="5F606B"/>
                </a:solidFill>
                <a:latin typeface="Verdana"/>
                <a:cs typeface="Verdana"/>
              </a:rPr>
              <a:t> </a:t>
            </a:r>
            <a:r>
              <a:rPr dirty="0" sz="1900" spc="-45">
                <a:solidFill>
                  <a:srgbClr val="5F606B"/>
                </a:solidFill>
                <a:latin typeface="Verdana"/>
                <a:cs typeface="Verdana"/>
              </a:rPr>
              <a:t>amount</a:t>
            </a:r>
            <a:r>
              <a:rPr dirty="0" sz="1900" spc="-145">
                <a:solidFill>
                  <a:srgbClr val="5F606B"/>
                </a:solidFill>
                <a:latin typeface="Verdana"/>
                <a:cs typeface="Verdana"/>
              </a:rPr>
              <a:t> </a:t>
            </a:r>
            <a:r>
              <a:rPr dirty="0" sz="1900" spc="-30">
                <a:solidFill>
                  <a:srgbClr val="5F606B"/>
                </a:solidFill>
                <a:latin typeface="Verdana"/>
                <a:cs typeface="Verdana"/>
              </a:rPr>
              <a:t>with</a:t>
            </a:r>
            <a:r>
              <a:rPr dirty="0" sz="1900" spc="-175">
                <a:solidFill>
                  <a:srgbClr val="5F606B"/>
                </a:solidFill>
                <a:latin typeface="Verdana"/>
                <a:cs typeface="Verdana"/>
              </a:rPr>
              <a:t> </a:t>
            </a:r>
            <a:r>
              <a:rPr dirty="0" sz="1900" spc="-55">
                <a:solidFill>
                  <a:srgbClr val="5F606B"/>
                </a:solidFill>
                <a:latin typeface="Verdana"/>
                <a:cs typeface="Verdana"/>
              </a:rPr>
              <a:t>low-</a:t>
            </a:r>
            <a:r>
              <a:rPr dirty="0" sz="1900" spc="-10">
                <a:solidFill>
                  <a:srgbClr val="5F606B"/>
                </a:solidFill>
                <a:latin typeface="Verdana"/>
                <a:cs typeface="Verdana"/>
              </a:rPr>
              <a:t>interest </a:t>
            </a:r>
            <a:r>
              <a:rPr dirty="0" sz="1900" spc="-35">
                <a:solidFill>
                  <a:srgbClr val="5F606B"/>
                </a:solidFill>
                <a:latin typeface="Verdana"/>
                <a:cs typeface="Verdana"/>
              </a:rPr>
              <a:t>loans</a:t>
            </a:r>
            <a:r>
              <a:rPr dirty="0" sz="1900" spc="-135">
                <a:solidFill>
                  <a:srgbClr val="5F606B"/>
                </a:solidFill>
                <a:latin typeface="Verdana"/>
                <a:cs typeface="Verdana"/>
              </a:rPr>
              <a:t> </a:t>
            </a:r>
            <a:r>
              <a:rPr dirty="0" sz="1900">
                <a:solidFill>
                  <a:srgbClr val="5F606B"/>
                </a:solidFill>
                <a:latin typeface="Verdana"/>
                <a:cs typeface="Verdana"/>
              </a:rPr>
              <a:t>for</a:t>
            </a:r>
            <a:r>
              <a:rPr dirty="0" sz="1900" spc="-175">
                <a:solidFill>
                  <a:srgbClr val="5F606B"/>
                </a:solidFill>
                <a:latin typeface="Verdana"/>
                <a:cs typeface="Verdana"/>
              </a:rPr>
              <a:t> </a:t>
            </a:r>
            <a:r>
              <a:rPr dirty="0" sz="1900" spc="-70">
                <a:solidFill>
                  <a:srgbClr val="5F606B"/>
                </a:solidFill>
                <a:latin typeface="Verdana"/>
                <a:cs typeface="Verdana"/>
              </a:rPr>
              <a:t>long-</a:t>
            </a:r>
            <a:r>
              <a:rPr dirty="0" sz="1900" spc="-60">
                <a:solidFill>
                  <a:srgbClr val="5F606B"/>
                </a:solidFill>
                <a:latin typeface="Verdana"/>
                <a:cs typeface="Verdana"/>
              </a:rPr>
              <a:t>term</a:t>
            </a:r>
            <a:r>
              <a:rPr dirty="0" sz="1900" spc="-135">
                <a:solidFill>
                  <a:srgbClr val="5F606B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5F606B"/>
                </a:solidFill>
                <a:latin typeface="Verdana"/>
                <a:cs typeface="Verdana"/>
              </a:rPr>
              <a:t>goal</a:t>
            </a:r>
            <a:r>
              <a:rPr dirty="0" sz="1900" spc="-10">
                <a:solidFill>
                  <a:srgbClr val="1A1A1A"/>
                </a:solidFill>
                <a:latin typeface="Verdana"/>
                <a:cs typeface="Verdana"/>
              </a:rPr>
              <a:t>s</a:t>
            </a:r>
            <a:endParaRPr sz="1900">
              <a:latin typeface="Verdana"/>
              <a:cs typeface="Verdana"/>
            </a:endParaRPr>
          </a:p>
          <a:p>
            <a:pPr algn="ctr" marL="156210">
              <a:lnSpc>
                <a:spcPct val="100000"/>
              </a:lnSpc>
              <a:spcBef>
                <a:spcPts val="1465"/>
              </a:spcBef>
            </a:pPr>
            <a:r>
              <a:rPr dirty="0" sz="1900" b="1" i="1">
                <a:solidFill>
                  <a:srgbClr val="1A1A1A"/>
                </a:solidFill>
                <a:latin typeface="Arial"/>
                <a:cs typeface="Arial"/>
              </a:rPr>
              <a:t>How</a:t>
            </a:r>
            <a:r>
              <a:rPr dirty="0" sz="1900" spc="185" b="1" i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900" b="1" i="1">
                <a:solidFill>
                  <a:srgbClr val="1A1A1A"/>
                </a:solidFill>
                <a:latin typeface="Arial"/>
                <a:cs typeface="Arial"/>
              </a:rPr>
              <a:t>Techleaf</a:t>
            </a:r>
            <a:r>
              <a:rPr dirty="0" sz="1900" spc="155" b="1" i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900" spc="-10" b="1" i="1">
                <a:solidFill>
                  <a:srgbClr val="1A1A1A"/>
                </a:solidFill>
                <a:latin typeface="Arial"/>
                <a:cs typeface="Arial"/>
              </a:rPr>
              <a:t>Helps:</a:t>
            </a:r>
            <a:endParaRPr sz="1900">
              <a:latin typeface="Arial"/>
              <a:cs typeface="Arial"/>
            </a:endParaRPr>
          </a:p>
          <a:p>
            <a:pPr algn="ctr" marL="156845">
              <a:lnSpc>
                <a:spcPct val="100000"/>
              </a:lnSpc>
              <a:spcBef>
                <a:spcPts val="420"/>
              </a:spcBef>
            </a:pPr>
            <a:r>
              <a:rPr dirty="0" sz="1900" spc="-40" i="1">
                <a:solidFill>
                  <a:srgbClr val="4F4F58"/>
                </a:solidFill>
                <a:latin typeface="Verdana"/>
                <a:cs typeface="Verdana"/>
              </a:rPr>
              <a:t>User’s</a:t>
            </a:r>
            <a:r>
              <a:rPr dirty="0" sz="1900" spc="-175" i="1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i="1">
                <a:solidFill>
                  <a:srgbClr val="4F4F58"/>
                </a:solidFill>
                <a:latin typeface="Verdana"/>
                <a:cs typeface="Verdana"/>
              </a:rPr>
              <a:t>loan</a:t>
            </a:r>
            <a:r>
              <a:rPr dirty="0" sz="1900" spc="-150" i="1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30" i="1">
                <a:solidFill>
                  <a:srgbClr val="4F4F58"/>
                </a:solidFill>
                <a:latin typeface="Verdana"/>
                <a:cs typeface="Verdana"/>
              </a:rPr>
              <a:t>request</a:t>
            </a:r>
            <a:r>
              <a:rPr dirty="0" sz="1900" spc="-185" i="1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40" i="1">
                <a:solidFill>
                  <a:srgbClr val="4F4F58"/>
                </a:solidFill>
                <a:latin typeface="Verdana"/>
                <a:cs typeface="Verdana"/>
              </a:rPr>
              <a:t>is</a:t>
            </a:r>
            <a:r>
              <a:rPr dirty="0" sz="1900" spc="-170" i="1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i="1">
                <a:solidFill>
                  <a:srgbClr val="4F4F58"/>
                </a:solidFill>
                <a:latin typeface="Verdana"/>
                <a:cs typeface="Verdana"/>
              </a:rPr>
              <a:t>forwarded</a:t>
            </a:r>
            <a:r>
              <a:rPr dirty="0" sz="1900" spc="-180" i="1">
                <a:solidFill>
                  <a:srgbClr val="4F4F58"/>
                </a:solidFill>
                <a:latin typeface="Verdana"/>
                <a:cs typeface="Verdana"/>
              </a:rPr>
              <a:t> </a:t>
            </a:r>
            <a:r>
              <a:rPr dirty="0" sz="1900" spc="-25" i="1">
                <a:solidFill>
                  <a:srgbClr val="4F4F58"/>
                </a:solidFill>
                <a:latin typeface="Verdana"/>
                <a:cs typeface="Verdana"/>
              </a:rPr>
              <a:t>to</a:t>
            </a:r>
            <a:endParaRPr sz="1900">
              <a:latin typeface="Verdana"/>
              <a:cs typeface="Verdana"/>
            </a:endParaRPr>
          </a:p>
          <a:p>
            <a:pPr algn="ctr" marL="158115">
              <a:lnSpc>
                <a:spcPct val="100000"/>
              </a:lnSpc>
              <a:spcBef>
                <a:spcPts val="420"/>
              </a:spcBef>
            </a:pPr>
            <a:r>
              <a:rPr dirty="0" sz="1900" spc="-10" i="1">
                <a:solidFill>
                  <a:srgbClr val="4F4F58"/>
                </a:solidFill>
                <a:latin typeface="Verdana"/>
                <a:cs typeface="Verdana"/>
              </a:rPr>
              <a:t>banks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646" y="9819646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1404" y="0"/>
                </a:moveTo>
                <a:lnTo>
                  <a:pt x="13072" y="1686"/>
                </a:lnTo>
                <a:lnTo>
                  <a:pt x="6268" y="6285"/>
                </a:lnTo>
                <a:lnTo>
                  <a:pt x="1681" y="13105"/>
                </a:lnTo>
                <a:lnTo>
                  <a:pt x="0" y="21456"/>
                </a:lnTo>
                <a:lnTo>
                  <a:pt x="1681" y="29805"/>
                </a:lnTo>
                <a:lnTo>
                  <a:pt x="6268" y="36623"/>
                </a:lnTo>
                <a:lnTo>
                  <a:pt x="13072" y="41219"/>
                </a:lnTo>
                <a:lnTo>
                  <a:pt x="21404" y="42905"/>
                </a:lnTo>
                <a:lnTo>
                  <a:pt x="29736" y="41219"/>
                </a:lnTo>
                <a:lnTo>
                  <a:pt x="36539" y="36623"/>
                </a:lnTo>
                <a:lnTo>
                  <a:pt x="41126" y="29805"/>
                </a:lnTo>
                <a:lnTo>
                  <a:pt x="42808" y="21456"/>
                </a:lnTo>
                <a:lnTo>
                  <a:pt x="41126" y="13105"/>
                </a:lnTo>
                <a:lnTo>
                  <a:pt x="36539" y="6285"/>
                </a:lnTo>
                <a:lnTo>
                  <a:pt x="29736" y="1686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40755" y="9819646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11" y="0"/>
                </a:moveTo>
                <a:lnTo>
                  <a:pt x="13078" y="1686"/>
                </a:lnTo>
                <a:lnTo>
                  <a:pt x="6272" y="6285"/>
                </a:lnTo>
                <a:lnTo>
                  <a:pt x="1683" y="13105"/>
                </a:lnTo>
                <a:lnTo>
                  <a:pt x="0" y="21456"/>
                </a:lnTo>
                <a:lnTo>
                  <a:pt x="1683" y="29805"/>
                </a:lnTo>
                <a:lnTo>
                  <a:pt x="6272" y="36623"/>
                </a:lnTo>
                <a:lnTo>
                  <a:pt x="13078" y="41219"/>
                </a:lnTo>
                <a:lnTo>
                  <a:pt x="21411" y="42905"/>
                </a:lnTo>
                <a:lnTo>
                  <a:pt x="29743" y="41219"/>
                </a:lnTo>
                <a:lnTo>
                  <a:pt x="36546" y="36623"/>
                </a:lnTo>
                <a:lnTo>
                  <a:pt x="41133" y="29805"/>
                </a:lnTo>
                <a:lnTo>
                  <a:pt x="42815" y="21456"/>
                </a:lnTo>
                <a:lnTo>
                  <a:pt x="41133" y="13105"/>
                </a:lnTo>
                <a:lnTo>
                  <a:pt x="36546" y="6285"/>
                </a:lnTo>
                <a:lnTo>
                  <a:pt x="29743" y="1686"/>
                </a:lnTo>
                <a:lnTo>
                  <a:pt x="21411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4906" y="9819646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72" y="1686"/>
                </a:lnTo>
                <a:lnTo>
                  <a:pt x="6268" y="6285"/>
                </a:lnTo>
                <a:lnTo>
                  <a:pt x="1681" y="13105"/>
                </a:lnTo>
                <a:lnTo>
                  <a:pt x="0" y="21456"/>
                </a:lnTo>
                <a:lnTo>
                  <a:pt x="1681" y="29805"/>
                </a:lnTo>
                <a:lnTo>
                  <a:pt x="6268" y="36623"/>
                </a:lnTo>
                <a:lnTo>
                  <a:pt x="13072" y="41219"/>
                </a:lnTo>
                <a:lnTo>
                  <a:pt x="21404" y="42905"/>
                </a:lnTo>
                <a:lnTo>
                  <a:pt x="29736" y="41219"/>
                </a:lnTo>
                <a:lnTo>
                  <a:pt x="36539" y="36623"/>
                </a:lnTo>
                <a:lnTo>
                  <a:pt x="41126" y="29805"/>
                </a:lnTo>
                <a:lnTo>
                  <a:pt x="42808" y="21456"/>
                </a:lnTo>
                <a:lnTo>
                  <a:pt x="41126" y="13105"/>
                </a:lnTo>
                <a:lnTo>
                  <a:pt x="36539" y="6285"/>
                </a:lnTo>
                <a:lnTo>
                  <a:pt x="29736" y="1686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8999" y="9819646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93" y="1686"/>
                </a:lnTo>
                <a:lnTo>
                  <a:pt x="6287" y="6285"/>
                </a:lnTo>
                <a:lnTo>
                  <a:pt x="1688" y="13105"/>
                </a:lnTo>
                <a:lnTo>
                  <a:pt x="0" y="21456"/>
                </a:lnTo>
                <a:lnTo>
                  <a:pt x="1688" y="29805"/>
                </a:lnTo>
                <a:lnTo>
                  <a:pt x="6287" y="36623"/>
                </a:lnTo>
                <a:lnTo>
                  <a:pt x="13093" y="41219"/>
                </a:lnTo>
                <a:lnTo>
                  <a:pt x="21404" y="42905"/>
                </a:lnTo>
                <a:lnTo>
                  <a:pt x="29745" y="41219"/>
                </a:lnTo>
                <a:lnTo>
                  <a:pt x="36547" y="36623"/>
                </a:lnTo>
                <a:lnTo>
                  <a:pt x="41129" y="29805"/>
                </a:lnTo>
                <a:lnTo>
                  <a:pt x="42808" y="21456"/>
                </a:lnTo>
                <a:lnTo>
                  <a:pt x="41129" y="13105"/>
                </a:lnTo>
                <a:lnTo>
                  <a:pt x="36547" y="6285"/>
                </a:lnTo>
                <a:lnTo>
                  <a:pt x="29745" y="1686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6646" y="99598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1404" y="0"/>
                </a:moveTo>
                <a:lnTo>
                  <a:pt x="13072" y="1685"/>
                </a:lnTo>
                <a:lnTo>
                  <a:pt x="6268" y="6281"/>
                </a:lnTo>
                <a:lnTo>
                  <a:pt x="1681" y="13099"/>
                </a:lnTo>
                <a:lnTo>
                  <a:pt x="0" y="21449"/>
                </a:lnTo>
                <a:lnTo>
                  <a:pt x="1681" y="29799"/>
                </a:lnTo>
                <a:lnTo>
                  <a:pt x="6268" y="36619"/>
                </a:lnTo>
                <a:lnTo>
                  <a:pt x="13072" y="41218"/>
                </a:lnTo>
                <a:lnTo>
                  <a:pt x="21404" y="42905"/>
                </a:lnTo>
                <a:lnTo>
                  <a:pt x="29736" y="41218"/>
                </a:lnTo>
                <a:lnTo>
                  <a:pt x="36539" y="36619"/>
                </a:lnTo>
                <a:lnTo>
                  <a:pt x="41126" y="29799"/>
                </a:lnTo>
                <a:lnTo>
                  <a:pt x="42808" y="21449"/>
                </a:lnTo>
                <a:lnTo>
                  <a:pt x="41126" y="13099"/>
                </a:lnTo>
                <a:lnTo>
                  <a:pt x="36539" y="6281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40755" y="99598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11" y="0"/>
                </a:moveTo>
                <a:lnTo>
                  <a:pt x="13078" y="1685"/>
                </a:lnTo>
                <a:lnTo>
                  <a:pt x="6272" y="6281"/>
                </a:lnTo>
                <a:lnTo>
                  <a:pt x="1683" y="13099"/>
                </a:lnTo>
                <a:lnTo>
                  <a:pt x="0" y="21449"/>
                </a:lnTo>
                <a:lnTo>
                  <a:pt x="1683" y="29799"/>
                </a:lnTo>
                <a:lnTo>
                  <a:pt x="6272" y="36619"/>
                </a:lnTo>
                <a:lnTo>
                  <a:pt x="13078" y="41218"/>
                </a:lnTo>
                <a:lnTo>
                  <a:pt x="21411" y="42905"/>
                </a:lnTo>
                <a:lnTo>
                  <a:pt x="29743" y="41218"/>
                </a:lnTo>
                <a:lnTo>
                  <a:pt x="36546" y="36619"/>
                </a:lnTo>
                <a:lnTo>
                  <a:pt x="41133" y="29799"/>
                </a:lnTo>
                <a:lnTo>
                  <a:pt x="42815" y="21449"/>
                </a:lnTo>
                <a:lnTo>
                  <a:pt x="41133" y="13099"/>
                </a:lnTo>
                <a:lnTo>
                  <a:pt x="36546" y="6281"/>
                </a:lnTo>
                <a:lnTo>
                  <a:pt x="29743" y="1685"/>
                </a:lnTo>
                <a:lnTo>
                  <a:pt x="21411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4906" y="99598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72" y="1685"/>
                </a:lnTo>
                <a:lnTo>
                  <a:pt x="6268" y="6281"/>
                </a:lnTo>
                <a:lnTo>
                  <a:pt x="1681" y="13099"/>
                </a:lnTo>
                <a:lnTo>
                  <a:pt x="0" y="21449"/>
                </a:lnTo>
                <a:lnTo>
                  <a:pt x="1681" y="29799"/>
                </a:lnTo>
                <a:lnTo>
                  <a:pt x="6268" y="36619"/>
                </a:lnTo>
                <a:lnTo>
                  <a:pt x="13072" y="41218"/>
                </a:lnTo>
                <a:lnTo>
                  <a:pt x="21404" y="42905"/>
                </a:lnTo>
                <a:lnTo>
                  <a:pt x="29736" y="41218"/>
                </a:lnTo>
                <a:lnTo>
                  <a:pt x="36539" y="36619"/>
                </a:lnTo>
                <a:lnTo>
                  <a:pt x="41126" y="29799"/>
                </a:lnTo>
                <a:lnTo>
                  <a:pt x="42808" y="21449"/>
                </a:lnTo>
                <a:lnTo>
                  <a:pt x="41126" y="13099"/>
                </a:lnTo>
                <a:lnTo>
                  <a:pt x="36539" y="6281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28999" y="99598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93" y="1685"/>
                </a:lnTo>
                <a:lnTo>
                  <a:pt x="6287" y="6281"/>
                </a:lnTo>
                <a:lnTo>
                  <a:pt x="1688" y="13099"/>
                </a:lnTo>
                <a:lnTo>
                  <a:pt x="0" y="21449"/>
                </a:lnTo>
                <a:lnTo>
                  <a:pt x="1688" y="29799"/>
                </a:lnTo>
                <a:lnTo>
                  <a:pt x="6287" y="36619"/>
                </a:lnTo>
                <a:lnTo>
                  <a:pt x="13093" y="41218"/>
                </a:lnTo>
                <a:lnTo>
                  <a:pt x="21404" y="42905"/>
                </a:lnTo>
                <a:lnTo>
                  <a:pt x="29745" y="41218"/>
                </a:lnTo>
                <a:lnTo>
                  <a:pt x="36547" y="36619"/>
                </a:lnTo>
                <a:lnTo>
                  <a:pt x="41129" y="29799"/>
                </a:lnTo>
                <a:lnTo>
                  <a:pt x="42808" y="21449"/>
                </a:lnTo>
                <a:lnTo>
                  <a:pt x="41129" y="13099"/>
                </a:lnTo>
                <a:lnTo>
                  <a:pt x="36547" y="6281"/>
                </a:lnTo>
                <a:lnTo>
                  <a:pt x="29745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6646" y="1010002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1404" y="0"/>
                </a:moveTo>
                <a:lnTo>
                  <a:pt x="13072" y="1685"/>
                </a:lnTo>
                <a:lnTo>
                  <a:pt x="6268" y="6281"/>
                </a:lnTo>
                <a:lnTo>
                  <a:pt x="1681" y="13099"/>
                </a:lnTo>
                <a:lnTo>
                  <a:pt x="0" y="21449"/>
                </a:lnTo>
                <a:lnTo>
                  <a:pt x="1681" y="29798"/>
                </a:lnTo>
                <a:lnTo>
                  <a:pt x="6268" y="36616"/>
                </a:lnTo>
                <a:lnTo>
                  <a:pt x="13072" y="41212"/>
                </a:lnTo>
                <a:lnTo>
                  <a:pt x="21404" y="42898"/>
                </a:lnTo>
                <a:lnTo>
                  <a:pt x="29736" y="41212"/>
                </a:lnTo>
                <a:lnTo>
                  <a:pt x="36539" y="36616"/>
                </a:lnTo>
                <a:lnTo>
                  <a:pt x="41126" y="29798"/>
                </a:lnTo>
                <a:lnTo>
                  <a:pt x="42808" y="21449"/>
                </a:lnTo>
                <a:lnTo>
                  <a:pt x="41126" y="13099"/>
                </a:lnTo>
                <a:lnTo>
                  <a:pt x="36539" y="6281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0755" y="1010002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11" y="0"/>
                </a:moveTo>
                <a:lnTo>
                  <a:pt x="13078" y="1685"/>
                </a:lnTo>
                <a:lnTo>
                  <a:pt x="6272" y="6281"/>
                </a:lnTo>
                <a:lnTo>
                  <a:pt x="1683" y="13099"/>
                </a:lnTo>
                <a:lnTo>
                  <a:pt x="0" y="21449"/>
                </a:lnTo>
                <a:lnTo>
                  <a:pt x="1683" y="29798"/>
                </a:lnTo>
                <a:lnTo>
                  <a:pt x="6272" y="36616"/>
                </a:lnTo>
                <a:lnTo>
                  <a:pt x="13078" y="41212"/>
                </a:lnTo>
                <a:lnTo>
                  <a:pt x="21411" y="42898"/>
                </a:lnTo>
                <a:lnTo>
                  <a:pt x="29743" y="41212"/>
                </a:lnTo>
                <a:lnTo>
                  <a:pt x="36546" y="36616"/>
                </a:lnTo>
                <a:lnTo>
                  <a:pt x="41133" y="29798"/>
                </a:lnTo>
                <a:lnTo>
                  <a:pt x="42815" y="21449"/>
                </a:lnTo>
                <a:lnTo>
                  <a:pt x="41133" y="13099"/>
                </a:lnTo>
                <a:lnTo>
                  <a:pt x="36546" y="6281"/>
                </a:lnTo>
                <a:lnTo>
                  <a:pt x="29743" y="1685"/>
                </a:lnTo>
                <a:lnTo>
                  <a:pt x="21411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4906" y="1010002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72" y="1685"/>
                </a:lnTo>
                <a:lnTo>
                  <a:pt x="6268" y="6281"/>
                </a:lnTo>
                <a:lnTo>
                  <a:pt x="1681" y="13099"/>
                </a:lnTo>
                <a:lnTo>
                  <a:pt x="0" y="21449"/>
                </a:lnTo>
                <a:lnTo>
                  <a:pt x="1681" y="29798"/>
                </a:lnTo>
                <a:lnTo>
                  <a:pt x="6268" y="36616"/>
                </a:lnTo>
                <a:lnTo>
                  <a:pt x="13072" y="41212"/>
                </a:lnTo>
                <a:lnTo>
                  <a:pt x="21404" y="42898"/>
                </a:lnTo>
                <a:lnTo>
                  <a:pt x="29736" y="41212"/>
                </a:lnTo>
                <a:lnTo>
                  <a:pt x="36539" y="36616"/>
                </a:lnTo>
                <a:lnTo>
                  <a:pt x="41126" y="29798"/>
                </a:lnTo>
                <a:lnTo>
                  <a:pt x="42808" y="21449"/>
                </a:lnTo>
                <a:lnTo>
                  <a:pt x="41126" y="13099"/>
                </a:lnTo>
                <a:lnTo>
                  <a:pt x="36539" y="6281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28999" y="1010002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93" y="1685"/>
                </a:lnTo>
                <a:lnTo>
                  <a:pt x="6287" y="6281"/>
                </a:lnTo>
                <a:lnTo>
                  <a:pt x="1688" y="13099"/>
                </a:lnTo>
                <a:lnTo>
                  <a:pt x="0" y="21449"/>
                </a:lnTo>
                <a:lnTo>
                  <a:pt x="1688" y="29798"/>
                </a:lnTo>
                <a:lnTo>
                  <a:pt x="6287" y="36616"/>
                </a:lnTo>
                <a:lnTo>
                  <a:pt x="13093" y="41212"/>
                </a:lnTo>
                <a:lnTo>
                  <a:pt x="21404" y="42898"/>
                </a:lnTo>
                <a:lnTo>
                  <a:pt x="29745" y="41212"/>
                </a:lnTo>
                <a:lnTo>
                  <a:pt x="36547" y="36616"/>
                </a:lnTo>
                <a:lnTo>
                  <a:pt x="41129" y="29798"/>
                </a:lnTo>
                <a:lnTo>
                  <a:pt x="42808" y="21449"/>
                </a:lnTo>
                <a:lnTo>
                  <a:pt x="41129" y="13099"/>
                </a:lnTo>
                <a:lnTo>
                  <a:pt x="36547" y="6281"/>
                </a:lnTo>
                <a:lnTo>
                  <a:pt x="29745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6646" y="102402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1404" y="0"/>
                </a:moveTo>
                <a:lnTo>
                  <a:pt x="13072" y="1685"/>
                </a:lnTo>
                <a:lnTo>
                  <a:pt x="6268" y="6282"/>
                </a:lnTo>
                <a:lnTo>
                  <a:pt x="1681" y="13100"/>
                </a:lnTo>
                <a:lnTo>
                  <a:pt x="0" y="21450"/>
                </a:lnTo>
                <a:lnTo>
                  <a:pt x="1681" y="29800"/>
                </a:lnTo>
                <a:lnTo>
                  <a:pt x="6268" y="36618"/>
                </a:lnTo>
                <a:lnTo>
                  <a:pt x="13072" y="41215"/>
                </a:lnTo>
                <a:lnTo>
                  <a:pt x="21404" y="42901"/>
                </a:lnTo>
                <a:lnTo>
                  <a:pt x="29736" y="41215"/>
                </a:lnTo>
                <a:lnTo>
                  <a:pt x="36539" y="36618"/>
                </a:lnTo>
                <a:lnTo>
                  <a:pt x="41126" y="29800"/>
                </a:lnTo>
                <a:lnTo>
                  <a:pt x="42808" y="21450"/>
                </a:lnTo>
                <a:lnTo>
                  <a:pt x="41126" y="13100"/>
                </a:lnTo>
                <a:lnTo>
                  <a:pt x="36539" y="6282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40755" y="102402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11" y="0"/>
                </a:moveTo>
                <a:lnTo>
                  <a:pt x="13078" y="1685"/>
                </a:lnTo>
                <a:lnTo>
                  <a:pt x="6272" y="6282"/>
                </a:lnTo>
                <a:lnTo>
                  <a:pt x="1683" y="13100"/>
                </a:lnTo>
                <a:lnTo>
                  <a:pt x="0" y="21450"/>
                </a:lnTo>
                <a:lnTo>
                  <a:pt x="1683" y="29800"/>
                </a:lnTo>
                <a:lnTo>
                  <a:pt x="6272" y="36618"/>
                </a:lnTo>
                <a:lnTo>
                  <a:pt x="13078" y="41215"/>
                </a:lnTo>
                <a:lnTo>
                  <a:pt x="21411" y="42901"/>
                </a:lnTo>
                <a:lnTo>
                  <a:pt x="29743" y="41215"/>
                </a:lnTo>
                <a:lnTo>
                  <a:pt x="36546" y="36618"/>
                </a:lnTo>
                <a:lnTo>
                  <a:pt x="41133" y="29800"/>
                </a:lnTo>
                <a:lnTo>
                  <a:pt x="42815" y="21450"/>
                </a:lnTo>
                <a:lnTo>
                  <a:pt x="41133" y="13100"/>
                </a:lnTo>
                <a:lnTo>
                  <a:pt x="36546" y="6282"/>
                </a:lnTo>
                <a:lnTo>
                  <a:pt x="29743" y="1685"/>
                </a:lnTo>
                <a:lnTo>
                  <a:pt x="21411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84906" y="102402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72" y="1685"/>
                </a:lnTo>
                <a:lnTo>
                  <a:pt x="6268" y="6282"/>
                </a:lnTo>
                <a:lnTo>
                  <a:pt x="1681" y="13100"/>
                </a:lnTo>
                <a:lnTo>
                  <a:pt x="0" y="21450"/>
                </a:lnTo>
                <a:lnTo>
                  <a:pt x="1681" y="29800"/>
                </a:lnTo>
                <a:lnTo>
                  <a:pt x="6268" y="36618"/>
                </a:lnTo>
                <a:lnTo>
                  <a:pt x="13072" y="41215"/>
                </a:lnTo>
                <a:lnTo>
                  <a:pt x="21404" y="42901"/>
                </a:lnTo>
                <a:lnTo>
                  <a:pt x="29736" y="41215"/>
                </a:lnTo>
                <a:lnTo>
                  <a:pt x="36539" y="36618"/>
                </a:lnTo>
                <a:lnTo>
                  <a:pt x="41126" y="29800"/>
                </a:lnTo>
                <a:lnTo>
                  <a:pt x="42808" y="21450"/>
                </a:lnTo>
                <a:lnTo>
                  <a:pt x="41126" y="13100"/>
                </a:lnTo>
                <a:lnTo>
                  <a:pt x="36539" y="6282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28999" y="102402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93" y="1685"/>
                </a:lnTo>
                <a:lnTo>
                  <a:pt x="6287" y="6282"/>
                </a:lnTo>
                <a:lnTo>
                  <a:pt x="1688" y="13100"/>
                </a:lnTo>
                <a:lnTo>
                  <a:pt x="0" y="21450"/>
                </a:lnTo>
                <a:lnTo>
                  <a:pt x="1688" y="29800"/>
                </a:lnTo>
                <a:lnTo>
                  <a:pt x="6287" y="36618"/>
                </a:lnTo>
                <a:lnTo>
                  <a:pt x="13093" y="41215"/>
                </a:lnTo>
                <a:lnTo>
                  <a:pt x="21404" y="42901"/>
                </a:lnTo>
                <a:lnTo>
                  <a:pt x="29745" y="41215"/>
                </a:lnTo>
                <a:lnTo>
                  <a:pt x="36547" y="36618"/>
                </a:lnTo>
                <a:lnTo>
                  <a:pt x="41129" y="29800"/>
                </a:lnTo>
                <a:lnTo>
                  <a:pt x="42808" y="21450"/>
                </a:lnTo>
                <a:lnTo>
                  <a:pt x="41129" y="13100"/>
                </a:lnTo>
                <a:lnTo>
                  <a:pt x="36547" y="6282"/>
                </a:lnTo>
                <a:lnTo>
                  <a:pt x="29745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2179" y="0"/>
            <a:ext cx="12883642" cy="1028700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417689" y="1829840"/>
            <a:ext cx="741680" cy="58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" marR="5080" indent="-21590">
              <a:lnSpc>
                <a:spcPct val="114399"/>
              </a:lnSpc>
              <a:spcBef>
                <a:spcPts val="100"/>
              </a:spcBef>
            </a:pPr>
            <a:r>
              <a:rPr dirty="0" sz="1600" spc="-30">
                <a:solidFill>
                  <a:srgbClr val="04ABC4"/>
                </a:solidFill>
                <a:latin typeface="Verdana"/>
                <a:cs typeface="Verdana"/>
              </a:rPr>
              <a:t>Manual </a:t>
            </a:r>
            <a:r>
              <a:rPr dirty="0" sz="1600" spc="-25">
                <a:solidFill>
                  <a:srgbClr val="04ABC4"/>
                </a:solidFill>
                <a:latin typeface="Verdana"/>
                <a:cs typeface="Verdana"/>
              </a:rPr>
              <a:t>Search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09998" y="4388613"/>
            <a:ext cx="1310640" cy="58293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370"/>
              </a:spcBef>
            </a:pPr>
            <a:r>
              <a:rPr dirty="0" sz="1600" spc="-10">
                <a:solidFill>
                  <a:srgbClr val="04ABC4"/>
                </a:solidFill>
                <a:latin typeface="Verdana"/>
                <a:cs typeface="Verdana"/>
              </a:rPr>
              <a:t>Complicated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600" spc="-30">
                <a:solidFill>
                  <a:srgbClr val="04ABC4"/>
                </a:solidFill>
                <a:latin typeface="Verdana"/>
                <a:cs typeface="Verdana"/>
              </a:rPr>
              <a:t>Comparisons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61684" y="2915183"/>
            <a:ext cx="1119505" cy="58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69240">
              <a:lnSpc>
                <a:spcPct val="114399"/>
              </a:lnSpc>
              <a:spcBef>
                <a:spcPts val="100"/>
              </a:spcBef>
            </a:pPr>
            <a:r>
              <a:rPr dirty="0" sz="1600">
                <a:solidFill>
                  <a:srgbClr val="04ABC4"/>
                </a:solidFill>
                <a:latin typeface="Verdana"/>
                <a:cs typeface="Verdana"/>
              </a:rPr>
              <a:t>Time-</a:t>
            </a:r>
            <a:r>
              <a:rPr dirty="0" sz="1600" spc="-50">
                <a:solidFill>
                  <a:srgbClr val="04ABC4"/>
                </a:solidFill>
                <a:latin typeface="Verdana"/>
                <a:cs typeface="Verdana"/>
              </a:rPr>
              <a:t>Consuming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53785" y="7184900"/>
            <a:ext cx="1532890" cy="58293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dirty="0" sz="1600" spc="-55">
                <a:solidFill>
                  <a:srgbClr val="04ABC4"/>
                </a:solidFill>
                <a:latin typeface="Verdana"/>
                <a:cs typeface="Verdana"/>
              </a:rPr>
              <a:t>Lack</a:t>
            </a:r>
            <a:r>
              <a:rPr dirty="0" sz="1600" spc="-140">
                <a:solidFill>
                  <a:srgbClr val="04ABC4"/>
                </a:solidFill>
                <a:latin typeface="Verdana"/>
                <a:cs typeface="Verdana"/>
              </a:rPr>
              <a:t> </a:t>
            </a:r>
            <a:r>
              <a:rPr dirty="0" sz="1600" spc="-25">
                <a:solidFill>
                  <a:srgbClr val="04ABC4"/>
                </a:solidFill>
                <a:latin typeface="Verdana"/>
                <a:cs typeface="Verdana"/>
              </a:rPr>
              <a:t>of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dirty="0" sz="1600" spc="-10">
                <a:solidFill>
                  <a:srgbClr val="04ABC4"/>
                </a:solidFill>
                <a:latin typeface="Verdana"/>
                <a:cs typeface="Verdana"/>
              </a:rPr>
              <a:t>Personalization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57466" y="8212988"/>
            <a:ext cx="1261110" cy="58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3215" marR="5080" indent="-311150">
              <a:lnSpc>
                <a:spcPct val="114399"/>
              </a:lnSpc>
              <a:spcBef>
                <a:spcPts val="100"/>
              </a:spcBef>
            </a:pPr>
            <a:r>
              <a:rPr dirty="0" sz="1600">
                <a:solidFill>
                  <a:srgbClr val="04ABC4"/>
                </a:solidFill>
                <a:latin typeface="Verdana"/>
                <a:cs typeface="Verdana"/>
              </a:rPr>
              <a:t>No</a:t>
            </a:r>
            <a:r>
              <a:rPr dirty="0" sz="1600" spc="-160">
                <a:solidFill>
                  <a:srgbClr val="04ABC4"/>
                </a:solidFill>
                <a:latin typeface="Verdana"/>
                <a:cs typeface="Verdana"/>
              </a:rPr>
              <a:t> </a:t>
            </a:r>
            <a:r>
              <a:rPr dirty="0" sz="1600" spc="-40">
                <a:solidFill>
                  <a:srgbClr val="04ABC4"/>
                </a:solidFill>
                <a:latin typeface="Verdana"/>
                <a:cs typeface="Verdana"/>
              </a:rPr>
              <a:t>Exclusive </a:t>
            </a:r>
            <a:r>
              <a:rPr dirty="0" sz="1600" spc="-10">
                <a:solidFill>
                  <a:srgbClr val="04ABC4"/>
                </a:solidFill>
                <a:latin typeface="Verdana"/>
                <a:cs typeface="Verdana"/>
              </a:rPr>
              <a:t>Offers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72483" y="5898031"/>
            <a:ext cx="1186815" cy="58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7155">
              <a:lnSpc>
                <a:spcPct val="114399"/>
              </a:lnSpc>
              <a:spcBef>
                <a:spcPts val="100"/>
              </a:spcBef>
            </a:pPr>
            <a:r>
              <a:rPr dirty="0" sz="1600" spc="-10">
                <a:solidFill>
                  <a:srgbClr val="04ABC4"/>
                </a:solidFill>
                <a:latin typeface="Verdana"/>
                <a:cs typeface="Verdana"/>
              </a:rPr>
              <a:t>Scattered </a:t>
            </a:r>
            <a:r>
              <a:rPr dirty="0" sz="1600" spc="-40">
                <a:solidFill>
                  <a:srgbClr val="04ABC4"/>
                </a:solidFill>
                <a:latin typeface="Verdana"/>
                <a:cs typeface="Verdana"/>
              </a:rPr>
              <a:t>Information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904856" y="1829840"/>
            <a:ext cx="1122680" cy="58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4154" marR="5080" indent="-212090">
              <a:lnSpc>
                <a:spcPct val="114399"/>
              </a:lnSpc>
              <a:spcBef>
                <a:spcPts val="100"/>
              </a:spcBef>
            </a:pPr>
            <a:r>
              <a:rPr dirty="0" sz="1600" spc="-30">
                <a:solidFill>
                  <a:srgbClr val="276A89"/>
                </a:solidFill>
                <a:latin typeface="Verdana"/>
                <a:cs typeface="Verdana"/>
              </a:rPr>
              <a:t>Automated </a:t>
            </a:r>
            <a:r>
              <a:rPr dirty="0" sz="1600" spc="-10">
                <a:solidFill>
                  <a:srgbClr val="276A89"/>
                </a:solidFill>
                <a:latin typeface="Verdana"/>
                <a:cs typeface="Verdana"/>
              </a:rPr>
              <a:t>Search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706604" y="4388613"/>
            <a:ext cx="1210310" cy="58293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dirty="0" sz="1600" spc="-10">
                <a:solidFill>
                  <a:srgbClr val="276A89"/>
                </a:solidFill>
                <a:latin typeface="Verdana"/>
                <a:cs typeface="Verdana"/>
              </a:rPr>
              <a:t>Smart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dirty="0" sz="1600" spc="-10">
                <a:solidFill>
                  <a:srgbClr val="276A89"/>
                </a:solidFill>
                <a:latin typeface="Verdana"/>
                <a:cs typeface="Verdana"/>
              </a:rPr>
              <a:t>Comparison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06606" y="2915183"/>
            <a:ext cx="669290" cy="58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5720">
              <a:lnSpc>
                <a:spcPct val="114399"/>
              </a:lnSpc>
              <a:spcBef>
                <a:spcPts val="100"/>
              </a:spcBef>
            </a:pPr>
            <a:r>
              <a:rPr dirty="0" sz="1600">
                <a:solidFill>
                  <a:srgbClr val="276A89"/>
                </a:solidFill>
                <a:latin typeface="Verdana"/>
                <a:cs typeface="Verdana"/>
              </a:rPr>
              <a:t>Time-</a:t>
            </a:r>
            <a:r>
              <a:rPr dirty="0" sz="1600" spc="-80">
                <a:solidFill>
                  <a:srgbClr val="276A89"/>
                </a:solidFill>
                <a:latin typeface="Verdana"/>
                <a:cs typeface="Verdana"/>
              </a:rPr>
              <a:t>Saving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402314" y="7215022"/>
            <a:ext cx="1275715" cy="58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9060" marR="5080" indent="-86995">
              <a:lnSpc>
                <a:spcPct val="114399"/>
              </a:lnSpc>
              <a:spcBef>
                <a:spcPts val="100"/>
              </a:spcBef>
            </a:pPr>
            <a:r>
              <a:rPr dirty="0" sz="1600" spc="-20">
                <a:solidFill>
                  <a:srgbClr val="276A89"/>
                </a:solidFill>
                <a:latin typeface="Verdana"/>
                <a:cs typeface="Verdana"/>
              </a:rPr>
              <a:t>Personalized </a:t>
            </a:r>
            <a:r>
              <a:rPr dirty="0" sz="1600" spc="-10">
                <a:solidFill>
                  <a:srgbClr val="276A89"/>
                </a:solidFill>
                <a:latin typeface="Verdana"/>
                <a:cs typeface="Verdana"/>
              </a:rPr>
              <a:t>Experience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001250" y="8212988"/>
            <a:ext cx="933450" cy="58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marR="5080" indent="-146685">
              <a:lnSpc>
                <a:spcPct val="114399"/>
              </a:lnSpc>
              <a:spcBef>
                <a:spcPts val="100"/>
              </a:spcBef>
            </a:pPr>
            <a:r>
              <a:rPr dirty="0" sz="1600" spc="-40">
                <a:solidFill>
                  <a:srgbClr val="276A89"/>
                </a:solidFill>
                <a:latin typeface="Verdana"/>
                <a:cs typeface="Verdana"/>
              </a:rPr>
              <a:t>Exclusive </a:t>
            </a:r>
            <a:r>
              <a:rPr dirty="0" sz="1600" spc="-10">
                <a:solidFill>
                  <a:srgbClr val="276A89"/>
                </a:solidFill>
                <a:latin typeface="Verdana"/>
                <a:cs typeface="Verdana"/>
              </a:rPr>
              <a:t>Offers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805409" y="5898031"/>
            <a:ext cx="1013460" cy="58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9060" marR="5080" indent="-86995">
              <a:lnSpc>
                <a:spcPct val="114399"/>
              </a:lnSpc>
              <a:spcBef>
                <a:spcPts val="100"/>
              </a:spcBef>
            </a:pPr>
            <a:r>
              <a:rPr dirty="0" sz="1600" spc="-35">
                <a:solidFill>
                  <a:srgbClr val="276A89"/>
                </a:solidFill>
                <a:latin typeface="Verdana"/>
                <a:cs typeface="Verdana"/>
              </a:rPr>
              <a:t>All-</a:t>
            </a:r>
            <a:r>
              <a:rPr dirty="0" sz="1600" spc="-65">
                <a:solidFill>
                  <a:srgbClr val="276A89"/>
                </a:solidFill>
                <a:latin typeface="Verdana"/>
                <a:cs typeface="Verdana"/>
              </a:rPr>
              <a:t>in-</a:t>
            </a:r>
            <a:r>
              <a:rPr dirty="0" sz="1600" spc="-30">
                <a:solidFill>
                  <a:srgbClr val="276A89"/>
                </a:solidFill>
                <a:latin typeface="Verdana"/>
                <a:cs typeface="Verdana"/>
              </a:rPr>
              <a:t>One </a:t>
            </a:r>
            <a:r>
              <a:rPr dirty="0" sz="1600" spc="-10">
                <a:solidFill>
                  <a:srgbClr val="276A89"/>
                </a:solidFill>
                <a:latin typeface="Verdana"/>
                <a:cs typeface="Verdana"/>
              </a:rPr>
              <a:t>Platform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99489" y="4589729"/>
            <a:ext cx="2291715" cy="863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0" spc="710">
                <a:solidFill>
                  <a:srgbClr val="04ABC4"/>
                </a:solidFill>
                <a:latin typeface="Arial Black"/>
                <a:cs typeface="Arial Black"/>
              </a:rPr>
              <a:t>AS-</a:t>
            </a:r>
            <a:r>
              <a:rPr dirty="0" sz="5500" spc="-45">
                <a:solidFill>
                  <a:srgbClr val="04ABC4"/>
                </a:solidFill>
                <a:latin typeface="Arial Black"/>
                <a:cs typeface="Arial Black"/>
              </a:rPr>
              <a:t>I</a:t>
            </a:r>
            <a:r>
              <a:rPr dirty="0" sz="5500" spc="-595">
                <a:solidFill>
                  <a:srgbClr val="04ABC4"/>
                </a:solidFill>
                <a:latin typeface="Arial Black"/>
                <a:cs typeface="Arial Black"/>
              </a:rPr>
              <a:t>S</a:t>
            </a:r>
            <a:endParaRPr sz="5500">
              <a:latin typeface="Arial Black"/>
              <a:cs typeface="Arial Black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640560" y="4589729"/>
            <a:ext cx="2511425" cy="863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0" spc="650">
                <a:solidFill>
                  <a:srgbClr val="276A89"/>
                </a:solidFill>
                <a:latin typeface="Arial Black"/>
                <a:cs typeface="Arial Black"/>
              </a:rPr>
              <a:t>TO-</a:t>
            </a:r>
            <a:r>
              <a:rPr dirty="0" sz="5500" spc="-335">
                <a:solidFill>
                  <a:srgbClr val="276A89"/>
                </a:solidFill>
                <a:latin typeface="Arial Black"/>
                <a:cs typeface="Arial Black"/>
              </a:rPr>
              <a:t>B</a:t>
            </a:r>
            <a:r>
              <a:rPr dirty="0" sz="5500" spc="-885">
                <a:solidFill>
                  <a:srgbClr val="276A89"/>
                </a:solidFill>
                <a:latin typeface="Arial Black"/>
                <a:cs typeface="Arial Black"/>
              </a:rPr>
              <a:t>E</a:t>
            </a:r>
            <a:endParaRPr sz="5500">
              <a:latin typeface="Arial Black"/>
              <a:cs typeface="Arial Black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7502358" y="0"/>
            <a:ext cx="786130" cy="1023619"/>
            <a:chOff x="17502358" y="0"/>
            <a:chExt cx="786130" cy="1023619"/>
          </a:xfrm>
        </p:grpSpPr>
        <p:sp>
          <p:nvSpPr>
            <p:cNvPr id="34" name="object 34"/>
            <p:cNvSpPr/>
            <p:nvPr/>
          </p:nvSpPr>
          <p:spPr>
            <a:xfrm>
              <a:off x="17502717" y="0"/>
              <a:ext cx="578485" cy="445134"/>
            </a:xfrm>
            <a:custGeom>
              <a:avLst/>
              <a:gdLst/>
              <a:ahLst/>
              <a:cxnLst/>
              <a:rect l="l" t="t" r="r" b="b"/>
              <a:pathLst>
                <a:path w="578484" h="445134">
                  <a:moveTo>
                    <a:pt x="578389" y="0"/>
                  </a:moveTo>
                  <a:lnTo>
                    <a:pt x="444110" y="0"/>
                  </a:lnTo>
                  <a:lnTo>
                    <a:pt x="0" y="444193"/>
                  </a:lnTo>
                  <a:lnTo>
                    <a:pt x="0" y="444553"/>
                  </a:lnTo>
                  <a:lnTo>
                    <a:pt x="578390" y="444554"/>
                  </a:lnTo>
                  <a:lnTo>
                    <a:pt x="578389" y="0"/>
                  </a:lnTo>
                  <a:close/>
                </a:path>
              </a:pathLst>
            </a:custGeom>
            <a:solidFill>
              <a:srgbClr val="276A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7502358" y="444554"/>
              <a:ext cx="579120" cy="579120"/>
            </a:xfrm>
            <a:custGeom>
              <a:avLst/>
              <a:gdLst/>
              <a:ahLst/>
              <a:cxnLst/>
              <a:rect l="l" t="t" r="r" b="b"/>
              <a:pathLst>
                <a:path w="579119" h="579119">
                  <a:moveTo>
                    <a:pt x="578749" y="0"/>
                  </a:moveTo>
                  <a:lnTo>
                    <a:pt x="0" y="578867"/>
                  </a:lnTo>
                  <a:lnTo>
                    <a:pt x="578750" y="578868"/>
                  </a:lnTo>
                  <a:lnTo>
                    <a:pt x="578749" y="0"/>
                  </a:lnTo>
                  <a:close/>
                </a:path>
              </a:pathLst>
            </a:custGeom>
            <a:solidFill>
              <a:srgbClr val="04AB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8081146" y="237639"/>
              <a:ext cx="207010" cy="207010"/>
            </a:xfrm>
            <a:custGeom>
              <a:avLst/>
              <a:gdLst/>
              <a:ahLst/>
              <a:cxnLst/>
              <a:rect l="l" t="t" r="r" b="b"/>
              <a:pathLst>
                <a:path w="207009" h="207009">
                  <a:moveTo>
                    <a:pt x="206892" y="0"/>
                  </a:moveTo>
                  <a:lnTo>
                    <a:pt x="0" y="206927"/>
                  </a:lnTo>
                  <a:lnTo>
                    <a:pt x="206892" y="206927"/>
                  </a:lnTo>
                  <a:lnTo>
                    <a:pt x="206892" y="0"/>
                  </a:lnTo>
                  <a:close/>
                </a:path>
              </a:pathLst>
            </a:custGeom>
            <a:solidFill>
              <a:srgbClr val="E4F1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8081484" y="816492"/>
              <a:ext cx="207010" cy="207010"/>
            </a:xfrm>
            <a:custGeom>
              <a:avLst/>
              <a:gdLst/>
              <a:ahLst/>
              <a:cxnLst/>
              <a:rect l="l" t="t" r="r" b="b"/>
              <a:pathLst>
                <a:path w="207009" h="207009">
                  <a:moveTo>
                    <a:pt x="206553" y="0"/>
                  </a:moveTo>
                  <a:lnTo>
                    <a:pt x="0" y="206591"/>
                  </a:lnTo>
                  <a:lnTo>
                    <a:pt x="206553" y="206591"/>
                  </a:lnTo>
                  <a:lnTo>
                    <a:pt x="206553" y="0"/>
                  </a:lnTo>
                  <a:close/>
                </a:path>
              </a:pathLst>
            </a:custGeom>
            <a:solidFill>
              <a:srgbClr val="276A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/>
          <p:nvPr/>
        </p:nvSpPr>
        <p:spPr>
          <a:xfrm>
            <a:off x="17491837" y="8458454"/>
            <a:ext cx="796290" cy="800100"/>
          </a:xfrm>
          <a:custGeom>
            <a:avLst/>
            <a:gdLst/>
            <a:ahLst/>
            <a:cxnLst/>
            <a:rect l="l" t="t" r="r" b="b"/>
            <a:pathLst>
              <a:path w="796290" h="800100">
                <a:moveTo>
                  <a:pt x="796163" y="0"/>
                </a:moveTo>
                <a:lnTo>
                  <a:pt x="80009" y="0"/>
                </a:lnTo>
                <a:lnTo>
                  <a:pt x="64337" y="1543"/>
                </a:lnTo>
                <a:lnTo>
                  <a:pt x="23368" y="23368"/>
                </a:lnTo>
                <a:lnTo>
                  <a:pt x="1543" y="64337"/>
                </a:lnTo>
                <a:lnTo>
                  <a:pt x="0" y="80010"/>
                </a:lnTo>
                <a:lnTo>
                  <a:pt x="0" y="719797"/>
                </a:lnTo>
                <a:lnTo>
                  <a:pt x="13394" y="764210"/>
                </a:lnTo>
                <a:lnTo>
                  <a:pt x="49403" y="793753"/>
                </a:lnTo>
                <a:lnTo>
                  <a:pt x="80009" y="799846"/>
                </a:lnTo>
                <a:lnTo>
                  <a:pt x="796163" y="799846"/>
                </a:lnTo>
                <a:lnTo>
                  <a:pt x="796163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7759934" y="8713089"/>
            <a:ext cx="274955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-25">
                <a:solidFill>
                  <a:srgbClr val="FFFFFF"/>
                </a:solidFill>
                <a:latin typeface="Arial Black"/>
                <a:cs typeface="Arial Black"/>
              </a:rPr>
              <a:t>04</a:t>
            </a:r>
            <a:endParaRPr sz="1450">
              <a:latin typeface="Arial Black"/>
              <a:cs typeface="Arial Black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9144000" y="1170305"/>
            <a:ext cx="0" cy="3844290"/>
          </a:xfrm>
          <a:custGeom>
            <a:avLst/>
            <a:gdLst/>
            <a:ahLst/>
            <a:cxnLst/>
            <a:rect l="l" t="t" r="r" b="b"/>
            <a:pathLst>
              <a:path w="0" h="3844290">
                <a:moveTo>
                  <a:pt x="0" y="3844163"/>
                </a:moveTo>
                <a:lnTo>
                  <a:pt x="0" y="0"/>
                </a:lnTo>
              </a:path>
            </a:pathLst>
          </a:custGeom>
          <a:ln w="38100">
            <a:solidFill>
              <a:srgbClr val="92BD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009108" y="392164"/>
            <a:ext cx="13335" cy="536575"/>
          </a:xfrm>
          <a:custGeom>
            <a:avLst/>
            <a:gdLst/>
            <a:ahLst/>
            <a:cxnLst/>
            <a:rect l="l" t="t" r="r" b="b"/>
            <a:pathLst>
              <a:path w="13334" h="536575">
                <a:moveTo>
                  <a:pt x="12864" y="0"/>
                </a:moveTo>
                <a:lnTo>
                  <a:pt x="0" y="0"/>
                </a:lnTo>
                <a:lnTo>
                  <a:pt x="0" y="536202"/>
                </a:lnTo>
                <a:lnTo>
                  <a:pt x="12864" y="536202"/>
                </a:lnTo>
                <a:lnTo>
                  <a:pt x="12864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2" name="object 4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661" y="534419"/>
            <a:ext cx="1009376" cy="266384"/>
          </a:xfrm>
          <a:prstGeom prst="rect">
            <a:avLst/>
          </a:prstGeom>
        </p:spPr>
      </p:pic>
      <p:sp>
        <p:nvSpPr>
          <p:cNvPr id="43" name="object 43"/>
          <p:cNvSpPr/>
          <p:nvPr/>
        </p:nvSpPr>
        <p:spPr>
          <a:xfrm>
            <a:off x="652747" y="444188"/>
            <a:ext cx="263525" cy="452755"/>
          </a:xfrm>
          <a:custGeom>
            <a:avLst/>
            <a:gdLst/>
            <a:ahLst/>
            <a:cxnLst/>
            <a:rect l="l" t="t" r="r" b="b"/>
            <a:pathLst>
              <a:path w="263525" h="452755">
                <a:moveTo>
                  <a:pt x="132977" y="206963"/>
                </a:moveTo>
                <a:lnTo>
                  <a:pt x="123364" y="210579"/>
                </a:lnTo>
                <a:lnTo>
                  <a:pt x="119459" y="214194"/>
                </a:lnTo>
                <a:lnTo>
                  <a:pt x="117356" y="218713"/>
                </a:lnTo>
                <a:lnTo>
                  <a:pt x="114052" y="225943"/>
                </a:lnTo>
                <a:lnTo>
                  <a:pt x="115387" y="233173"/>
                </a:lnTo>
                <a:lnTo>
                  <a:pt x="115498" y="233776"/>
                </a:lnTo>
                <a:lnTo>
                  <a:pt x="115554" y="234077"/>
                </a:lnTo>
                <a:lnTo>
                  <a:pt x="120661" y="239500"/>
                </a:lnTo>
                <a:lnTo>
                  <a:pt x="93727" y="288404"/>
                </a:lnTo>
                <a:lnTo>
                  <a:pt x="73271" y="334963"/>
                </a:lnTo>
                <a:lnTo>
                  <a:pt x="59912" y="377399"/>
                </a:lnTo>
                <a:lnTo>
                  <a:pt x="54270" y="413932"/>
                </a:lnTo>
                <a:lnTo>
                  <a:pt x="47962" y="414836"/>
                </a:lnTo>
                <a:lnTo>
                  <a:pt x="42554" y="418753"/>
                </a:lnTo>
                <a:lnTo>
                  <a:pt x="39550" y="424778"/>
                </a:lnTo>
                <a:lnTo>
                  <a:pt x="37801" y="432008"/>
                </a:lnTo>
                <a:lnTo>
                  <a:pt x="37752" y="432211"/>
                </a:lnTo>
                <a:lnTo>
                  <a:pt x="38912" y="439502"/>
                </a:lnTo>
                <a:lnTo>
                  <a:pt x="42719" y="445834"/>
                </a:lnTo>
                <a:lnTo>
                  <a:pt x="48863" y="450386"/>
                </a:lnTo>
                <a:lnTo>
                  <a:pt x="49163" y="450687"/>
                </a:lnTo>
                <a:lnTo>
                  <a:pt x="49764" y="450687"/>
                </a:lnTo>
                <a:lnTo>
                  <a:pt x="50065" y="450988"/>
                </a:lnTo>
                <a:lnTo>
                  <a:pt x="57204" y="452273"/>
                </a:lnTo>
                <a:lnTo>
                  <a:pt x="63585" y="450988"/>
                </a:lnTo>
                <a:lnTo>
                  <a:pt x="63970" y="450988"/>
                </a:lnTo>
                <a:lnTo>
                  <a:pt x="70131" y="447048"/>
                </a:lnTo>
                <a:lnTo>
                  <a:pt x="73969" y="441649"/>
                </a:lnTo>
                <a:lnTo>
                  <a:pt x="57575" y="441649"/>
                </a:lnTo>
                <a:lnTo>
                  <a:pt x="49764" y="438034"/>
                </a:lnTo>
                <a:lnTo>
                  <a:pt x="47962" y="433214"/>
                </a:lnTo>
                <a:lnTo>
                  <a:pt x="51567" y="425380"/>
                </a:lnTo>
                <a:lnTo>
                  <a:pt x="55772" y="423874"/>
                </a:lnTo>
                <a:lnTo>
                  <a:pt x="73439" y="423874"/>
                </a:lnTo>
                <a:lnTo>
                  <a:pt x="71314" y="420245"/>
                </a:lnTo>
                <a:lnTo>
                  <a:pt x="65385" y="415740"/>
                </a:lnTo>
                <a:lnTo>
                  <a:pt x="67235" y="397706"/>
                </a:lnTo>
                <a:lnTo>
                  <a:pt x="71394" y="377668"/>
                </a:lnTo>
                <a:lnTo>
                  <a:pt x="77805" y="355878"/>
                </a:lnTo>
                <a:lnTo>
                  <a:pt x="86364" y="332727"/>
                </a:lnTo>
                <a:lnTo>
                  <a:pt x="86414" y="332591"/>
                </a:lnTo>
                <a:lnTo>
                  <a:pt x="121265" y="332591"/>
                </a:lnTo>
                <a:lnTo>
                  <a:pt x="150937" y="322047"/>
                </a:lnTo>
                <a:lnTo>
                  <a:pt x="90620" y="322047"/>
                </a:lnTo>
                <a:lnTo>
                  <a:pt x="99012" y="303524"/>
                </a:lnTo>
                <a:lnTo>
                  <a:pt x="108304" y="284807"/>
                </a:lnTo>
                <a:lnTo>
                  <a:pt x="118839" y="265235"/>
                </a:lnTo>
                <a:lnTo>
                  <a:pt x="130274" y="245525"/>
                </a:lnTo>
                <a:lnTo>
                  <a:pt x="138351" y="245525"/>
                </a:lnTo>
                <a:lnTo>
                  <a:pt x="143041" y="244207"/>
                </a:lnTo>
                <a:lnTo>
                  <a:pt x="148355" y="240484"/>
                </a:lnTo>
                <a:lnTo>
                  <a:pt x="152204" y="234981"/>
                </a:lnTo>
                <a:lnTo>
                  <a:pt x="152276" y="234680"/>
                </a:lnTo>
                <a:lnTo>
                  <a:pt x="133278" y="234680"/>
                </a:lnTo>
                <a:lnTo>
                  <a:pt x="131475" y="233776"/>
                </a:lnTo>
                <a:lnTo>
                  <a:pt x="127570" y="231968"/>
                </a:lnTo>
                <a:lnTo>
                  <a:pt x="125768" y="227148"/>
                </a:lnTo>
                <a:lnTo>
                  <a:pt x="127570" y="223232"/>
                </a:lnTo>
                <a:lnTo>
                  <a:pt x="128471" y="221123"/>
                </a:lnTo>
                <a:lnTo>
                  <a:pt x="129973" y="219918"/>
                </a:lnTo>
                <a:lnTo>
                  <a:pt x="132076" y="219014"/>
                </a:lnTo>
                <a:lnTo>
                  <a:pt x="133879" y="218412"/>
                </a:lnTo>
                <a:lnTo>
                  <a:pt x="151732" y="218412"/>
                </a:lnTo>
                <a:lnTo>
                  <a:pt x="149035" y="213926"/>
                </a:lnTo>
                <a:lnTo>
                  <a:pt x="142891" y="209374"/>
                </a:lnTo>
                <a:lnTo>
                  <a:pt x="138632" y="207380"/>
                </a:lnTo>
                <a:lnTo>
                  <a:pt x="140458" y="207380"/>
                </a:lnTo>
                <a:lnTo>
                  <a:pt x="132977" y="206963"/>
                </a:lnTo>
                <a:close/>
              </a:path>
              <a:path w="263525" h="452755">
                <a:moveTo>
                  <a:pt x="73439" y="423874"/>
                </a:moveTo>
                <a:lnTo>
                  <a:pt x="55772" y="423874"/>
                </a:lnTo>
                <a:lnTo>
                  <a:pt x="59678" y="425079"/>
                </a:lnTo>
                <a:lnTo>
                  <a:pt x="59978" y="425079"/>
                </a:lnTo>
                <a:lnTo>
                  <a:pt x="60278" y="425380"/>
                </a:lnTo>
                <a:lnTo>
                  <a:pt x="64184" y="427188"/>
                </a:lnTo>
                <a:lnTo>
                  <a:pt x="65986" y="432009"/>
                </a:lnTo>
                <a:lnTo>
                  <a:pt x="62381" y="439841"/>
                </a:lnTo>
                <a:lnTo>
                  <a:pt x="57575" y="441649"/>
                </a:lnTo>
                <a:lnTo>
                  <a:pt x="73969" y="441649"/>
                </a:lnTo>
                <a:lnTo>
                  <a:pt x="74398" y="441047"/>
                </a:lnTo>
                <a:lnTo>
                  <a:pt x="76073" y="433661"/>
                </a:lnTo>
                <a:lnTo>
                  <a:pt x="75072" y="427188"/>
                </a:lnTo>
                <a:lnTo>
                  <a:pt x="74961" y="426473"/>
                </a:lnTo>
                <a:lnTo>
                  <a:pt x="73439" y="423874"/>
                </a:lnTo>
                <a:close/>
              </a:path>
              <a:path w="263525" h="452755">
                <a:moveTo>
                  <a:pt x="121265" y="332591"/>
                </a:moveTo>
                <a:lnTo>
                  <a:pt x="86414" y="332591"/>
                </a:lnTo>
                <a:lnTo>
                  <a:pt x="120881" y="332727"/>
                </a:lnTo>
                <a:lnTo>
                  <a:pt x="121265" y="332591"/>
                </a:lnTo>
                <a:close/>
              </a:path>
              <a:path w="263525" h="452755">
                <a:moveTo>
                  <a:pt x="223750" y="26812"/>
                </a:moveTo>
                <a:lnTo>
                  <a:pt x="210783" y="26812"/>
                </a:lnTo>
                <a:lnTo>
                  <a:pt x="242184" y="89793"/>
                </a:lnTo>
                <a:lnTo>
                  <a:pt x="251826" y="145210"/>
                </a:lnTo>
                <a:lnTo>
                  <a:pt x="246532" y="190897"/>
                </a:lnTo>
                <a:lnTo>
                  <a:pt x="246429" y="191791"/>
                </a:lnTo>
                <a:lnTo>
                  <a:pt x="232711" y="228265"/>
                </a:lnTo>
                <a:lnTo>
                  <a:pt x="188544" y="284808"/>
                </a:lnTo>
                <a:lnTo>
                  <a:pt x="155358" y="307925"/>
                </a:lnTo>
                <a:lnTo>
                  <a:pt x="90620" y="322047"/>
                </a:lnTo>
                <a:lnTo>
                  <a:pt x="150937" y="322047"/>
                </a:lnTo>
                <a:lnTo>
                  <a:pt x="194772" y="294589"/>
                </a:lnTo>
                <a:lnTo>
                  <a:pt x="226705" y="259986"/>
                </a:lnTo>
                <a:lnTo>
                  <a:pt x="253704" y="207380"/>
                </a:lnTo>
                <a:lnTo>
                  <a:pt x="263160" y="152242"/>
                </a:lnTo>
                <a:lnTo>
                  <a:pt x="263275" y="150933"/>
                </a:lnTo>
                <a:lnTo>
                  <a:pt x="251038" y="80174"/>
                </a:lnTo>
                <a:lnTo>
                  <a:pt x="235389" y="45260"/>
                </a:lnTo>
                <a:lnTo>
                  <a:pt x="223750" y="26812"/>
                </a:lnTo>
                <a:close/>
              </a:path>
              <a:path w="263525" h="452755">
                <a:moveTo>
                  <a:pt x="205977" y="0"/>
                </a:moveTo>
                <a:lnTo>
                  <a:pt x="172894" y="54378"/>
                </a:lnTo>
                <a:lnTo>
                  <a:pt x="88545" y="100725"/>
                </a:lnTo>
                <a:lnTo>
                  <a:pt x="61555" y="116815"/>
                </a:lnTo>
                <a:lnTo>
                  <a:pt x="20024" y="158766"/>
                </a:lnTo>
                <a:lnTo>
                  <a:pt x="272" y="216192"/>
                </a:lnTo>
                <a:lnTo>
                  <a:pt x="251" y="218411"/>
                </a:lnTo>
                <a:lnTo>
                  <a:pt x="125" y="231667"/>
                </a:lnTo>
                <a:lnTo>
                  <a:pt x="6205" y="272036"/>
                </a:lnTo>
                <a:lnTo>
                  <a:pt x="33960" y="310758"/>
                </a:lnTo>
                <a:lnTo>
                  <a:pt x="46460" y="317528"/>
                </a:lnTo>
                <a:lnTo>
                  <a:pt x="46760" y="317829"/>
                </a:lnTo>
                <a:lnTo>
                  <a:pt x="47361" y="317829"/>
                </a:lnTo>
                <a:lnTo>
                  <a:pt x="47661" y="318130"/>
                </a:lnTo>
                <a:lnTo>
                  <a:pt x="53069" y="319938"/>
                </a:lnTo>
                <a:lnTo>
                  <a:pt x="54871" y="314515"/>
                </a:lnTo>
                <a:lnTo>
                  <a:pt x="58767" y="305176"/>
                </a:lnTo>
                <a:lnTo>
                  <a:pt x="46159" y="305176"/>
                </a:lnTo>
                <a:lnTo>
                  <a:pt x="16719" y="268421"/>
                </a:lnTo>
                <a:lnTo>
                  <a:pt x="11130" y="244207"/>
                </a:lnTo>
                <a:lnTo>
                  <a:pt x="11239" y="225943"/>
                </a:lnTo>
                <a:lnTo>
                  <a:pt x="29637" y="164791"/>
                </a:lnTo>
                <a:lnTo>
                  <a:pt x="68878" y="126003"/>
                </a:lnTo>
                <a:lnTo>
                  <a:pt x="150246" y="82141"/>
                </a:lnTo>
                <a:lnTo>
                  <a:pt x="175898" y="66504"/>
                </a:lnTo>
                <a:lnTo>
                  <a:pt x="196763" y="48494"/>
                </a:lnTo>
                <a:lnTo>
                  <a:pt x="210783" y="26812"/>
                </a:lnTo>
                <a:lnTo>
                  <a:pt x="223750" y="26812"/>
                </a:lnTo>
                <a:lnTo>
                  <a:pt x="213487" y="10544"/>
                </a:lnTo>
                <a:lnTo>
                  <a:pt x="205977" y="0"/>
                </a:lnTo>
                <a:close/>
              </a:path>
              <a:path w="263525" h="452755">
                <a:moveTo>
                  <a:pt x="164807" y="113774"/>
                </a:moveTo>
                <a:lnTo>
                  <a:pt x="145653" y="132241"/>
                </a:lnTo>
                <a:lnTo>
                  <a:pt x="146195" y="137678"/>
                </a:lnTo>
                <a:lnTo>
                  <a:pt x="148899" y="142498"/>
                </a:lnTo>
                <a:lnTo>
                  <a:pt x="122285" y="170416"/>
                </a:lnTo>
                <a:lnTo>
                  <a:pt x="94150" y="209037"/>
                </a:lnTo>
                <a:lnTo>
                  <a:pt x="67704" y="255058"/>
                </a:lnTo>
                <a:lnTo>
                  <a:pt x="46159" y="305176"/>
                </a:lnTo>
                <a:lnTo>
                  <a:pt x="58767" y="305176"/>
                </a:lnTo>
                <a:lnTo>
                  <a:pt x="75947" y="263993"/>
                </a:lnTo>
                <a:lnTo>
                  <a:pt x="102486" y="217171"/>
                </a:lnTo>
                <a:lnTo>
                  <a:pt x="130828" y="177976"/>
                </a:lnTo>
                <a:lnTo>
                  <a:pt x="157311" y="150331"/>
                </a:lnTo>
                <a:lnTo>
                  <a:pt x="173810" y="150331"/>
                </a:lnTo>
                <a:lnTo>
                  <a:pt x="179470" y="146273"/>
                </a:lnTo>
                <a:lnTo>
                  <a:pt x="182338" y="141594"/>
                </a:lnTo>
                <a:lnTo>
                  <a:pt x="166924" y="141594"/>
                </a:lnTo>
                <a:lnTo>
                  <a:pt x="158512" y="138581"/>
                </a:lnTo>
                <a:lnTo>
                  <a:pt x="156710" y="134062"/>
                </a:lnTo>
                <a:lnTo>
                  <a:pt x="158212" y="129845"/>
                </a:lnTo>
                <a:lnTo>
                  <a:pt x="159598" y="126229"/>
                </a:lnTo>
                <a:lnTo>
                  <a:pt x="159685" y="126004"/>
                </a:lnTo>
                <a:lnTo>
                  <a:pt x="159553" y="126004"/>
                </a:lnTo>
                <a:lnTo>
                  <a:pt x="164220" y="123819"/>
                </a:lnTo>
                <a:lnTo>
                  <a:pt x="182185" y="123819"/>
                </a:lnTo>
                <a:lnTo>
                  <a:pt x="178799" y="119070"/>
                </a:lnTo>
                <a:lnTo>
                  <a:pt x="172430" y="115144"/>
                </a:lnTo>
                <a:lnTo>
                  <a:pt x="172683" y="115144"/>
                </a:lnTo>
                <a:lnTo>
                  <a:pt x="164807" y="113774"/>
                </a:lnTo>
                <a:close/>
              </a:path>
              <a:path w="263525" h="452755">
                <a:moveTo>
                  <a:pt x="138351" y="245525"/>
                </a:moveTo>
                <a:lnTo>
                  <a:pt x="130274" y="245525"/>
                </a:lnTo>
                <a:lnTo>
                  <a:pt x="136826" y="245954"/>
                </a:lnTo>
                <a:lnTo>
                  <a:pt x="138351" y="245525"/>
                </a:lnTo>
                <a:close/>
              </a:path>
              <a:path w="263525" h="452755">
                <a:moveTo>
                  <a:pt x="151732" y="218412"/>
                </a:moveTo>
                <a:lnTo>
                  <a:pt x="135681" y="218412"/>
                </a:lnTo>
                <a:lnTo>
                  <a:pt x="137484" y="219014"/>
                </a:lnTo>
                <a:lnTo>
                  <a:pt x="137784" y="219014"/>
                </a:lnTo>
                <a:lnTo>
                  <a:pt x="138084" y="219315"/>
                </a:lnTo>
                <a:lnTo>
                  <a:pt x="141990" y="221123"/>
                </a:lnTo>
                <a:lnTo>
                  <a:pt x="143792" y="225943"/>
                </a:lnTo>
                <a:lnTo>
                  <a:pt x="141990" y="229860"/>
                </a:lnTo>
                <a:lnTo>
                  <a:pt x="141088" y="231667"/>
                </a:lnTo>
                <a:lnTo>
                  <a:pt x="139586" y="233174"/>
                </a:lnTo>
                <a:lnTo>
                  <a:pt x="137484" y="234077"/>
                </a:lnTo>
                <a:lnTo>
                  <a:pt x="135381" y="234680"/>
                </a:lnTo>
                <a:lnTo>
                  <a:pt x="152276" y="234680"/>
                </a:lnTo>
                <a:lnTo>
                  <a:pt x="154001" y="227548"/>
                </a:lnTo>
                <a:lnTo>
                  <a:pt x="152842" y="220257"/>
                </a:lnTo>
                <a:lnTo>
                  <a:pt x="151732" y="218412"/>
                </a:lnTo>
                <a:close/>
              </a:path>
              <a:path w="263525" h="452755">
                <a:moveTo>
                  <a:pt x="173810" y="150331"/>
                </a:moveTo>
                <a:lnTo>
                  <a:pt x="157311" y="150331"/>
                </a:lnTo>
                <a:lnTo>
                  <a:pt x="158512" y="150933"/>
                </a:lnTo>
                <a:lnTo>
                  <a:pt x="158813" y="150933"/>
                </a:lnTo>
                <a:lnTo>
                  <a:pt x="166337" y="152242"/>
                </a:lnTo>
                <a:lnTo>
                  <a:pt x="173495" y="150557"/>
                </a:lnTo>
                <a:lnTo>
                  <a:pt x="173810" y="150331"/>
                </a:lnTo>
                <a:close/>
              </a:path>
              <a:path w="263525" h="452755">
                <a:moveTo>
                  <a:pt x="182185" y="123819"/>
                </a:moveTo>
                <a:lnTo>
                  <a:pt x="164220" y="123819"/>
                </a:lnTo>
                <a:lnTo>
                  <a:pt x="172631" y="126832"/>
                </a:lnTo>
                <a:lnTo>
                  <a:pt x="174434" y="131351"/>
                </a:lnTo>
                <a:lnTo>
                  <a:pt x="171430" y="139786"/>
                </a:lnTo>
                <a:lnTo>
                  <a:pt x="166924" y="141594"/>
                </a:lnTo>
                <a:lnTo>
                  <a:pt x="182338" y="141594"/>
                </a:lnTo>
                <a:lnTo>
                  <a:pt x="183446" y="139786"/>
                </a:lnTo>
                <a:lnTo>
                  <a:pt x="184751" y="132241"/>
                </a:lnTo>
                <a:lnTo>
                  <a:pt x="183132" y="125326"/>
                </a:lnTo>
                <a:lnTo>
                  <a:pt x="183071" y="125062"/>
                </a:lnTo>
                <a:lnTo>
                  <a:pt x="182185" y="123819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40337" y="4419119"/>
            <a:ext cx="2658110" cy="2306955"/>
            <a:chOff x="3640337" y="4419119"/>
            <a:chExt cx="2658110" cy="23069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0337" y="4419119"/>
              <a:ext cx="2657582" cy="135198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5909" y="5020818"/>
              <a:ext cx="1705228" cy="1705203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26947" y="5041198"/>
            <a:ext cx="1465074" cy="166670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01455" y="5041198"/>
            <a:ext cx="1465183" cy="166670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491098" y="4940846"/>
            <a:ext cx="3134360" cy="2364740"/>
            <a:chOff x="5491098" y="4940846"/>
            <a:chExt cx="3134360" cy="236474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6616" y="4940846"/>
              <a:ext cx="1702815" cy="17029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1098" y="5477383"/>
              <a:ext cx="3133852" cy="1828037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9667493" y="4952214"/>
            <a:ext cx="3134360" cy="2353310"/>
            <a:chOff x="9667493" y="4952214"/>
            <a:chExt cx="3134360" cy="235331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24446" y="4952214"/>
              <a:ext cx="1452844" cy="16597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67493" y="5477383"/>
              <a:ext cx="3133852" cy="1828037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8953500" y="6725919"/>
            <a:ext cx="381000" cy="1691639"/>
          </a:xfrm>
          <a:custGeom>
            <a:avLst/>
            <a:gdLst/>
            <a:ahLst/>
            <a:cxnLst/>
            <a:rect l="l" t="t" r="r" b="b"/>
            <a:pathLst>
              <a:path w="381000" h="1691640">
                <a:moveTo>
                  <a:pt x="228600" y="0"/>
                </a:moveTo>
                <a:lnTo>
                  <a:pt x="152400" y="0"/>
                </a:lnTo>
                <a:lnTo>
                  <a:pt x="152400" y="76200"/>
                </a:lnTo>
                <a:lnTo>
                  <a:pt x="228600" y="76200"/>
                </a:lnTo>
                <a:lnTo>
                  <a:pt x="228600" y="0"/>
                </a:lnTo>
                <a:close/>
              </a:path>
              <a:path w="381000" h="1691640">
                <a:moveTo>
                  <a:pt x="228600" y="152400"/>
                </a:moveTo>
                <a:lnTo>
                  <a:pt x="152400" y="152400"/>
                </a:lnTo>
                <a:lnTo>
                  <a:pt x="152400" y="228600"/>
                </a:lnTo>
                <a:lnTo>
                  <a:pt x="228600" y="228600"/>
                </a:lnTo>
                <a:lnTo>
                  <a:pt x="228600" y="152400"/>
                </a:lnTo>
                <a:close/>
              </a:path>
              <a:path w="381000" h="1691640">
                <a:moveTo>
                  <a:pt x="228600" y="304800"/>
                </a:moveTo>
                <a:lnTo>
                  <a:pt x="152400" y="304800"/>
                </a:lnTo>
                <a:lnTo>
                  <a:pt x="152400" y="380999"/>
                </a:lnTo>
                <a:lnTo>
                  <a:pt x="228600" y="380999"/>
                </a:lnTo>
                <a:lnTo>
                  <a:pt x="228600" y="304800"/>
                </a:lnTo>
                <a:close/>
              </a:path>
              <a:path w="381000" h="1691640">
                <a:moveTo>
                  <a:pt x="228600" y="457199"/>
                </a:moveTo>
                <a:lnTo>
                  <a:pt x="152400" y="457199"/>
                </a:lnTo>
                <a:lnTo>
                  <a:pt x="152400" y="533399"/>
                </a:lnTo>
                <a:lnTo>
                  <a:pt x="228600" y="533399"/>
                </a:lnTo>
                <a:lnTo>
                  <a:pt x="228600" y="457199"/>
                </a:lnTo>
                <a:close/>
              </a:path>
              <a:path w="381000" h="1691640">
                <a:moveTo>
                  <a:pt x="228600" y="609599"/>
                </a:moveTo>
                <a:lnTo>
                  <a:pt x="152400" y="609599"/>
                </a:lnTo>
                <a:lnTo>
                  <a:pt x="152400" y="685799"/>
                </a:lnTo>
                <a:lnTo>
                  <a:pt x="228600" y="685799"/>
                </a:lnTo>
                <a:lnTo>
                  <a:pt x="228600" y="609599"/>
                </a:lnTo>
                <a:close/>
              </a:path>
              <a:path w="381000" h="1691640">
                <a:moveTo>
                  <a:pt x="228600" y="761999"/>
                </a:moveTo>
                <a:lnTo>
                  <a:pt x="152400" y="761999"/>
                </a:lnTo>
                <a:lnTo>
                  <a:pt x="152400" y="838199"/>
                </a:lnTo>
                <a:lnTo>
                  <a:pt x="228600" y="838199"/>
                </a:lnTo>
                <a:lnTo>
                  <a:pt x="228600" y="761999"/>
                </a:lnTo>
                <a:close/>
              </a:path>
              <a:path w="381000" h="1691640">
                <a:moveTo>
                  <a:pt x="228600" y="914399"/>
                </a:moveTo>
                <a:lnTo>
                  <a:pt x="152400" y="914399"/>
                </a:lnTo>
                <a:lnTo>
                  <a:pt x="152400" y="990599"/>
                </a:lnTo>
                <a:lnTo>
                  <a:pt x="228600" y="990599"/>
                </a:lnTo>
                <a:lnTo>
                  <a:pt x="228600" y="914399"/>
                </a:lnTo>
                <a:close/>
              </a:path>
              <a:path w="381000" h="1691640">
                <a:moveTo>
                  <a:pt x="228600" y="1066799"/>
                </a:moveTo>
                <a:lnTo>
                  <a:pt x="152400" y="1066799"/>
                </a:lnTo>
                <a:lnTo>
                  <a:pt x="152400" y="1142999"/>
                </a:lnTo>
                <a:lnTo>
                  <a:pt x="228600" y="1142999"/>
                </a:lnTo>
                <a:lnTo>
                  <a:pt x="228600" y="1066799"/>
                </a:lnTo>
                <a:close/>
              </a:path>
              <a:path w="381000" h="1691640">
                <a:moveTo>
                  <a:pt x="228600" y="1219199"/>
                </a:moveTo>
                <a:lnTo>
                  <a:pt x="152400" y="1219199"/>
                </a:lnTo>
                <a:lnTo>
                  <a:pt x="152400" y="1295399"/>
                </a:lnTo>
                <a:lnTo>
                  <a:pt x="228600" y="1295399"/>
                </a:lnTo>
                <a:lnTo>
                  <a:pt x="228600" y="1219199"/>
                </a:lnTo>
                <a:close/>
              </a:path>
              <a:path w="381000" h="1691640">
                <a:moveTo>
                  <a:pt x="190500" y="1310512"/>
                </a:moveTo>
                <a:lnTo>
                  <a:pt x="146837" y="1315547"/>
                </a:lnTo>
                <a:lnTo>
                  <a:pt x="106746" y="1329885"/>
                </a:lnTo>
                <a:lnTo>
                  <a:pt x="71374" y="1352380"/>
                </a:lnTo>
                <a:lnTo>
                  <a:pt x="41867" y="1381887"/>
                </a:lnTo>
                <a:lnTo>
                  <a:pt x="19372" y="1417259"/>
                </a:lnTo>
                <a:lnTo>
                  <a:pt x="5034" y="1457350"/>
                </a:lnTo>
                <a:lnTo>
                  <a:pt x="0" y="1501012"/>
                </a:lnTo>
                <a:lnTo>
                  <a:pt x="5034" y="1544715"/>
                </a:lnTo>
                <a:lnTo>
                  <a:pt x="19372" y="1584821"/>
                </a:lnTo>
                <a:lnTo>
                  <a:pt x="41867" y="1620191"/>
                </a:lnTo>
                <a:lnTo>
                  <a:pt x="71374" y="1649685"/>
                </a:lnTo>
                <a:lnTo>
                  <a:pt x="106746" y="1672163"/>
                </a:lnTo>
                <a:lnTo>
                  <a:pt x="146837" y="1686485"/>
                </a:lnTo>
                <a:lnTo>
                  <a:pt x="190500" y="1691512"/>
                </a:lnTo>
                <a:lnTo>
                  <a:pt x="234162" y="1686485"/>
                </a:lnTo>
                <a:lnTo>
                  <a:pt x="274253" y="1672163"/>
                </a:lnTo>
                <a:lnTo>
                  <a:pt x="309625" y="1649685"/>
                </a:lnTo>
                <a:lnTo>
                  <a:pt x="339132" y="1620191"/>
                </a:lnTo>
                <a:lnTo>
                  <a:pt x="361627" y="1584821"/>
                </a:lnTo>
                <a:lnTo>
                  <a:pt x="375965" y="1544715"/>
                </a:lnTo>
                <a:lnTo>
                  <a:pt x="381000" y="1501012"/>
                </a:lnTo>
                <a:lnTo>
                  <a:pt x="375965" y="1457350"/>
                </a:lnTo>
                <a:lnTo>
                  <a:pt x="372550" y="1447799"/>
                </a:lnTo>
                <a:lnTo>
                  <a:pt x="152400" y="1447799"/>
                </a:lnTo>
                <a:lnTo>
                  <a:pt x="152400" y="1371599"/>
                </a:lnTo>
                <a:lnTo>
                  <a:pt x="328844" y="1371599"/>
                </a:lnTo>
                <a:lnTo>
                  <a:pt x="309625" y="1352380"/>
                </a:lnTo>
                <a:lnTo>
                  <a:pt x="274253" y="1329885"/>
                </a:lnTo>
                <a:lnTo>
                  <a:pt x="234162" y="1315547"/>
                </a:lnTo>
                <a:lnTo>
                  <a:pt x="190500" y="1310512"/>
                </a:lnTo>
                <a:close/>
              </a:path>
              <a:path w="381000" h="1691640">
                <a:moveTo>
                  <a:pt x="228600" y="1371599"/>
                </a:moveTo>
                <a:lnTo>
                  <a:pt x="152400" y="1371599"/>
                </a:lnTo>
                <a:lnTo>
                  <a:pt x="152400" y="1447799"/>
                </a:lnTo>
                <a:lnTo>
                  <a:pt x="228600" y="1447799"/>
                </a:lnTo>
                <a:lnTo>
                  <a:pt x="228600" y="1371599"/>
                </a:lnTo>
                <a:close/>
              </a:path>
              <a:path w="381000" h="1691640">
                <a:moveTo>
                  <a:pt x="328844" y="1371599"/>
                </a:moveTo>
                <a:lnTo>
                  <a:pt x="228600" y="1371599"/>
                </a:lnTo>
                <a:lnTo>
                  <a:pt x="228600" y="1447799"/>
                </a:lnTo>
                <a:lnTo>
                  <a:pt x="372550" y="1447799"/>
                </a:lnTo>
                <a:lnTo>
                  <a:pt x="361627" y="1417259"/>
                </a:lnTo>
                <a:lnTo>
                  <a:pt x="339132" y="1381887"/>
                </a:lnTo>
                <a:lnTo>
                  <a:pt x="328844" y="1371599"/>
                </a:lnTo>
                <a:close/>
              </a:path>
            </a:pathLst>
          </a:custGeom>
          <a:solidFill>
            <a:srgbClr val="5591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140436" y="6725919"/>
            <a:ext cx="381000" cy="1691639"/>
          </a:xfrm>
          <a:custGeom>
            <a:avLst/>
            <a:gdLst/>
            <a:ahLst/>
            <a:cxnLst/>
            <a:rect l="l" t="t" r="r" b="b"/>
            <a:pathLst>
              <a:path w="381000" h="1691640">
                <a:moveTo>
                  <a:pt x="228600" y="0"/>
                </a:moveTo>
                <a:lnTo>
                  <a:pt x="152400" y="0"/>
                </a:lnTo>
                <a:lnTo>
                  <a:pt x="152400" y="76200"/>
                </a:lnTo>
                <a:lnTo>
                  <a:pt x="228600" y="76200"/>
                </a:lnTo>
                <a:lnTo>
                  <a:pt x="228600" y="0"/>
                </a:lnTo>
                <a:close/>
              </a:path>
              <a:path w="381000" h="1691640">
                <a:moveTo>
                  <a:pt x="228600" y="152400"/>
                </a:moveTo>
                <a:lnTo>
                  <a:pt x="152400" y="152400"/>
                </a:lnTo>
                <a:lnTo>
                  <a:pt x="152400" y="228600"/>
                </a:lnTo>
                <a:lnTo>
                  <a:pt x="228600" y="228600"/>
                </a:lnTo>
                <a:lnTo>
                  <a:pt x="228600" y="152400"/>
                </a:lnTo>
                <a:close/>
              </a:path>
              <a:path w="381000" h="1691640">
                <a:moveTo>
                  <a:pt x="228600" y="304800"/>
                </a:moveTo>
                <a:lnTo>
                  <a:pt x="152400" y="304800"/>
                </a:lnTo>
                <a:lnTo>
                  <a:pt x="152400" y="380999"/>
                </a:lnTo>
                <a:lnTo>
                  <a:pt x="228600" y="380999"/>
                </a:lnTo>
                <a:lnTo>
                  <a:pt x="228600" y="304800"/>
                </a:lnTo>
                <a:close/>
              </a:path>
              <a:path w="381000" h="1691640">
                <a:moveTo>
                  <a:pt x="228600" y="457199"/>
                </a:moveTo>
                <a:lnTo>
                  <a:pt x="152400" y="457199"/>
                </a:lnTo>
                <a:lnTo>
                  <a:pt x="152400" y="533399"/>
                </a:lnTo>
                <a:lnTo>
                  <a:pt x="228600" y="533399"/>
                </a:lnTo>
                <a:lnTo>
                  <a:pt x="228600" y="457199"/>
                </a:lnTo>
                <a:close/>
              </a:path>
              <a:path w="381000" h="1691640">
                <a:moveTo>
                  <a:pt x="228600" y="609599"/>
                </a:moveTo>
                <a:lnTo>
                  <a:pt x="152400" y="609599"/>
                </a:lnTo>
                <a:lnTo>
                  <a:pt x="152400" y="685799"/>
                </a:lnTo>
                <a:lnTo>
                  <a:pt x="228600" y="685799"/>
                </a:lnTo>
                <a:lnTo>
                  <a:pt x="228600" y="609599"/>
                </a:lnTo>
                <a:close/>
              </a:path>
              <a:path w="381000" h="1691640">
                <a:moveTo>
                  <a:pt x="228600" y="761999"/>
                </a:moveTo>
                <a:lnTo>
                  <a:pt x="152400" y="761999"/>
                </a:lnTo>
                <a:lnTo>
                  <a:pt x="152400" y="838199"/>
                </a:lnTo>
                <a:lnTo>
                  <a:pt x="228600" y="838199"/>
                </a:lnTo>
                <a:lnTo>
                  <a:pt x="228600" y="761999"/>
                </a:lnTo>
                <a:close/>
              </a:path>
              <a:path w="381000" h="1691640">
                <a:moveTo>
                  <a:pt x="228600" y="914399"/>
                </a:moveTo>
                <a:lnTo>
                  <a:pt x="152400" y="914399"/>
                </a:lnTo>
                <a:lnTo>
                  <a:pt x="152400" y="990599"/>
                </a:lnTo>
                <a:lnTo>
                  <a:pt x="228600" y="990599"/>
                </a:lnTo>
                <a:lnTo>
                  <a:pt x="228600" y="914399"/>
                </a:lnTo>
                <a:close/>
              </a:path>
              <a:path w="381000" h="1691640">
                <a:moveTo>
                  <a:pt x="228600" y="1066799"/>
                </a:moveTo>
                <a:lnTo>
                  <a:pt x="152400" y="1066799"/>
                </a:lnTo>
                <a:lnTo>
                  <a:pt x="152400" y="1142999"/>
                </a:lnTo>
                <a:lnTo>
                  <a:pt x="228600" y="1142999"/>
                </a:lnTo>
                <a:lnTo>
                  <a:pt x="228600" y="1066799"/>
                </a:lnTo>
                <a:close/>
              </a:path>
              <a:path w="381000" h="1691640">
                <a:moveTo>
                  <a:pt x="228600" y="1219199"/>
                </a:moveTo>
                <a:lnTo>
                  <a:pt x="152400" y="1219199"/>
                </a:lnTo>
                <a:lnTo>
                  <a:pt x="152400" y="1295399"/>
                </a:lnTo>
                <a:lnTo>
                  <a:pt x="228600" y="1295399"/>
                </a:lnTo>
                <a:lnTo>
                  <a:pt x="228600" y="1219199"/>
                </a:lnTo>
                <a:close/>
              </a:path>
              <a:path w="381000" h="1691640">
                <a:moveTo>
                  <a:pt x="190500" y="1310512"/>
                </a:moveTo>
                <a:lnTo>
                  <a:pt x="146837" y="1315547"/>
                </a:lnTo>
                <a:lnTo>
                  <a:pt x="106746" y="1329885"/>
                </a:lnTo>
                <a:lnTo>
                  <a:pt x="71374" y="1352380"/>
                </a:lnTo>
                <a:lnTo>
                  <a:pt x="41867" y="1381887"/>
                </a:lnTo>
                <a:lnTo>
                  <a:pt x="19372" y="1417259"/>
                </a:lnTo>
                <a:lnTo>
                  <a:pt x="5034" y="1457350"/>
                </a:lnTo>
                <a:lnTo>
                  <a:pt x="0" y="1501012"/>
                </a:lnTo>
                <a:lnTo>
                  <a:pt x="5034" y="1544715"/>
                </a:lnTo>
                <a:lnTo>
                  <a:pt x="19372" y="1584821"/>
                </a:lnTo>
                <a:lnTo>
                  <a:pt x="41867" y="1620191"/>
                </a:lnTo>
                <a:lnTo>
                  <a:pt x="71374" y="1649685"/>
                </a:lnTo>
                <a:lnTo>
                  <a:pt x="106746" y="1672163"/>
                </a:lnTo>
                <a:lnTo>
                  <a:pt x="146837" y="1686485"/>
                </a:lnTo>
                <a:lnTo>
                  <a:pt x="190500" y="1691512"/>
                </a:lnTo>
                <a:lnTo>
                  <a:pt x="234202" y="1686485"/>
                </a:lnTo>
                <a:lnTo>
                  <a:pt x="274308" y="1672163"/>
                </a:lnTo>
                <a:lnTo>
                  <a:pt x="309678" y="1649685"/>
                </a:lnTo>
                <a:lnTo>
                  <a:pt x="339172" y="1620191"/>
                </a:lnTo>
                <a:lnTo>
                  <a:pt x="361650" y="1584821"/>
                </a:lnTo>
                <a:lnTo>
                  <a:pt x="375972" y="1544715"/>
                </a:lnTo>
                <a:lnTo>
                  <a:pt x="381000" y="1501012"/>
                </a:lnTo>
                <a:lnTo>
                  <a:pt x="375972" y="1457350"/>
                </a:lnTo>
                <a:lnTo>
                  <a:pt x="372560" y="1447799"/>
                </a:lnTo>
                <a:lnTo>
                  <a:pt x="152400" y="1447799"/>
                </a:lnTo>
                <a:lnTo>
                  <a:pt x="152400" y="1371599"/>
                </a:lnTo>
                <a:lnTo>
                  <a:pt x="328889" y="1371599"/>
                </a:lnTo>
                <a:lnTo>
                  <a:pt x="309678" y="1352380"/>
                </a:lnTo>
                <a:lnTo>
                  <a:pt x="274308" y="1329885"/>
                </a:lnTo>
                <a:lnTo>
                  <a:pt x="234202" y="1315547"/>
                </a:lnTo>
                <a:lnTo>
                  <a:pt x="190500" y="1310512"/>
                </a:lnTo>
                <a:close/>
              </a:path>
              <a:path w="381000" h="1691640">
                <a:moveTo>
                  <a:pt x="228600" y="1371599"/>
                </a:moveTo>
                <a:lnTo>
                  <a:pt x="152400" y="1371599"/>
                </a:lnTo>
                <a:lnTo>
                  <a:pt x="152400" y="1447799"/>
                </a:lnTo>
                <a:lnTo>
                  <a:pt x="228600" y="1447799"/>
                </a:lnTo>
                <a:lnTo>
                  <a:pt x="228600" y="1371599"/>
                </a:lnTo>
                <a:close/>
              </a:path>
              <a:path w="381000" h="1691640">
                <a:moveTo>
                  <a:pt x="328889" y="1371599"/>
                </a:moveTo>
                <a:lnTo>
                  <a:pt x="228600" y="1371599"/>
                </a:lnTo>
                <a:lnTo>
                  <a:pt x="228600" y="1447799"/>
                </a:lnTo>
                <a:lnTo>
                  <a:pt x="372560" y="1447799"/>
                </a:lnTo>
                <a:lnTo>
                  <a:pt x="361650" y="1417259"/>
                </a:lnTo>
                <a:lnTo>
                  <a:pt x="339172" y="1381887"/>
                </a:lnTo>
                <a:lnTo>
                  <a:pt x="328889" y="1371599"/>
                </a:lnTo>
                <a:close/>
              </a:path>
            </a:pathLst>
          </a:custGeom>
          <a:solidFill>
            <a:srgbClr val="5591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67960" y="6725919"/>
            <a:ext cx="381000" cy="1691639"/>
          </a:xfrm>
          <a:custGeom>
            <a:avLst/>
            <a:gdLst/>
            <a:ahLst/>
            <a:cxnLst/>
            <a:rect l="l" t="t" r="r" b="b"/>
            <a:pathLst>
              <a:path w="381000" h="1691640">
                <a:moveTo>
                  <a:pt x="228600" y="0"/>
                </a:moveTo>
                <a:lnTo>
                  <a:pt x="152400" y="0"/>
                </a:lnTo>
                <a:lnTo>
                  <a:pt x="152400" y="76200"/>
                </a:lnTo>
                <a:lnTo>
                  <a:pt x="228600" y="76200"/>
                </a:lnTo>
                <a:lnTo>
                  <a:pt x="228600" y="0"/>
                </a:lnTo>
                <a:close/>
              </a:path>
              <a:path w="381000" h="1691640">
                <a:moveTo>
                  <a:pt x="228600" y="152400"/>
                </a:moveTo>
                <a:lnTo>
                  <a:pt x="152400" y="152400"/>
                </a:lnTo>
                <a:lnTo>
                  <a:pt x="152400" y="228600"/>
                </a:lnTo>
                <a:lnTo>
                  <a:pt x="228600" y="228600"/>
                </a:lnTo>
                <a:lnTo>
                  <a:pt x="228600" y="152400"/>
                </a:lnTo>
                <a:close/>
              </a:path>
              <a:path w="381000" h="1691640">
                <a:moveTo>
                  <a:pt x="228600" y="304800"/>
                </a:moveTo>
                <a:lnTo>
                  <a:pt x="152400" y="304800"/>
                </a:lnTo>
                <a:lnTo>
                  <a:pt x="152400" y="380999"/>
                </a:lnTo>
                <a:lnTo>
                  <a:pt x="228600" y="380999"/>
                </a:lnTo>
                <a:lnTo>
                  <a:pt x="228600" y="304800"/>
                </a:lnTo>
                <a:close/>
              </a:path>
              <a:path w="381000" h="1691640">
                <a:moveTo>
                  <a:pt x="228600" y="457199"/>
                </a:moveTo>
                <a:lnTo>
                  <a:pt x="152400" y="457199"/>
                </a:lnTo>
                <a:lnTo>
                  <a:pt x="152400" y="533399"/>
                </a:lnTo>
                <a:lnTo>
                  <a:pt x="228600" y="533399"/>
                </a:lnTo>
                <a:lnTo>
                  <a:pt x="228600" y="457199"/>
                </a:lnTo>
                <a:close/>
              </a:path>
              <a:path w="381000" h="1691640">
                <a:moveTo>
                  <a:pt x="228600" y="609599"/>
                </a:moveTo>
                <a:lnTo>
                  <a:pt x="152400" y="609599"/>
                </a:lnTo>
                <a:lnTo>
                  <a:pt x="152400" y="685799"/>
                </a:lnTo>
                <a:lnTo>
                  <a:pt x="228600" y="685799"/>
                </a:lnTo>
                <a:lnTo>
                  <a:pt x="228600" y="609599"/>
                </a:lnTo>
                <a:close/>
              </a:path>
              <a:path w="381000" h="1691640">
                <a:moveTo>
                  <a:pt x="228600" y="761999"/>
                </a:moveTo>
                <a:lnTo>
                  <a:pt x="152400" y="761999"/>
                </a:lnTo>
                <a:lnTo>
                  <a:pt x="152400" y="838199"/>
                </a:lnTo>
                <a:lnTo>
                  <a:pt x="228600" y="838199"/>
                </a:lnTo>
                <a:lnTo>
                  <a:pt x="228600" y="761999"/>
                </a:lnTo>
                <a:close/>
              </a:path>
              <a:path w="381000" h="1691640">
                <a:moveTo>
                  <a:pt x="228600" y="914399"/>
                </a:moveTo>
                <a:lnTo>
                  <a:pt x="152400" y="914399"/>
                </a:lnTo>
                <a:lnTo>
                  <a:pt x="152400" y="990599"/>
                </a:lnTo>
                <a:lnTo>
                  <a:pt x="228600" y="990599"/>
                </a:lnTo>
                <a:lnTo>
                  <a:pt x="228600" y="914399"/>
                </a:lnTo>
                <a:close/>
              </a:path>
              <a:path w="381000" h="1691640">
                <a:moveTo>
                  <a:pt x="228600" y="1066799"/>
                </a:moveTo>
                <a:lnTo>
                  <a:pt x="152400" y="1066799"/>
                </a:lnTo>
                <a:lnTo>
                  <a:pt x="152400" y="1142999"/>
                </a:lnTo>
                <a:lnTo>
                  <a:pt x="228600" y="1142999"/>
                </a:lnTo>
                <a:lnTo>
                  <a:pt x="228600" y="1066799"/>
                </a:lnTo>
                <a:close/>
              </a:path>
              <a:path w="381000" h="1691640">
                <a:moveTo>
                  <a:pt x="228600" y="1219199"/>
                </a:moveTo>
                <a:lnTo>
                  <a:pt x="152400" y="1219199"/>
                </a:lnTo>
                <a:lnTo>
                  <a:pt x="152400" y="1295399"/>
                </a:lnTo>
                <a:lnTo>
                  <a:pt x="228600" y="1295399"/>
                </a:lnTo>
                <a:lnTo>
                  <a:pt x="228600" y="1219199"/>
                </a:lnTo>
                <a:close/>
              </a:path>
              <a:path w="381000" h="1691640">
                <a:moveTo>
                  <a:pt x="190500" y="1310512"/>
                </a:moveTo>
                <a:lnTo>
                  <a:pt x="146837" y="1315547"/>
                </a:lnTo>
                <a:lnTo>
                  <a:pt x="106746" y="1329885"/>
                </a:lnTo>
                <a:lnTo>
                  <a:pt x="71374" y="1352380"/>
                </a:lnTo>
                <a:lnTo>
                  <a:pt x="41867" y="1381887"/>
                </a:lnTo>
                <a:lnTo>
                  <a:pt x="19372" y="1417259"/>
                </a:lnTo>
                <a:lnTo>
                  <a:pt x="5034" y="1457350"/>
                </a:lnTo>
                <a:lnTo>
                  <a:pt x="0" y="1501012"/>
                </a:lnTo>
                <a:lnTo>
                  <a:pt x="5034" y="1544715"/>
                </a:lnTo>
                <a:lnTo>
                  <a:pt x="19372" y="1584821"/>
                </a:lnTo>
                <a:lnTo>
                  <a:pt x="41867" y="1620191"/>
                </a:lnTo>
                <a:lnTo>
                  <a:pt x="71374" y="1649685"/>
                </a:lnTo>
                <a:lnTo>
                  <a:pt x="106746" y="1672163"/>
                </a:lnTo>
                <a:lnTo>
                  <a:pt x="146837" y="1686485"/>
                </a:lnTo>
                <a:lnTo>
                  <a:pt x="190500" y="1691512"/>
                </a:lnTo>
                <a:lnTo>
                  <a:pt x="234202" y="1686485"/>
                </a:lnTo>
                <a:lnTo>
                  <a:pt x="274308" y="1672163"/>
                </a:lnTo>
                <a:lnTo>
                  <a:pt x="309678" y="1649685"/>
                </a:lnTo>
                <a:lnTo>
                  <a:pt x="339172" y="1620191"/>
                </a:lnTo>
                <a:lnTo>
                  <a:pt x="361650" y="1584821"/>
                </a:lnTo>
                <a:lnTo>
                  <a:pt x="375972" y="1544715"/>
                </a:lnTo>
                <a:lnTo>
                  <a:pt x="381000" y="1501012"/>
                </a:lnTo>
                <a:lnTo>
                  <a:pt x="375972" y="1457350"/>
                </a:lnTo>
                <a:lnTo>
                  <a:pt x="372560" y="1447799"/>
                </a:lnTo>
                <a:lnTo>
                  <a:pt x="152400" y="1447799"/>
                </a:lnTo>
                <a:lnTo>
                  <a:pt x="152400" y="1371599"/>
                </a:lnTo>
                <a:lnTo>
                  <a:pt x="328889" y="1371599"/>
                </a:lnTo>
                <a:lnTo>
                  <a:pt x="309678" y="1352380"/>
                </a:lnTo>
                <a:lnTo>
                  <a:pt x="274308" y="1329885"/>
                </a:lnTo>
                <a:lnTo>
                  <a:pt x="234202" y="1315547"/>
                </a:lnTo>
                <a:lnTo>
                  <a:pt x="190500" y="1310512"/>
                </a:lnTo>
                <a:close/>
              </a:path>
              <a:path w="381000" h="1691640">
                <a:moveTo>
                  <a:pt x="228600" y="1371599"/>
                </a:moveTo>
                <a:lnTo>
                  <a:pt x="152400" y="1371599"/>
                </a:lnTo>
                <a:lnTo>
                  <a:pt x="152400" y="1447799"/>
                </a:lnTo>
                <a:lnTo>
                  <a:pt x="228600" y="1447799"/>
                </a:lnTo>
                <a:lnTo>
                  <a:pt x="228600" y="1371599"/>
                </a:lnTo>
                <a:close/>
              </a:path>
              <a:path w="381000" h="1691640">
                <a:moveTo>
                  <a:pt x="328889" y="1371599"/>
                </a:moveTo>
                <a:lnTo>
                  <a:pt x="228600" y="1371599"/>
                </a:lnTo>
                <a:lnTo>
                  <a:pt x="228600" y="1447799"/>
                </a:lnTo>
                <a:lnTo>
                  <a:pt x="372560" y="1447799"/>
                </a:lnTo>
                <a:lnTo>
                  <a:pt x="361650" y="1417259"/>
                </a:lnTo>
                <a:lnTo>
                  <a:pt x="339172" y="1381887"/>
                </a:lnTo>
                <a:lnTo>
                  <a:pt x="328889" y="1371599"/>
                </a:lnTo>
                <a:close/>
              </a:path>
            </a:pathLst>
          </a:custGeom>
          <a:solidFill>
            <a:srgbClr val="5591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866890" y="3249295"/>
            <a:ext cx="381000" cy="1691639"/>
          </a:xfrm>
          <a:custGeom>
            <a:avLst/>
            <a:gdLst/>
            <a:ahLst/>
            <a:cxnLst/>
            <a:rect l="l" t="t" r="r" b="b"/>
            <a:pathLst>
              <a:path w="381000" h="1691639">
                <a:moveTo>
                  <a:pt x="228600" y="1615313"/>
                </a:moveTo>
                <a:lnTo>
                  <a:pt x="152400" y="1615313"/>
                </a:lnTo>
                <a:lnTo>
                  <a:pt x="152400" y="1691513"/>
                </a:lnTo>
                <a:lnTo>
                  <a:pt x="228600" y="1691513"/>
                </a:lnTo>
                <a:lnTo>
                  <a:pt x="228600" y="1615313"/>
                </a:lnTo>
                <a:close/>
              </a:path>
              <a:path w="381000" h="1691639">
                <a:moveTo>
                  <a:pt x="228600" y="1462913"/>
                </a:moveTo>
                <a:lnTo>
                  <a:pt x="152400" y="1462913"/>
                </a:lnTo>
                <a:lnTo>
                  <a:pt x="152400" y="1539113"/>
                </a:lnTo>
                <a:lnTo>
                  <a:pt x="228600" y="1539113"/>
                </a:lnTo>
                <a:lnTo>
                  <a:pt x="228600" y="1462913"/>
                </a:lnTo>
                <a:close/>
              </a:path>
              <a:path w="381000" h="1691639">
                <a:moveTo>
                  <a:pt x="228600" y="1310513"/>
                </a:moveTo>
                <a:lnTo>
                  <a:pt x="152400" y="1310513"/>
                </a:lnTo>
                <a:lnTo>
                  <a:pt x="152400" y="1386713"/>
                </a:lnTo>
                <a:lnTo>
                  <a:pt x="228600" y="1386713"/>
                </a:lnTo>
                <a:lnTo>
                  <a:pt x="228600" y="1310513"/>
                </a:lnTo>
                <a:close/>
              </a:path>
              <a:path w="381000" h="1691639">
                <a:moveTo>
                  <a:pt x="228600" y="1158113"/>
                </a:moveTo>
                <a:lnTo>
                  <a:pt x="152400" y="1158113"/>
                </a:lnTo>
                <a:lnTo>
                  <a:pt x="152400" y="1234313"/>
                </a:lnTo>
                <a:lnTo>
                  <a:pt x="228600" y="1234313"/>
                </a:lnTo>
                <a:lnTo>
                  <a:pt x="228600" y="1158113"/>
                </a:lnTo>
                <a:close/>
              </a:path>
              <a:path w="381000" h="1691639">
                <a:moveTo>
                  <a:pt x="228600" y="1005713"/>
                </a:moveTo>
                <a:lnTo>
                  <a:pt x="152400" y="1005713"/>
                </a:lnTo>
                <a:lnTo>
                  <a:pt x="152400" y="1081913"/>
                </a:lnTo>
                <a:lnTo>
                  <a:pt x="228600" y="1081913"/>
                </a:lnTo>
                <a:lnTo>
                  <a:pt x="228600" y="1005713"/>
                </a:lnTo>
                <a:close/>
              </a:path>
              <a:path w="381000" h="1691639">
                <a:moveTo>
                  <a:pt x="228600" y="853313"/>
                </a:moveTo>
                <a:lnTo>
                  <a:pt x="152400" y="853313"/>
                </a:lnTo>
                <a:lnTo>
                  <a:pt x="152400" y="929513"/>
                </a:lnTo>
                <a:lnTo>
                  <a:pt x="228600" y="929513"/>
                </a:lnTo>
                <a:lnTo>
                  <a:pt x="228600" y="853313"/>
                </a:lnTo>
                <a:close/>
              </a:path>
              <a:path w="381000" h="1691639">
                <a:moveTo>
                  <a:pt x="228600" y="700913"/>
                </a:moveTo>
                <a:lnTo>
                  <a:pt x="152400" y="700913"/>
                </a:lnTo>
                <a:lnTo>
                  <a:pt x="152400" y="777113"/>
                </a:lnTo>
                <a:lnTo>
                  <a:pt x="228600" y="777113"/>
                </a:lnTo>
                <a:lnTo>
                  <a:pt x="228600" y="700913"/>
                </a:lnTo>
                <a:close/>
              </a:path>
              <a:path w="381000" h="1691639">
                <a:moveTo>
                  <a:pt x="228600" y="548513"/>
                </a:moveTo>
                <a:lnTo>
                  <a:pt x="152400" y="548513"/>
                </a:lnTo>
                <a:lnTo>
                  <a:pt x="152400" y="624713"/>
                </a:lnTo>
                <a:lnTo>
                  <a:pt x="228600" y="624713"/>
                </a:lnTo>
                <a:lnTo>
                  <a:pt x="228600" y="548513"/>
                </a:lnTo>
                <a:close/>
              </a:path>
              <a:path w="381000" h="1691639">
                <a:moveTo>
                  <a:pt x="228600" y="396112"/>
                </a:moveTo>
                <a:lnTo>
                  <a:pt x="152400" y="396112"/>
                </a:lnTo>
                <a:lnTo>
                  <a:pt x="152400" y="472312"/>
                </a:lnTo>
                <a:lnTo>
                  <a:pt x="228600" y="472312"/>
                </a:lnTo>
                <a:lnTo>
                  <a:pt x="228600" y="396112"/>
                </a:lnTo>
                <a:close/>
              </a:path>
              <a:path w="381000" h="1691639">
                <a:moveTo>
                  <a:pt x="190500" y="0"/>
                </a:moveTo>
                <a:lnTo>
                  <a:pt x="146797" y="5034"/>
                </a:lnTo>
                <a:lnTo>
                  <a:pt x="106691" y="19372"/>
                </a:lnTo>
                <a:lnTo>
                  <a:pt x="71321" y="41867"/>
                </a:lnTo>
                <a:lnTo>
                  <a:pt x="41827" y="71374"/>
                </a:lnTo>
                <a:lnTo>
                  <a:pt x="19349" y="106746"/>
                </a:lnTo>
                <a:lnTo>
                  <a:pt x="5027" y="146837"/>
                </a:lnTo>
                <a:lnTo>
                  <a:pt x="0" y="190500"/>
                </a:lnTo>
                <a:lnTo>
                  <a:pt x="5027" y="234202"/>
                </a:lnTo>
                <a:lnTo>
                  <a:pt x="19349" y="274308"/>
                </a:lnTo>
                <a:lnTo>
                  <a:pt x="41827" y="309678"/>
                </a:lnTo>
                <a:lnTo>
                  <a:pt x="71321" y="339172"/>
                </a:lnTo>
                <a:lnTo>
                  <a:pt x="106691" y="361650"/>
                </a:lnTo>
                <a:lnTo>
                  <a:pt x="146797" y="375972"/>
                </a:lnTo>
                <a:lnTo>
                  <a:pt x="190500" y="381000"/>
                </a:lnTo>
                <a:lnTo>
                  <a:pt x="234162" y="375972"/>
                </a:lnTo>
                <a:lnTo>
                  <a:pt x="274253" y="361650"/>
                </a:lnTo>
                <a:lnTo>
                  <a:pt x="309625" y="339172"/>
                </a:lnTo>
                <a:lnTo>
                  <a:pt x="328893" y="319912"/>
                </a:lnTo>
                <a:lnTo>
                  <a:pt x="152400" y="319912"/>
                </a:lnTo>
                <a:lnTo>
                  <a:pt x="152400" y="243712"/>
                </a:lnTo>
                <a:lnTo>
                  <a:pt x="372565" y="243712"/>
                </a:lnTo>
                <a:lnTo>
                  <a:pt x="375965" y="234202"/>
                </a:lnTo>
                <a:lnTo>
                  <a:pt x="381000" y="190500"/>
                </a:lnTo>
                <a:lnTo>
                  <a:pt x="375965" y="146837"/>
                </a:lnTo>
                <a:lnTo>
                  <a:pt x="361627" y="106746"/>
                </a:lnTo>
                <a:lnTo>
                  <a:pt x="339132" y="71374"/>
                </a:lnTo>
                <a:lnTo>
                  <a:pt x="309625" y="41867"/>
                </a:lnTo>
                <a:lnTo>
                  <a:pt x="274253" y="19372"/>
                </a:lnTo>
                <a:lnTo>
                  <a:pt x="234162" y="5034"/>
                </a:lnTo>
                <a:lnTo>
                  <a:pt x="190500" y="0"/>
                </a:lnTo>
                <a:close/>
              </a:path>
              <a:path w="381000" h="1691639">
                <a:moveTo>
                  <a:pt x="228600" y="243712"/>
                </a:moveTo>
                <a:lnTo>
                  <a:pt x="152400" y="243712"/>
                </a:lnTo>
                <a:lnTo>
                  <a:pt x="152400" y="319912"/>
                </a:lnTo>
                <a:lnTo>
                  <a:pt x="228600" y="319912"/>
                </a:lnTo>
                <a:lnTo>
                  <a:pt x="228600" y="243712"/>
                </a:lnTo>
                <a:close/>
              </a:path>
              <a:path w="381000" h="1691639">
                <a:moveTo>
                  <a:pt x="372565" y="243712"/>
                </a:moveTo>
                <a:lnTo>
                  <a:pt x="228600" y="243712"/>
                </a:lnTo>
                <a:lnTo>
                  <a:pt x="228600" y="319912"/>
                </a:lnTo>
                <a:lnTo>
                  <a:pt x="328893" y="319912"/>
                </a:lnTo>
                <a:lnTo>
                  <a:pt x="339132" y="309678"/>
                </a:lnTo>
                <a:lnTo>
                  <a:pt x="361627" y="274308"/>
                </a:lnTo>
                <a:lnTo>
                  <a:pt x="372565" y="243712"/>
                </a:lnTo>
                <a:close/>
              </a:path>
            </a:pathLst>
          </a:custGeom>
          <a:solidFill>
            <a:srgbClr val="4FC7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041633" y="3249295"/>
            <a:ext cx="381000" cy="1691639"/>
          </a:xfrm>
          <a:custGeom>
            <a:avLst/>
            <a:gdLst/>
            <a:ahLst/>
            <a:cxnLst/>
            <a:rect l="l" t="t" r="r" b="b"/>
            <a:pathLst>
              <a:path w="381000" h="1691639">
                <a:moveTo>
                  <a:pt x="228600" y="1615313"/>
                </a:moveTo>
                <a:lnTo>
                  <a:pt x="152400" y="1615313"/>
                </a:lnTo>
                <a:lnTo>
                  <a:pt x="152400" y="1691513"/>
                </a:lnTo>
                <a:lnTo>
                  <a:pt x="228600" y="1691513"/>
                </a:lnTo>
                <a:lnTo>
                  <a:pt x="228600" y="1615313"/>
                </a:lnTo>
                <a:close/>
              </a:path>
              <a:path w="381000" h="1691639">
                <a:moveTo>
                  <a:pt x="228600" y="1462913"/>
                </a:moveTo>
                <a:lnTo>
                  <a:pt x="152400" y="1462913"/>
                </a:lnTo>
                <a:lnTo>
                  <a:pt x="152400" y="1539113"/>
                </a:lnTo>
                <a:lnTo>
                  <a:pt x="228600" y="1539113"/>
                </a:lnTo>
                <a:lnTo>
                  <a:pt x="228600" y="1462913"/>
                </a:lnTo>
                <a:close/>
              </a:path>
              <a:path w="381000" h="1691639">
                <a:moveTo>
                  <a:pt x="228600" y="1310513"/>
                </a:moveTo>
                <a:lnTo>
                  <a:pt x="152400" y="1310513"/>
                </a:lnTo>
                <a:lnTo>
                  <a:pt x="152400" y="1386713"/>
                </a:lnTo>
                <a:lnTo>
                  <a:pt x="228600" y="1386713"/>
                </a:lnTo>
                <a:lnTo>
                  <a:pt x="228600" y="1310513"/>
                </a:lnTo>
                <a:close/>
              </a:path>
              <a:path w="381000" h="1691639">
                <a:moveTo>
                  <a:pt x="228600" y="1158113"/>
                </a:moveTo>
                <a:lnTo>
                  <a:pt x="152400" y="1158113"/>
                </a:lnTo>
                <a:lnTo>
                  <a:pt x="152400" y="1234313"/>
                </a:lnTo>
                <a:lnTo>
                  <a:pt x="228600" y="1234313"/>
                </a:lnTo>
                <a:lnTo>
                  <a:pt x="228600" y="1158113"/>
                </a:lnTo>
                <a:close/>
              </a:path>
              <a:path w="381000" h="1691639">
                <a:moveTo>
                  <a:pt x="228600" y="1005713"/>
                </a:moveTo>
                <a:lnTo>
                  <a:pt x="152400" y="1005713"/>
                </a:lnTo>
                <a:lnTo>
                  <a:pt x="152400" y="1081913"/>
                </a:lnTo>
                <a:lnTo>
                  <a:pt x="228600" y="1081913"/>
                </a:lnTo>
                <a:lnTo>
                  <a:pt x="228600" y="1005713"/>
                </a:lnTo>
                <a:close/>
              </a:path>
              <a:path w="381000" h="1691639">
                <a:moveTo>
                  <a:pt x="228600" y="853313"/>
                </a:moveTo>
                <a:lnTo>
                  <a:pt x="152400" y="853313"/>
                </a:lnTo>
                <a:lnTo>
                  <a:pt x="152400" y="929513"/>
                </a:lnTo>
                <a:lnTo>
                  <a:pt x="228600" y="929513"/>
                </a:lnTo>
                <a:lnTo>
                  <a:pt x="228600" y="853313"/>
                </a:lnTo>
                <a:close/>
              </a:path>
              <a:path w="381000" h="1691639">
                <a:moveTo>
                  <a:pt x="228600" y="700913"/>
                </a:moveTo>
                <a:lnTo>
                  <a:pt x="152400" y="700913"/>
                </a:lnTo>
                <a:lnTo>
                  <a:pt x="152400" y="777113"/>
                </a:lnTo>
                <a:lnTo>
                  <a:pt x="228600" y="777113"/>
                </a:lnTo>
                <a:lnTo>
                  <a:pt x="228600" y="700913"/>
                </a:lnTo>
                <a:close/>
              </a:path>
              <a:path w="381000" h="1691639">
                <a:moveTo>
                  <a:pt x="228600" y="548513"/>
                </a:moveTo>
                <a:lnTo>
                  <a:pt x="152400" y="548513"/>
                </a:lnTo>
                <a:lnTo>
                  <a:pt x="152400" y="624713"/>
                </a:lnTo>
                <a:lnTo>
                  <a:pt x="228600" y="624713"/>
                </a:lnTo>
                <a:lnTo>
                  <a:pt x="228600" y="548513"/>
                </a:lnTo>
                <a:close/>
              </a:path>
              <a:path w="381000" h="1691639">
                <a:moveTo>
                  <a:pt x="228600" y="396112"/>
                </a:moveTo>
                <a:lnTo>
                  <a:pt x="152400" y="396112"/>
                </a:lnTo>
                <a:lnTo>
                  <a:pt x="152400" y="472312"/>
                </a:lnTo>
                <a:lnTo>
                  <a:pt x="228600" y="472312"/>
                </a:lnTo>
                <a:lnTo>
                  <a:pt x="228600" y="396112"/>
                </a:lnTo>
                <a:close/>
              </a:path>
              <a:path w="381000" h="1691639">
                <a:moveTo>
                  <a:pt x="190500" y="0"/>
                </a:moveTo>
                <a:lnTo>
                  <a:pt x="146837" y="5034"/>
                </a:lnTo>
                <a:lnTo>
                  <a:pt x="106746" y="19372"/>
                </a:lnTo>
                <a:lnTo>
                  <a:pt x="71374" y="41867"/>
                </a:lnTo>
                <a:lnTo>
                  <a:pt x="41867" y="71374"/>
                </a:lnTo>
                <a:lnTo>
                  <a:pt x="19372" y="106746"/>
                </a:lnTo>
                <a:lnTo>
                  <a:pt x="5034" y="146837"/>
                </a:lnTo>
                <a:lnTo>
                  <a:pt x="0" y="190500"/>
                </a:lnTo>
                <a:lnTo>
                  <a:pt x="5034" y="234202"/>
                </a:lnTo>
                <a:lnTo>
                  <a:pt x="19372" y="274308"/>
                </a:lnTo>
                <a:lnTo>
                  <a:pt x="41867" y="309678"/>
                </a:lnTo>
                <a:lnTo>
                  <a:pt x="71374" y="339172"/>
                </a:lnTo>
                <a:lnTo>
                  <a:pt x="106746" y="361650"/>
                </a:lnTo>
                <a:lnTo>
                  <a:pt x="146837" y="375972"/>
                </a:lnTo>
                <a:lnTo>
                  <a:pt x="190500" y="381000"/>
                </a:lnTo>
                <a:lnTo>
                  <a:pt x="234202" y="375972"/>
                </a:lnTo>
                <a:lnTo>
                  <a:pt x="274308" y="361650"/>
                </a:lnTo>
                <a:lnTo>
                  <a:pt x="309678" y="339172"/>
                </a:lnTo>
                <a:lnTo>
                  <a:pt x="328937" y="319912"/>
                </a:lnTo>
                <a:lnTo>
                  <a:pt x="152400" y="319912"/>
                </a:lnTo>
                <a:lnTo>
                  <a:pt x="152400" y="243712"/>
                </a:lnTo>
                <a:lnTo>
                  <a:pt x="372576" y="243712"/>
                </a:lnTo>
                <a:lnTo>
                  <a:pt x="375972" y="234202"/>
                </a:lnTo>
                <a:lnTo>
                  <a:pt x="381000" y="190500"/>
                </a:lnTo>
                <a:lnTo>
                  <a:pt x="375972" y="146837"/>
                </a:lnTo>
                <a:lnTo>
                  <a:pt x="361650" y="106746"/>
                </a:lnTo>
                <a:lnTo>
                  <a:pt x="339172" y="71374"/>
                </a:lnTo>
                <a:lnTo>
                  <a:pt x="309678" y="41867"/>
                </a:lnTo>
                <a:lnTo>
                  <a:pt x="274308" y="19372"/>
                </a:lnTo>
                <a:lnTo>
                  <a:pt x="234202" y="5034"/>
                </a:lnTo>
                <a:lnTo>
                  <a:pt x="190500" y="0"/>
                </a:lnTo>
                <a:close/>
              </a:path>
              <a:path w="381000" h="1691639">
                <a:moveTo>
                  <a:pt x="228600" y="243712"/>
                </a:moveTo>
                <a:lnTo>
                  <a:pt x="152400" y="243712"/>
                </a:lnTo>
                <a:lnTo>
                  <a:pt x="152400" y="319912"/>
                </a:lnTo>
                <a:lnTo>
                  <a:pt x="228600" y="319912"/>
                </a:lnTo>
                <a:lnTo>
                  <a:pt x="228600" y="243712"/>
                </a:lnTo>
                <a:close/>
              </a:path>
              <a:path w="381000" h="1691639">
                <a:moveTo>
                  <a:pt x="372576" y="243712"/>
                </a:moveTo>
                <a:lnTo>
                  <a:pt x="228600" y="243712"/>
                </a:lnTo>
                <a:lnTo>
                  <a:pt x="228600" y="319912"/>
                </a:lnTo>
                <a:lnTo>
                  <a:pt x="328937" y="319912"/>
                </a:lnTo>
                <a:lnTo>
                  <a:pt x="339172" y="309678"/>
                </a:lnTo>
                <a:lnTo>
                  <a:pt x="361650" y="274308"/>
                </a:lnTo>
                <a:lnTo>
                  <a:pt x="372576" y="243712"/>
                </a:lnTo>
                <a:close/>
              </a:path>
            </a:pathLst>
          </a:custGeom>
          <a:solidFill>
            <a:srgbClr val="4FC7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726369" y="5614252"/>
            <a:ext cx="488950" cy="448945"/>
          </a:xfrm>
          <a:custGeom>
            <a:avLst/>
            <a:gdLst/>
            <a:ahLst/>
            <a:cxnLst/>
            <a:rect l="l" t="t" r="r" b="b"/>
            <a:pathLst>
              <a:path w="488950" h="448945">
                <a:moveTo>
                  <a:pt x="113414" y="298030"/>
                </a:moveTo>
                <a:lnTo>
                  <a:pt x="49180" y="298029"/>
                </a:lnTo>
                <a:lnTo>
                  <a:pt x="9497" y="318710"/>
                </a:lnTo>
                <a:lnTo>
                  <a:pt x="476" y="377029"/>
                </a:lnTo>
                <a:lnTo>
                  <a:pt x="0" y="413352"/>
                </a:lnTo>
                <a:lnTo>
                  <a:pt x="134" y="428399"/>
                </a:lnTo>
                <a:lnTo>
                  <a:pt x="211" y="437099"/>
                </a:lnTo>
                <a:lnTo>
                  <a:pt x="1106" y="437099"/>
                </a:lnTo>
                <a:lnTo>
                  <a:pt x="114" y="442349"/>
                </a:lnTo>
                <a:lnTo>
                  <a:pt x="3569" y="447410"/>
                </a:lnTo>
                <a:lnTo>
                  <a:pt x="9740" y="448575"/>
                </a:lnTo>
                <a:lnTo>
                  <a:pt x="484143" y="448575"/>
                </a:lnTo>
                <a:lnTo>
                  <a:pt x="488551" y="444179"/>
                </a:lnTo>
                <a:lnTo>
                  <a:pt x="488457" y="437099"/>
                </a:lnTo>
                <a:lnTo>
                  <a:pt x="488405" y="436760"/>
                </a:lnTo>
                <a:lnTo>
                  <a:pt x="488108" y="435808"/>
                </a:lnTo>
                <a:lnTo>
                  <a:pt x="488108" y="428399"/>
                </a:lnTo>
                <a:lnTo>
                  <a:pt x="20412" y="428399"/>
                </a:lnTo>
                <a:lnTo>
                  <a:pt x="20412" y="348500"/>
                </a:lnTo>
                <a:lnTo>
                  <a:pt x="20562" y="347509"/>
                </a:lnTo>
                <a:lnTo>
                  <a:pt x="48665" y="318379"/>
                </a:lnTo>
                <a:lnTo>
                  <a:pt x="162738" y="318379"/>
                </a:lnTo>
                <a:lnTo>
                  <a:pt x="162740" y="307566"/>
                </a:lnTo>
                <a:lnTo>
                  <a:pt x="142420" y="307566"/>
                </a:lnTo>
                <a:lnTo>
                  <a:pt x="141433" y="307017"/>
                </a:lnTo>
                <a:lnTo>
                  <a:pt x="140973" y="306815"/>
                </a:lnTo>
                <a:lnTo>
                  <a:pt x="140563" y="306540"/>
                </a:lnTo>
                <a:lnTo>
                  <a:pt x="133781" y="302707"/>
                </a:lnTo>
                <a:lnTo>
                  <a:pt x="126536" y="299964"/>
                </a:lnTo>
                <a:lnTo>
                  <a:pt x="118958" y="298349"/>
                </a:lnTo>
                <a:lnTo>
                  <a:pt x="113414" y="298030"/>
                </a:lnTo>
                <a:close/>
              </a:path>
              <a:path w="488950" h="448945">
                <a:moveTo>
                  <a:pt x="162738" y="318379"/>
                </a:moveTo>
                <a:lnTo>
                  <a:pt x="112952" y="318379"/>
                </a:lnTo>
                <a:lnTo>
                  <a:pt x="124314" y="320616"/>
                </a:lnTo>
                <a:lnTo>
                  <a:pt x="133664" y="326845"/>
                </a:lnTo>
                <a:lnTo>
                  <a:pt x="139999" y="336121"/>
                </a:lnTo>
                <a:lnTo>
                  <a:pt x="142289" y="347100"/>
                </a:lnTo>
                <a:lnTo>
                  <a:pt x="142375" y="428399"/>
                </a:lnTo>
                <a:lnTo>
                  <a:pt x="162725" y="428399"/>
                </a:lnTo>
                <a:lnTo>
                  <a:pt x="162738" y="318379"/>
                </a:lnTo>
                <a:close/>
              </a:path>
              <a:path w="488950" h="448945">
                <a:moveTo>
                  <a:pt x="329422" y="247122"/>
                </a:moveTo>
                <a:lnTo>
                  <a:pt x="284048" y="247122"/>
                </a:lnTo>
                <a:lnTo>
                  <a:pt x="288826" y="247463"/>
                </a:lnTo>
                <a:lnTo>
                  <a:pt x="294135" y="248380"/>
                </a:lnTo>
                <a:lnTo>
                  <a:pt x="293788" y="248380"/>
                </a:lnTo>
                <a:lnTo>
                  <a:pt x="306524" y="253542"/>
                </a:lnTo>
                <a:lnTo>
                  <a:pt x="313140" y="259480"/>
                </a:lnTo>
                <a:lnTo>
                  <a:pt x="325315" y="428399"/>
                </a:lnTo>
                <a:lnTo>
                  <a:pt x="345750" y="428399"/>
                </a:lnTo>
                <a:lnTo>
                  <a:pt x="345750" y="348501"/>
                </a:lnTo>
                <a:lnTo>
                  <a:pt x="373947" y="318379"/>
                </a:lnTo>
                <a:lnTo>
                  <a:pt x="477586" y="318380"/>
                </a:lnTo>
                <a:lnTo>
                  <a:pt x="474642" y="313695"/>
                </a:lnTo>
                <a:lnTo>
                  <a:pt x="466416" y="307756"/>
                </a:lnTo>
                <a:lnTo>
                  <a:pt x="345784" y="307756"/>
                </a:lnTo>
                <a:lnTo>
                  <a:pt x="345783" y="287586"/>
                </a:lnTo>
                <a:lnTo>
                  <a:pt x="340909" y="264122"/>
                </a:lnTo>
                <a:lnTo>
                  <a:pt x="329513" y="247256"/>
                </a:lnTo>
                <a:lnTo>
                  <a:pt x="329422" y="247122"/>
                </a:lnTo>
                <a:close/>
              </a:path>
              <a:path w="488950" h="448945">
                <a:moveTo>
                  <a:pt x="477586" y="318380"/>
                </a:moveTo>
                <a:lnTo>
                  <a:pt x="438158" y="318380"/>
                </a:lnTo>
                <a:lnTo>
                  <a:pt x="450145" y="320616"/>
                </a:lnTo>
                <a:lnTo>
                  <a:pt x="449678" y="320616"/>
                </a:lnTo>
                <a:lnTo>
                  <a:pt x="458858" y="326607"/>
                </a:lnTo>
                <a:lnTo>
                  <a:pt x="465247" y="335784"/>
                </a:lnTo>
                <a:lnTo>
                  <a:pt x="467707" y="347100"/>
                </a:lnTo>
                <a:lnTo>
                  <a:pt x="467707" y="428399"/>
                </a:lnTo>
                <a:lnTo>
                  <a:pt x="488108" y="428399"/>
                </a:lnTo>
                <a:lnTo>
                  <a:pt x="488108" y="349420"/>
                </a:lnTo>
                <a:lnTo>
                  <a:pt x="484819" y="329888"/>
                </a:lnTo>
                <a:lnTo>
                  <a:pt x="477586" y="318380"/>
                </a:lnTo>
                <a:close/>
              </a:path>
              <a:path w="488950" h="448945">
                <a:moveTo>
                  <a:pt x="440169" y="298030"/>
                </a:moveTo>
                <a:lnTo>
                  <a:pt x="373186" y="298030"/>
                </a:lnTo>
                <a:lnTo>
                  <a:pt x="345784" y="307756"/>
                </a:lnTo>
                <a:lnTo>
                  <a:pt x="466416" y="307756"/>
                </a:lnTo>
                <a:lnTo>
                  <a:pt x="459130" y="302497"/>
                </a:lnTo>
                <a:lnTo>
                  <a:pt x="440169" y="298030"/>
                </a:lnTo>
                <a:close/>
              </a:path>
              <a:path w="488950" h="448945">
                <a:moveTo>
                  <a:pt x="285974" y="227108"/>
                </a:moveTo>
                <a:lnTo>
                  <a:pt x="201993" y="227108"/>
                </a:lnTo>
                <a:lnTo>
                  <a:pt x="164476" y="240958"/>
                </a:lnTo>
                <a:lnTo>
                  <a:pt x="143833" y="275820"/>
                </a:lnTo>
                <a:lnTo>
                  <a:pt x="142775" y="288303"/>
                </a:lnTo>
                <a:lnTo>
                  <a:pt x="142668" y="289918"/>
                </a:lnTo>
                <a:lnTo>
                  <a:pt x="142429" y="296986"/>
                </a:lnTo>
                <a:lnTo>
                  <a:pt x="142420" y="307566"/>
                </a:lnTo>
                <a:lnTo>
                  <a:pt x="162740" y="307566"/>
                </a:lnTo>
                <a:lnTo>
                  <a:pt x="162742" y="288303"/>
                </a:lnTo>
                <a:lnTo>
                  <a:pt x="165742" y="272477"/>
                </a:lnTo>
                <a:lnTo>
                  <a:pt x="174287" y="259480"/>
                </a:lnTo>
                <a:lnTo>
                  <a:pt x="187085" y="250633"/>
                </a:lnTo>
                <a:lnTo>
                  <a:pt x="202848" y="247256"/>
                </a:lnTo>
                <a:lnTo>
                  <a:pt x="279276" y="247256"/>
                </a:lnTo>
                <a:lnTo>
                  <a:pt x="284048" y="247122"/>
                </a:lnTo>
                <a:lnTo>
                  <a:pt x="329422" y="247122"/>
                </a:lnTo>
                <a:lnTo>
                  <a:pt x="327943" y="244933"/>
                </a:lnTo>
                <a:lnTo>
                  <a:pt x="308779" y="231916"/>
                </a:lnTo>
                <a:lnTo>
                  <a:pt x="285974" y="227108"/>
                </a:lnTo>
                <a:close/>
              </a:path>
              <a:path w="488950" h="448945">
                <a:moveTo>
                  <a:pt x="101445" y="180217"/>
                </a:moveTo>
                <a:lnTo>
                  <a:pt x="61472" y="180217"/>
                </a:lnTo>
                <a:lnTo>
                  <a:pt x="30707" y="226598"/>
                </a:lnTo>
                <a:lnTo>
                  <a:pt x="30668" y="227276"/>
                </a:lnTo>
                <a:lnTo>
                  <a:pt x="34632" y="246308"/>
                </a:lnTo>
                <a:lnTo>
                  <a:pt x="34746" y="246859"/>
                </a:lnTo>
                <a:lnTo>
                  <a:pt x="45588" y="262772"/>
                </a:lnTo>
                <a:lnTo>
                  <a:pt x="45682" y="262910"/>
                </a:lnTo>
                <a:lnTo>
                  <a:pt x="61822" y="273724"/>
                </a:lnTo>
                <a:lnTo>
                  <a:pt x="81576" y="277702"/>
                </a:lnTo>
                <a:lnTo>
                  <a:pt x="101118" y="273724"/>
                </a:lnTo>
                <a:lnTo>
                  <a:pt x="101270" y="273724"/>
                </a:lnTo>
                <a:lnTo>
                  <a:pt x="117483" y="262772"/>
                </a:lnTo>
                <a:lnTo>
                  <a:pt x="121114" y="257375"/>
                </a:lnTo>
                <a:lnTo>
                  <a:pt x="81213" y="257375"/>
                </a:lnTo>
                <a:lnTo>
                  <a:pt x="69192" y="254806"/>
                </a:lnTo>
                <a:lnTo>
                  <a:pt x="59876" y="248380"/>
                </a:lnTo>
                <a:lnTo>
                  <a:pt x="59723" y="248380"/>
                </a:lnTo>
                <a:lnTo>
                  <a:pt x="53177" y="238454"/>
                </a:lnTo>
                <a:lnTo>
                  <a:pt x="51037" y="227276"/>
                </a:lnTo>
                <a:lnTo>
                  <a:pt x="51005" y="227108"/>
                </a:lnTo>
                <a:lnTo>
                  <a:pt x="50907" y="226598"/>
                </a:lnTo>
                <a:lnTo>
                  <a:pt x="53231" y="215389"/>
                </a:lnTo>
                <a:lnTo>
                  <a:pt x="53346" y="214834"/>
                </a:lnTo>
                <a:lnTo>
                  <a:pt x="59615" y="205643"/>
                </a:lnTo>
                <a:lnTo>
                  <a:pt x="59715" y="205497"/>
                </a:lnTo>
                <a:lnTo>
                  <a:pt x="59813" y="205354"/>
                </a:lnTo>
                <a:lnTo>
                  <a:pt x="64558" y="202134"/>
                </a:lnTo>
                <a:lnTo>
                  <a:pt x="69244" y="199011"/>
                </a:lnTo>
                <a:lnTo>
                  <a:pt x="68531" y="199011"/>
                </a:lnTo>
                <a:lnTo>
                  <a:pt x="81169" y="196527"/>
                </a:lnTo>
                <a:lnTo>
                  <a:pt x="121176" y="196527"/>
                </a:lnTo>
                <a:lnTo>
                  <a:pt x="117451" y="191022"/>
                </a:lnTo>
                <a:lnTo>
                  <a:pt x="117193" y="190795"/>
                </a:lnTo>
                <a:lnTo>
                  <a:pt x="101445" y="180217"/>
                </a:lnTo>
                <a:close/>
              </a:path>
              <a:path w="488950" h="448945">
                <a:moveTo>
                  <a:pt x="407256" y="176094"/>
                </a:moveTo>
                <a:lnTo>
                  <a:pt x="406868" y="176094"/>
                </a:lnTo>
                <a:lnTo>
                  <a:pt x="386214" y="180217"/>
                </a:lnTo>
                <a:lnTo>
                  <a:pt x="386934" y="180217"/>
                </a:lnTo>
                <a:lnTo>
                  <a:pt x="371069" y="190796"/>
                </a:lnTo>
                <a:lnTo>
                  <a:pt x="360082" y="206823"/>
                </a:lnTo>
                <a:lnTo>
                  <a:pt x="358379" y="214834"/>
                </a:lnTo>
                <a:lnTo>
                  <a:pt x="355919" y="226598"/>
                </a:lnTo>
                <a:lnTo>
                  <a:pt x="359746" y="246308"/>
                </a:lnTo>
                <a:lnTo>
                  <a:pt x="370672" y="262772"/>
                </a:lnTo>
                <a:lnTo>
                  <a:pt x="370854" y="262772"/>
                </a:lnTo>
                <a:lnTo>
                  <a:pt x="386846" y="273724"/>
                </a:lnTo>
                <a:lnTo>
                  <a:pt x="387394" y="273724"/>
                </a:lnTo>
                <a:lnTo>
                  <a:pt x="406369" y="277702"/>
                </a:lnTo>
                <a:lnTo>
                  <a:pt x="426196" y="273862"/>
                </a:lnTo>
                <a:lnTo>
                  <a:pt x="442445" y="263096"/>
                </a:lnTo>
                <a:lnTo>
                  <a:pt x="446369" y="257375"/>
                </a:lnTo>
                <a:lnTo>
                  <a:pt x="406863" y="257375"/>
                </a:lnTo>
                <a:lnTo>
                  <a:pt x="395240" y="255075"/>
                </a:lnTo>
                <a:lnTo>
                  <a:pt x="395072" y="255075"/>
                </a:lnTo>
                <a:lnTo>
                  <a:pt x="385483" y="248667"/>
                </a:lnTo>
                <a:lnTo>
                  <a:pt x="385187" y="248380"/>
                </a:lnTo>
                <a:lnTo>
                  <a:pt x="378855" y="239073"/>
                </a:lnTo>
                <a:lnTo>
                  <a:pt x="378735" y="238897"/>
                </a:lnTo>
                <a:lnTo>
                  <a:pt x="376339" y="227276"/>
                </a:lnTo>
                <a:lnTo>
                  <a:pt x="376361" y="226598"/>
                </a:lnTo>
                <a:lnTo>
                  <a:pt x="378567" y="215389"/>
                </a:lnTo>
                <a:lnTo>
                  <a:pt x="378615" y="215146"/>
                </a:lnTo>
                <a:lnTo>
                  <a:pt x="384958" y="205643"/>
                </a:lnTo>
                <a:lnTo>
                  <a:pt x="385056" y="205497"/>
                </a:lnTo>
                <a:lnTo>
                  <a:pt x="394580" y="199011"/>
                </a:lnTo>
                <a:lnTo>
                  <a:pt x="394422" y="199011"/>
                </a:lnTo>
                <a:lnTo>
                  <a:pt x="406425" y="196527"/>
                </a:lnTo>
                <a:lnTo>
                  <a:pt x="446512" y="196527"/>
                </a:lnTo>
                <a:lnTo>
                  <a:pt x="442997" y="191231"/>
                </a:lnTo>
                <a:lnTo>
                  <a:pt x="426915" y="180217"/>
                </a:lnTo>
                <a:lnTo>
                  <a:pt x="407256" y="176094"/>
                </a:lnTo>
                <a:close/>
              </a:path>
              <a:path w="488950" h="448945">
                <a:moveTo>
                  <a:pt x="121176" y="196527"/>
                </a:moveTo>
                <a:lnTo>
                  <a:pt x="81920" y="196527"/>
                </a:lnTo>
                <a:lnTo>
                  <a:pt x="93535" y="199011"/>
                </a:lnTo>
                <a:lnTo>
                  <a:pt x="103137" y="205643"/>
                </a:lnTo>
                <a:lnTo>
                  <a:pt x="109550" y="215389"/>
                </a:lnTo>
                <a:lnTo>
                  <a:pt x="111681" y="226598"/>
                </a:lnTo>
                <a:lnTo>
                  <a:pt x="111803" y="227276"/>
                </a:lnTo>
                <a:lnTo>
                  <a:pt x="109409" y="238454"/>
                </a:lnTo>
                <a:lnTo>
                  <a:pt x="109359" y="238685"/>
                </a:lnTo>
                <a:lnTo>
                  <a:pt x="109276" y="239073"/>
                </a:lnTo>
                <a:lnTo>
                  <a:pt x="102638" y="248667"/>
                </a:lnTo>
                <a:lnTo>
                  <a:pt x="92884" y="255075"/>
                </a:lnTo>
                <a:lnTo>
                  <a:pt x="80768" y="257375"/>
                </a:lnTo>
                <a:lnTo>
                  <a:pt x="121114" y="257375"/>
                </a:lnTo>
                <a:lnTo>
                  <a:pt x="128357" y="246609"/>
                </a:lnTo>
                <a:lnTo>
                  <a:pt x="132236" y="227276"/>
                </a:lnTo>
                <a:lnTo>
                  <a:pt x="132269" y="227108"/>
                </a:lnTo>
                <a:lnTo>
                  <a:pt x="132372" y="226598"/>
                </a:lnTo>
                <a:lnTo>
                  <a:pt x="129998" y="215389"/>
                </a:lnTo>
                <a:lnTo>
                  <a:pt x="128385" y="207466"/>
                </a:lnTo>
                <a:lnTo>
                  <a:pt x="128328" y="207184"/>
                </a:lnTo>
                <a:lnTo>
                  <a:pt x="128144" y="206823"/>
                </a:lnTo>
                <a:lnTo>
                  <a:pt x="121176" y="196527"/>
                </a:lnTo>
                <a:close/>
              </a:path>
              <a:path w="488950" h="448945">
                <a:moveTo>
                  <a:pt x="446512" y="196527"/>
                </a:moveTo>
                <a:lnTo>
                  <a:pt x="406633" y="196527"/>
                </a:lnTo>
                <a:lnTo>
                  <a:pt x="419202" y="199011"/>
                </a:lnTo>
                <a:lnTo>
                  <a:pt x="418704" y="199011"/>
                </a:lnTo>
                <a:lnTo>
                  <a:pt x="428197" y="205354"/>
                </a:lnTo>
                <a:lnTo>
                  <a:pt x="434646" y="214834"/>
                </a:lnTo>
                <a:lnTo>
                  <a:pt x="434759" y="215000"/>
                </a:lnTo>
                <a:lnTo>
                  <a:pt x="437242" y="226598"/>
                </a:lnTo>
                <a:lnTo>
                  <a:pt x="434891" y="238454"/>
                </a:lnTo>
                <a:lnTo>
                  <a:pt x="434846" y="238685"/>
                </a:lnTo>
                <a:lnTo>
                  <a:pt x="428356" y="248380"/>
                </a:lnTo>
                <a:lnTo>
                  <a:pt x="418897" y="254806"/>
                </a:lnTo>
                <a:lnTo>
                  <a:pt x="419341" y="254806"/>
                </a:lnTo>
                <a:lnTo>
                  <a:pt x="406863" y="257375"/>
                </a:lnTo>
                <a:lnTo>
                  <a:pt x="446369" y="257375"/>
                </a:lnTo>
                <a:lnTo>
                  <a:pt x="453310" y="247256"/>
                </a:lnTo>
                <a:lnTo>
                  <a:pt x="453403" y="247122"/>
                </a:lnTo>
                <a:lnTo>
                  <a:pt x="453503" y="246859"/>
                </a:lnTo>
                <a:lnTo>
                  <a:pt x="457618" y="227276"/>
                </a:lnTo>
                <a:lnTo>
                  <a:pt x="453772" y="207466"/>
                </a:lnTo>
                <a:lnTo>
                  <a:pt x="446512" y="196527"/>
                </a:lnTo>
                <a:close/>
              </a:path>
              <a:path w="488950" h="448945">
                <a:moveTo>
                  <a:pt x="245035" y="84693"/>
                </a:moveTo>
                <a:lnTo>
                  <a:pt x="221223" y="89110"/>
                </a:lnTo>
                <a:lnTo>
                  <a:pt x="201634" y="101865"/>
                </a:lnTo>
                <a:lnTo>
                  <a:pt x="188262" y="121028"/>
                </a:lnTo>
                <a:lnTo>
                  <a:pt x="183098" y="144667"/>
                </a:lnTo>
                <a:lnTo>
                  <a:pt x="183118" y="145664"/>
                </a:lnTo>
                <a:lnTo>
                  <a:pt x="187938" y="168941"/>
                </a:lnTo>
                <a:lnTo>
                  <a:pt x="200782" y="188152"/>
                </a:lnTo>
                <a:lnTo>
                  <a:pt x="219789" y="201311"/>
                </a:lnTo>
                <a:lnTo>
                  <a:pt x="243123" y="206551"/>
                </a:lnTo>
                <a:lnTo>
                  <a:pt x="266935" y="202134"/>
                </a:lnTo>
                <a:lnTo>
                  <a:pt x="286524" y="189381"/>
                </a:lnTo>
                <a:lnTo>
                  <a:pt x="288719" y="186235"/>
                </a:lnTo>
                <a:lnTo>
                  <a:pt x="243229" y="186235"/>
                </a:lnTo>
                <a:lnTo>
                  <a:pt x="227723" y="182778"/>
                </a:lnTo>
                <a:lnTo>
                  <a:pt x="215117" y="174024"/>
                </a:lnTo>
                <a:lnTo>
                  <a:pt x="206645" y="161232"/>
                </a:lnTo>
                <a:lnTo>
                  <a:pt x="203538" y="145664"/>
                </a:lnTo>
                <a:lnTo>
                  <a:pt x="206705" y="129867"/>
                </a:lnTo>
                <a:lnTo>
                  <a:pt x="215388" y="116958"/>
                </a:lnTo>
                <a:lnTo>
                  <a:pt x="228281" y="108244"/>
                </a:lnTo>
                <a:lnTo>
                  <a:pt x="244027" y="105043"/>
                </a:lnTo>
                <a:lnTo>
                  <a:pt x="289068" y="105043"/>
                </a:lnTo>
                <a:lnTo>
                  <a:pt x="287875" y="103214"/>
                </a:lnTo>
                <a:lnTo>
                  <a:pt x="268697" y="89853"/>
                </a:lnTo>
                <a:lnTo>
                  <a:pt x="245035" y="84693"/>
                </a:lnTo>
                <a:close/>
              </a:path>
              <a:path w="488950" h="448945">
                <a:moveTo>
                  <a:pt x="289068" y="105043"/>
                </a:moveTo>
                <a:lnTo>
                  <a:pt x="245216" y="105043"/>
                </a:lnTo>
                <a:lnTo>
                  <a:pt x="260887" y="108588"/>
                </a:lnTo>
                <a:lnTo>
                  <a:pt x="273600" y="117593"/>
                </a:lnTo>
                <a:lnTo>
                  <a:pt x="282006" y="130704"/>
                </a:lnTo>
                <a:lnTo>
                  <a:pt x="284827" y="146583"/>
                </a:lnTo>
                <a:lnTo>
                  <a:pt x="281262" y="162315"/>
                </a:lnTo>
                <a:lnTo>
                  <a:pt x="272249" y="175017"/>
                </a:lnTo>
                <a:lnTo>
                  <a:pt x="259125" y="183415"/>
                </a:lnTo>
                <a:lnTo>
                  <a:pt x="243229" y="186235"/>
                </a:lnTo>
                <a:lnTo>
                  <a:pt x="288719" y="186235"/>
                </a:lnTo>
                <a:lnTo>
                  <a:pt x="299896" y="170219"/>
                </a:lnTo>
                <a:lnTo>
                  <a:pt x="305059" y="146583"/>
                </a:lnTo>
                <a:lnTo>
                  <a:pt x="300640" y="122785"/>
                </a:lnTo>
                <a:lnTo>
                  <a:pt x="289068" y="105043"/>
                </a:lnTo>
                <a:close/>
              </a:path>
              <a:path w="488950" h="448945">
                <a:moveTo>
                  <a:pt x="81413" y="176093"/>
                </a:moveTo>
                <a:lnTo>
                  <a:pt x="61113" y="180217"/>
                </a:lnTo>
                <a:lnTo>
                  <a:pt x="102002" y="180217"/>
                </a:lnTo>
                <a:lnTo>
                  <a:pt x="81413" y="176093"/>
                </a:lnTo>
                <a:close/>
              </a:path>
              <a:path w="488950" h="448945">
                <a:moveTo>
                  <a:pt x="151711" y="122115"/>
                </a:moveTo>
                <a:lnTo>
                  <a:pt x="114033" y="122115"/>
                </a:lnTo>
                <a:lnTo>
                  <a:pt x="109261" y="122266"/>
                </a:lnTo>
                <a:lnTo>
                  <a:pt x="105123" y="126664"/>
                </a:lnTo>
                <a:lnTo>
                  <a:pt x="105139" y="132839"/>
                </a:lnTo>
                <a:lnTo>
                  <a:pt x="105346" y="137327"/>
                </a:lnTo>
                <a:lnTo>
                  <a:pt x="105392" y="138318"/>
                </a:lnTo>
                <a:lnTo>
                  <a:pt x="110046" y="142549"/>
                </a:lnTo>
                <a:lnTo>
                  <a:pt x="114338" y="142347"/>
                </a:lnTo>
                <a:lnTo>
                  <a:pt x="151582" y="142347"/>
                </a:lnTo>
                <a:lnTo>
                  <a:pt x="156158" y="137820"/>
                </a:lnTo>
                <a:lnTo>
                  <a:pt x="156214" y="126664"/>
                </a:lnTo>
                <a:lnTo>
                  <a:pt x="151711" y="122115"/>
                </a:lnTo>
                <a:close/>
              </a:path>
              <a:path w="488950" h="448945">
                <a:moveTo>
                  <a:pt x="378045" y="121835"/>
                </a:moveTo>
                <a:lnTo>
                  <a:pt x="372097" y="122115"/>
                </a:lnTo>
                <a:lnTo>
                  <a:pt x="336516" y="122115"/>
                </a:lnTo>
                <a:lnTo>
                  <a:pt x="332039" y="126452"/>
                </a:lnTo>
                <a:lnTo>
                  <a:pt x="331994" y="137820"/>
                </a:lnTo>
                <a:lnTo>
                  <a:pt x="336553" y="142347"/>
                </a:lnTo>
                <a:lnTo>
                  <a:pt x="372910" y="142347"/>
                </a:lnTo>
                <a:lnTo>
                  <a:pt x="378987" y="142067"/>
                </a:lnTo>
                <a:lnTo>
                  <a:pt x="383310" y="137327"/>
                </a:lnTo>
                <a:lnTo>
                  <a:pt x="382821" y="126844"/>
                </a:lnTo>
                <a:lnTo>
                  <a:pt x="382789" y="126155"/>
                </a:lnTo>
                <a:lnTo>
                  <a:pt x="378045" y="121835"/>
                </a:lnTo>
                <a:close/>
              </a:path>
              <a:path w="488950" h="448945">
                <a:moveTo>
                  <a:pt x="153946" y="34844"/>
                </a:moveTo>
                <a:lnTo>
                  <a:pt x="147685" y="34844"/>
                </a:lnTo>
                <a:lnTo>
                  <a:pt x="143917" y="38665"/>
                </a:lnTo>
                <a:lnTo>
                  <a:pt x="140025" y="42217"/>
                </a:lnTo>
                <a:lnTo>
                  <a:pt x="166381" y="75515"/>
                </a:lnTo>
                <a:lnTo>
                  <a:pt x="173503" y="78776"/>
                </a:lnTo>
                <a:lnTo>
                  <a:pt x="176946" y="76894"/>
                </a:lnTo>
                <a:lnTo>
                  <a:pt x="180681" y="75151"/>
                </a:lnTo>
                <a:lnTo>
                  <a:pt x="183187" y="71532"/>
                </a:lnTo>
                <a:lnTo>
                  <a:pt x="183507" y="67425"/>
                </a:lnTo>
                <a:lnTo>
                  <a:pt x="182772" y="65173"/>
                </a:lnTo>
                <a:lnTo>
                  <a:pt x="157734" y="38391"/>
                </a:lnTo>
                <a:lnTo>
                  <a:pt x="153946" y="34844"/>
                </a:lnTo>
                <a:close/>
              </a:path>
              <a:path w="488950" h="448945">
                <a:moveTo>
                  <a:pt x="249673" y="0"/>
                </a:moveTo>
                <a:lnTo>
                  <a:pt x="238524" y="0"/>
                </a:lnTo>
                <a:lnTo>
                  <a:pt x="234005" y="4515"/>
                </a:lnTo>
                <a:lnTo>
                  <a:pt x="233881" y="46173"/>
                </a:lnTo>
                <a:lnTo>
                  <a:pt x="238492" y="50913"/>
                </a:lnTo>
                <a:lnTo>
                  <a:pt x="249521" y="50913"/>
                </a:lnTo>
                <a:lnTo>
                  <a:pt x="254114" y="46453"/>
                </a:lnTo>
                <a:lnTo>
                  <a:pt x="254192" y="4515"/>
                </a:lnTo>
                <a:lnTo>
                  <a:pt x="249673" y="0"/>
                </a:lnTo>
                <a:close/>
              </a:path>
              <a:path w="488950" h="448945">
                <a:moveTo>
                  <a:pt x="340452" y="34704"/>
                </a:moveTo>
                <a:lnTo>
                  <a:pt x="333996" y="34704"/>
                </a:lnTo>
                <a:lnTo>
                  <a:pt x="330093" y="38682"/>
                </a:lnTo>
                <a:lnTo>
                  <a:pt x="327940" y="40694"/>
                </a:lnTo>
                <a:lnTo>
                  <a:pt x="325887" y="42817"/>
                </a:lnTo>
                <a:lnTo>
                  <a:pt x="318552" y="50157"/>
                </a:lnTo>
                <a:lnTo>
                  <a:pt x="313247" y="55345"/>
                </a:lnTo>
                <a:lnTo>
                  <a:pt x="308088" y="60685"/>
                </a:lnTo>
                <a:lnTo>
                  <a:pt x="305032" y="63609"/>
                </a:lnTo>
                <a:lnTo>
                  <a:pt x="304253" y="68187"/>
                </a:lnTo>
                <a:lnTo>
                  <a:pt x="306170" y="71958"/>
                </a:lnTo>
                <a:lnTo>
                  <a:pt x="308071" y="75997"/>
                </a:lnTo>
                <a:lnTo>
                  <a:pt x="312339" y="78367"/>
                </a:lnTo>
                <a:lnTo>
                  <a:pt x="316775" y="77858"/>
                </a:lnTo>
                <a:lnTo>
                  <a:pt x="318743" y="77208"/>
                </a:lnTo>
                <a:lnTo>
                  <a:pt x="348413" y="48823"/>
                </a:lnTo>
                <a:lnTo>
                  <a:pt x="348352" y="42442"/>
                </a:lnTo>
                <a:lnTo>
                  <a:pt x="340452" y="34704"/>
                </a:lnTo>
                <a:close/>
              </a:path>
            </a:pathLst>
          </a:custGeom>
          <a:solidFill>
            <a:srgbClr val="153E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6808344" y="5614121"/>
            <a:ext cx="501015" cy="501650"/>
            <a:chOff x="6808344" y="5614121"/>
            <a:chExt cx="501015" cy="501650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45571" y="5872918"/>
              <a:ext cx="161442" cy="16174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808343" y="5614123"/>
              <a:ext cx="501015" cy="501650"/>
            </a:xfrm>
            <a:custGeom>
              <a:avLst/>
              <a:gdLst/>
              <a:ahLst/>
              <a:cxnLst/>
              <a:rect l="l" t="t" r="r" b="b"/>
              <a:pathLst>
                <a:path w="501015" h="501650">
                  <a:moveTo>
                    <a:pt x="88785" y="213918"/>
                  </a:moveTo>
                  <a:lnTo>
                    <a:pt x="85166" y="210273"/>
                  </a:lnTo>
                  <a:lnTo>
                    <a:pt x="72644" y="210273"/>
                  </a:lnTo>
                  <a:lnTo>
                    <a:pt x="72644" y="226453"/>
                  </a:lnTo>
                  <a:lnTo>
                    <a:pt x="72644" y="242620"/>
                  </a:lnTo>
                  <a:lnTo>
                    <a:pt x="56502" y="242620"/>
                  </a:lnTo>
                  <a:lnTo>
                    <a:pt x="56502" y="226453"/>
                  </a:lnTo>
                  <a:lnTo>
                    <a:pt x="72644" y="226453"/>
                  </a:lnTo>
                  <a:lnTo>
                    <a:pt x="72644" y="210273"/>
                  </a:lnTo>
                  <a:lnTo>
                    <a:pt x="43980" y="210273"/>
                  </a:lnTo>
                  <a:lnTo>
                    <a:pt x="40360" y="213918"/>
                  </a:lnTo>
                  <a:lnTo>
                    <a:pt x="40360" y="255168"/>
                  </a:lnTo>
                  <a:lnTo>
                    <a:pt x="43980" y="258800"/>
                  </a:lnTo>
                  <a:lnTo>
                    <a:pt x="85166" y="258800"/>
                  </a:lnTo>
                  <a:lnTo>
                    <a:pt x="88785" y="255168"/>
                  </a:lnTo>
                  <a:lnTo>
                    <a:pt x="88785" y="242620"/>
                  </a:lnTo>
                  <a:lnTo>
                    <a:pt x="88785" y="226453"/>
                  </a:lnTo>
                  <a:lnTo>
                    <a:pt x="88785" y="213918"/>
                  </a:lnTo>
                  <a:close/>
                </a:path>
                <a:path w="501015" h="501650">
                  <a:moveTo>
                    <a:pt x="88785" y="133045"/>
                  </a:moveTo>
                  <a:lnTo>
                    <a:pt x="85166" y="129400"/>
                  </a:lnTo>
                  <a:lnTo>
                    <a:pt x="72644" y="129400"/>
                  </a:lnTo>
                  <a:lnTo>
                    <a:pt x="72644" y="145580"/>
                  </a:lnTo>
                  <a:lnTo>
                    <a:pt x="72644" y="161747"/>
                  </a:lnTo>
                  <a:lnTo>
                    <a:pt x="56502" y="161747"/>
                  </a:lnTo>
                  <a:lnTo>
                    <a:pt x="56502" y="145580"/>
                  </a:lnTo>
                  <a:lnTo>
                    <a:pt x="72644" y="145580"/>
                  </a:lnTo>
                  <a:lnTo>
                    <a:pt x="72644" y="129400"/>
                  </a:lnTo>
                  <a:lnTo>
                    <a:pt x="43980" y="129400"/>
                  </a:lnTo>
                  <a:lnTo>
                    <a:pt x="40360" y="133045"/>
                  </a:lnTo>
                  <a:lnTo>
                    <a:pt x="40360" y="174294"/>
                  </a:lnTo>
                  <a:lnTo>
                    <a:pt x="43980" y="177927"/>
                  </a:lnTo>
                  <a:lnTo>
                    <a:pt x="85166" y="177927"/>
                  </a:lnTo>
                  <a:lnTo>
                    <a:pt x="88785" y="174294"/>
                  </a:lnTo>
                  <a:lnTo>
                    <a:pt x="88785" y="161747"/>
                  </a:lnTo>
                  <a:lnTo>
                    <a:pt x="88785" y="145580"/>
                  </a:lnTo>
                  <a:lnTo>
                    <a:pt x="88785" y="133045"/>
                  </a:lnTo>
                  <a:close/>
                </a:path>
                <a:path w="501015" h="501650">
                  <a:moveTo>
                    <a:pt x="88785" y="52171"/>
                  </a:moveTo>
                  <a:lnTo>
                    <a:pt x="85166" y="48526"/>
                  </a:lnTo>
                  <a:lnTo>
                    <a:pt x="72644" y="48526"/>
                  </a:lnTo>
                  <a:lnTo>
                    <a:pt x="72644" y="64706"/>
                  </a:lnTo>
                  <a:lnTo>
                    <a:pt x="72644" y="80873"/>
                  </a:lnTo>
                  <a:lnTo>
                    <a:pt x="56502" y="80873"/>
                  </a:lnTo>
                  <a:lnTo>
                    <a:pt x="56502" y="64706"/>
                  </a:lnTo>
                  <a:lnTo>
                    <a:pt x="72644" y="64706"/>
                  </a:lnTo>
                  <a:lnTo>
                    <a:pt x="72644" y="48526"/>
                  </a:lnTo>
                  <a:lnTo>
                    <a:pt x="43980" y="48526"/>
                  </a:lnTo>
                  <a:lnTo>
                    <a:pt x="40360" y="52171"/>
                  </a:lnTo>
                  <a:lnTo>
                    <a:pt x="40360" y="93421"/>
                  </a:lnTo>
                  <a:lnTo>
                    <a:pt x="43980" y="97053"/>
                  </a:lnTo>
                  <a:lnTo>
                    <a:pt x="85166" y="97053"/>
                  </a:lnTo>
                  <a:lnTo>
                    <a:pt x="88785" y="93421"/>
                  </a:lnTo>
                  <a:lnTo>
                    <a:pt x="88785" y="80873"/>
                  </a:lnTo>
                  <a:lnTo>
                    <a:pt x="88785" y="64706"/>
                  </a:lnTo>
                  <a:lnTo>
                    <a:pt x="88785" y="52171"/>
                  </a:lnTo>
                  <a:close/>
                </a:path>
                <a:path w="501015" h="501650">
                  <a:moveTo>
                    <a:pt x="145288" y="230085"/>
                  </a:moveTo>
                  <a:lnTo>
                    <a:pt x="141668" y="226453"/>
                  </a:lnTo>
                  <a:lnTo>
                    <a:pt x="108559" y="226453"/>
                  </a:lnTo>
                  <a:lnTo>
                    <a:pt x="104927" y="230085"/>
                  </a:lnTo>
                  <a:lnTo>
                    <a:pt x="104927" y="238988"/>
                  </a:lnTo>
                  <a:lnTo>
                    <a:pt x="108559" y="242620"/>
                  </a:lnTo>
                  <a:lnTo>
                    <a:pt x="137223" y="242620"/>
                  </a:lnTo>
                  <a:lnTo>
                    <a:pt x="141668" y="242620"/>
                  </a:lnTo>
                  <a:lnTo>
                    <a:pt x="145288" y="238988"/>
                  </a:lnTo>
                  <a:lnTo>
                    <a:pt x="145288" y="230085"/>
                  </a:lnTo>
                  <a:close/>
                </a:path>
                <a:path w="501015" h="501650">
                  <a:moveTo>
                    <a:pt x="185648" y="149212"/>
                  </a:moveTo>
                  <a:lnTo>
                    <a:pt x="182029" y="145580"/>
                  </a:lnTo>
                  <a:lnTo>
                    <a:pt x="108559" y="145580"/>
                  </a:lnTo>
                  <a:lnTo>
                    <a:pt x="104927" y="149212"/>
                  </a:lnTo>
                  <a:lnTo>
                    <a:pt x="104927" y="158115"/>
                  </a:lnTo>
                  <a:lnTo>
                    <a:pt x="108559" y="161747"/>
                  </a:lnTo>
                  <a:lnTo>
                    <a:pt x="177584" y="161747"/>
                  </a:lnTo>
                  <a:lnTo>
                    <a:pt x="182029" y="161747"/>
                  </a:lnTo>
                  <a:lnTo>
                    <a:pt x="185648" y="158115"/>
                  </a:lnTo>
                  <a:lnTo>
                    <a:pt x="185648" y="149212"/>
                  </a:lnTo>
                  <a:close/>
                </a:path>
                <a:path w="501015" h="501650">
                  <a:moveTo>
                    <a:pt x="185648" y="68338"/>
                  </a:moveTo>
                  <a:lnTo>
                    <a:pt x="182029" y="64706"/>
                  </a:lnTo>
                  <a:lnTo>
                    <a:pt x="108559" y="64706"/>
                  </a:lnTo>
                  <a:lnTo>
                    <a:pt x="104927" y="68338"/>
                  </a:lnTo>
                  <a:lnTo>
                    <a:pt x="104927" y="77241"/>
                  </a:lnTo>
                  <a:lnTo>
                    <a:pt x="108559" y="80873"/>
                  </a:lnTo>
                  <a:lnTo>
                    <a:pt x="177584" y="80873"/>
                  </a:lnTo>
                  <a:lnTo>
                    <a:pt x="182029" y="80873"/>
                  </a:lnTo>
                  <a:lnTo>
                    <a:pt x="185648" y="77241"/>
                  </a:lnTo>
                  <a:lnTo>
                    <a:pt x="185648" y="68338"/>
                  </a:lnTo>
                  <a:close/>
                </a:path>
                <a:path w="501015" h="501650">
                  <a:moveTo>
                    <a:pt x="224447" y="375348"/>
                  </a:moveTo>
                  <a:lnTo>
                    <a:pt x="223558" y="372973"/>
                  </a:lnTo>
                  <a:lnTo>
                    <a:pt x="221754" y="370954"/>
                  </a:lnTo>
                  <a:lnTo>
                    <a:pt x="220027" y="368935"/>
                  </a:lnTo>
                  <a:lnTo>
                    <a:pt x="217843" y="367919"/>
                  </a:lnTo>
                  <a:lnTo>
                    <a:pt x="212839" y="367919"/>
                  </a:lnTo>
                  <a:lnTo>
                    <a:pt x="210629" y="368935"/>
                  </a:lnTo>
                  <a:lnTo>
                    <a:pt x="208800" y="370954"/>
                  </a:lnTo>
                  <a:lnTo>
                    <a:pt x="207035" y="372846"/>
                  </a:lnTo>
                  <a:lnTo>
                    <a:pt x="206121" y="375348"/>
                  </a:lnTo>
                  <a:lnTo>
                    <a:pt x="206121" y="380784"/>
                  </a:lnTo>
                  <a:lnTo>
                    <a:pt x="207035" y="383146"/>
                  </a:lnTo>
                  <a:lnTo>
                    <a:pt x="210654" y="387184"/>
                  </a:lnTo>
                  <a:lnTo>
                    <a:pt x="212801" y="388200"/>
                  </a:lnTo>
                  <a:lnTo>
                    <a:pt x="217843" y="388200"/>
                  </a:lnTo>
                  <a:lnTo>
                    <a:pt x="220027" y="387184"/>
                  </a:lnTo>
                  <a:lnTo>
                    <a:pt x="221754" y="385165"/>
                  </a:lnTo>
                  <a:lnTo>
                    <a:pt x="223558" y="383146"/>
                  </a:lnTo>
                  <a:lnTo>
                    <a:pt x="224447" y="380784"/>
                  </a:lnTo>
                  <a:lnTo>
                    <a:pt x="224447" y="375348"/>
                  </a:lnTo>
                  <a:close/>
                </a:path>
                <a:path w="501015" h="501650">
                  <a:moveTo>
                    <a:pt x="226009" y="3644"/>
                  </a:moveTo>
                  <a:lnTo>
                    <a:pt x="222389" y="0"/>
                  </a:lnTo>
                  <a:lnTo>
                    <a:pt x="3619" y="0"/>
                  </a:lnTo>
                  <a:lnTo>
                    <a:pt x="0" y="3644"/>
                  </a:lnTo>
                  <a:lnTo>
                    <a:pt x="0" y="303695"/>
                  </a:lnTo>
                  <a:lnTo>
                    <a:pt x="3619" y="307327"/>
                  </a:lnTo>
                  <a:lnTo>
                    <a:pt x="88785" y="307327"/>
                  </a:lnTo>
                  <a:lnTo>
                    <a:pt x="93230" y="307327"/>
                  </a:lnTo>
                  <a:lnTo>
                    <a:pt x="96862" y="303695"/>
                  </a:lnTo>
                  <a:lnTo>
                    <a:pt x="96862" y="294779"/>
                  </a:lnTo>
                  <a:lnTo>
                    <a:pt x="93230" y="291147"/>
                  </a:lnTo>
                  <a:lnTo>
                    <a:pt x="16141" y="291147"/>
                  </a:lnTo>
                  <a:lnTo>
                    <a:pt x="16141" y="16179"/>
                  </a:lnTo>
                  <a:lnTo>
                    <a:pt x="209867" y="16179"/>
                  </a:lnTo>
                  <a:lnTo>
                    <a:pt x="209867" y="206641"/>
                  </a:lnTo>
                  <a:lnTo>
                    <a:pt x="213499" y="210273"/>
                  </a:lnTo>
                  <a:lnTo>
                    <a:pt x="222389" y="210273"/>
                  </a:lnTo>
                  <a:lnTo>
                    <a:pt x="226009" y="206641"/>
                  </a:lnTo>
                  <a:lnTo>
                    <a:pt x="226009" y="3644"/>
                  </a:lnTo>
                  <a:close/>
                </a:path>
                <a:path w="501015" h="501650">
                  <a:moveTo>
                    <a:pt x="242163" y="306628"/>
                  </a:moveTo>
                  <a:lnTo>
                    <a:pt x="239826" y="301485"/>
                  </a:lnTo>
                  <a:lnTo>
                    <a:pt x="230517" y="293204"/>
                  </a:lnTo>
                  <a:lnTo>
                    <a:pt x="224472" y="291147"/>
                  </a:lnTo>
                  <a:lnTo>
                    <a:pt x="209677" y="291147"/>
                  </a:lnTo>
                  <a:lnTo>
                    <a:pt x="203974" y="293052"/>
                  </a:lnTo>
                  <a:lnTo>
                    <a:pt x="195783" y="300596"/>
                  </a:lnTo>
                  <a:lnTo>
                    <a:pt x="193725" y="304584"/>
                  </a:lnTo>
                  <a:lnTo>
                    <a:pt x="193725" y="311150"/>
                  </a:lnTo>
                  <a:lnTo>
                    <a:pt x="194449" y="313016"/>
                  </a:lnTo>
                  <a:lnTo>
                    <a:pt x="197358" y="315633"/>
                  </a:lnTo>
                  <a:lnTo>
                    <a:pt x="198996" y="316306"/>
                  </a:lnTo>
                  <a:lnTo>
                    <a:pt x="202171" y="316306"/>
                  </a:lnTo>
                  <a:lnTo>
                    <a:pt x="207098" y="310451"/>
                  </a:lnTo>
                  <a:lnTo>
                    <a:pt x="208229" y="309384"/>
                  </a:lnTo>
                  <a:lnTo>
                    <a:pt x="211696" y="307454"/>
                  </a:lnTo>
                  <a:lnTo>
                    <a:pt x="213868" y="306946"/>
                  </a:lnTo>
                  <a:lnTo>
                    <a:pt x="219710" y="306946"/>
                  </a:lnTo>
                  <a:lnTo>
                    <a:pt x="222224" y="307708"/>
                  </a:lnTo>
                  <a:lnTo>
                    <a:pt x="226174" y="310743"/>
                  </a:lnTo>
                  <a:lnTo>
                    <a:pt x="227152" y="313016"/>
                  </a:lnTo>
                  <a:lnTo>
                    <a:pt x="227152" y="317411"/>
                  </a:lnTo>
                  <a:lnTo>
                    <a:pt x="219710" y="327710"/>
                  </a:lnTo>
                  <a:lnTo>
                    <a:pt x="216877" y="330161"/>
                  </a:lnTo>
                  <a:lnTo>
                    <a:pt x="216649" y="330415"/>
                  </a:lnTo>
                  <a:lnTo>
                    <a:pt x="211353" y="335445"/>
                  </a:lnTo>
                  <a:lnTo>
                    <a:pt x="208737" y="342011"/>
                  </a:lnTo>
                  <a:lnTo>
                    <a:pt x="208737" y="353517"/>
                  </a:lnTo>
                  <a:lnTo>
                    <a:pt x="209207" y="355790"/>
                  </a:lnTo>
                  <a:lnTo>
                    <a:pt x="210146" y="357060"/>
                  </a:lnTo>
                  <a:lnTo>
                    <a:pt x="211099" y="358216"/>
                  </a:lnTo>
                  <a:lnTo>
                    <a:pt x="212775" y="358825"/>
                  </a:lnTo>
                  <a:lnTo>
                    <a:pt x="219862" y="358825"/>
                  </a:lnTo>
                  <a:lnTo>
                    <a:pt x="222199" y="357060"/>
                  </a:lnTo>
                  <a:lnTo>
                    <a:pt x="222300" y="348526"/>
                  </a:lnTo>
                  <a:lnTo>
                    <a:pt x="222478" y="347167"/>
                  </a:lnTo>
                  <a:lnTo>
                    <a:pt x="228815" y="336956"/>
                  </a:lnTo>
                  <a:lnTo>
                    <a:pt x="234657" y="331165"/>
                  </a:lnTo>
                  <a:lnTo>
                    <a:pt x="238823" y="325221"/>
                  </a:lnTo>
                  <a:lnTo>
                    <a:pt x="241325" y="319125"/>
                  </a:lnTo>
                  <a:lnTo>
                    <a:pt x="242023" y="313867"/>
                  </a:lnTo>
                  <a:lnTo>
                    <a:pt x="242138" y="313016"/>
                  </a:lnTo>
                  <a:lnTo>
                    <a:pt x="242163" y="306946"/>
                  </a:lnTo>
                  <a:lnTo>
                    <a:pt x="242163" y="306628"/>
                  </a:lnTo>
                  <a:close/>
                </a:path>
                <a:path w="501015" h="501650">
                  <a:moveTo>
                    <a:pt x="363245" y="213918"/>
                  </a:moveTo>
                  <a:lnTo>
                    <a:pt x="359613" y="210273"/>
                  </a:lnTo>
                  <a:lnTo>
                    <a:pt x="347091" y="210273"/>
                  </a:lnTo>
                  <a:lnTo>
                    <a:pt x="347091" y="226453"/>
                  </a:lnTo>
                  <a:lnTo>
                    <a:pt x="347091" y="242620"/>
                  </a:lnTo>
                  <a:lnTo>
                    <a:pt x="330949" y="242620"/>
                  </a:lnTo>
                  <a:lnTo>
                    <a:pt x="330949" y="226453"/>
                  </a:lnTo>
                  <a:lnTo>
                    <a:pt x="347091" y="226453"/>
                  </a:lnTo>
                  <a:lnTo>
                    <a:pt x="347091" y="210273"/>
                  </a:lnTo>
                  <a:lnTo>
                    <a:pt x="318439" y="210273"/>
                  </a:lnTo>
                  <a:lnTo>
                    <a:pt x="314807" y="213918"/>
                  </a:lnTo>
                  <a:lnTo>
                    <a:pt x="314807" y="255168"/>
                  </a:lnTo>
                  <a:lnTo>
                    <a:pt x="318439" y="258800"/>
                  </a:lnTo>
                  <a:lnTo>
                    <a:pt x="359613" y="258800"/>
                  </a:lnTo>
                  <a:lnTo>
                    <a:pt x="363245" y="255168"/>
                  </a:lnTo>
                  <a:lnTo>
                    <a:pt x="363245" y="242620"/>
                  </a:lnTo>
                  <a:lnTo>
                    <a:pt x="363245" y="226453"/>
                  </a:lnTo>
                  <a:lnTo>
                    <a:pt x="363245" y="213918"/>
                  </a:lnTo>
                  <a:close/>
                </a:path>
                <a:path w="501015" h="501650">
                  <a:moveTo>
                    <a:pt x="363245" y="133045"/>
                  </a:moveTo>
                  <a:lnTo>
                    <a:pt x="359613" y="129400"/>
                  </a:lnTo>
                  <a:lnTo>
                    <a:pt x="347091" y="129400"/>
                  </a:lnTo>
                  <a:lnTo>
                    <a:pt x="347091" y="145580"/>
                  </a:lnTo>
                  <a:lnTo>
                    <a:pt x="347091" y="161747"/>
                  </a:lnTo>
                  <a:lnTo>
                    <a:pt x="330949" y="161747"/>
                  </a:lnTo>
                  <a:lnTo>
                    <a:pt x="330949" y="145580"/>
                  </a:lnTo>
                  <a:lnTo>
                    <a:pt x="347091" y="145580"/>
                  </a:lnTo>
                  <a:lnTo>
                    <a:pt x="347091" y="129400"/>
                  </a:lnTo>
                  <a:lnTo>
                    <a:pt x="318439" y="129400"/>
                  </a:lnTo>
                  <a:lnTo>
                    <a:pt x="314807" y="133045"/>
                  </a:lnTo>
                  <a:lnTo>
                    <a:pt x="314807" y="174294"/>
                  </a:lnTo>
                  <a:lnTo>
                    <a:pt x="318439" y="177927"/>
                  </a:lnTo>
                  <a:lnTo>
                    <a:pt x="359613" y="177927"/>
                  </a:lnTo>
                  <a:lnTo>
                    <a:pt x="363245" y="174294"/>
                  </a:lnTo>
                  <a:lnTo>
                    <a:pt x="363245" y="161747"/>
                  </a:lnTo>
                  <a:lnTo>
                    <a:pt x="363245" y="145580"/>
                  </a:lnTo>
                  <a:lnTo>
                    <a:pt x="363245" y="133045"/>
                  </a:lnTo>
                  <a:close/>
                </a:path>
                <a:path w="501015" h="501650">
                  <a:moveTo>
                    <a:pt x="363245" y="52171"/>
                  </a:moveTo>
                  <a:lnTo>
                    <a:pt x="359613" y="48526"/>
                  </a:lnTo>
                  <a:lnTo>
                    <a:pt x="347091" y="48526"/>
                  </a:lnTo>
                  <a:lnTo>
                    <a:pt x="347091" y="64706"/>
                  </a:lnTo>
                  <a:lnTo>
                    <a:pt x="347091" y="80873"/>
                  </a:lnTo>
                  <a:lnTo>
                    <a:pt x="330949" y="80873"/>
                  </a:lnTo>
                  <a:lnTo>
                    <a:pt x="330949" y="64706"/>
                  </a:lnTo>
                  <a:lnTo>
                    <a:pt x="347091" y="64706"/>
                  </a:lnTo>
                  <a:lnTo>
                    <a:pt x="347091" y="48526"/>
                  </a:lnTo>
                  <a:lnTo>
                    <a:pt x="318439" y="48526"/>
                  </a:lnTo>
                  <a:lnTo>
                    <a:pt x="314807" y="52171"/>
                  </a:lnTo>
                  <a:lnTo>
                    <a:pt x="314807" y="93421"/>
                  </a:lnTo>
                  <a:lnTo>
                    <a:pt x="318439" y="97053"/>
                  </a:lnTo>
                  <a:lnTo>
                    <a:pt x="359613" y="97053"/>
                  </a:lnTo>
                  <a:lnTo>
                    <a:pt x="363245" y="93421"/>
                  </a:lnTo>
                  <a:lnTo>
                    <a:pt x="363245" y="80873"/>
                  </a:lnTo>
                  <a:lnTo>
                    <a:pt x="363245" y="64706"/>
                  </a:lnTo>
                  <a:lnTo>
                    <a:pt x="363245" y="52171"/>
                  </a:lnTo>
                  <a:close/>
                </a:path>
                <a:path w="501015" h="501650">
                  <a:moveTo>
                    <a:pt x="371309" y="460451"/>
                  </a:moveTo>
                  <a:lnTo>
                    <a:pt x="367969" y="452335"/>
                  </a:lnTo>
                  <a:lnTo>
                    <a:pt x="355168" y="439521"/>
                  </a:lnTo>
                  <a:lnTo>
                    <a:pt x="355168" y="464781"/>
                  </a:lnTo>
                  <a:lnTo>
                    <a:pt x="355168" y="477989"/>
                  </a:lnTo>
                  <a:lnTo>
                    <a:pt x="347916" y="485254"/>
                  </a:lnTo>
                  <a:lnTo>
                    <a:pt x="334733" y="485254"/>
                  </a:lnTo>
                  <a:lnTo>
                    <a:pt x="330669" y="483577"/>
                  </a:lnTo>
                  <a:lnTo>
                    <a:pt x="289166" y="441972"/>
                  </a:lnTo>
                  <a:lnTo>
                    <a:pt x="283933" y="436727"/>
                  </a:lnTo>
                  <a:lnTo>
                    <a:pt x="271106" y="423875"/>
                  </a:lnTo>
                  <a:lnTo>
                    <a:pt x="267195" y="423329"/>
                  </a:lnTo>
                  <a:lnTo>
                    <a:pt x="264071" y="425005"/>
                  </a:lnTo>
                  <a:lnTo>
                    <a:pt x="253187" y="430072"/>
                  </a:lnTo>
                  <a:lnTo>
                    <a:pt x="241757" y="433743"/>
                  </a:lnTo>
                  <a:lnTo>
                    <a:pt x="229958" y="435978"/>
                  </a:lnTo>
                  <a:lnTo>
                    <a:pt x="217944" y="436727"/>
                  </a:lnTo>
                  <a:lnTo>
                    <a:pt x="180276" y="429082"/>
                  </a:lnTo>
                  <a:lnTo>
                    <a:pt x="149479" y="408266"/>
                  </a:lnTo>
                  <a:lnTo>
                    <a:pt x="128701" y="377418"/>
                  </a:lnTo>
                  <a:lnTo>
                    <a:pt x="121081" y="339674"/>
                  </a:lnTo>
                  <a:lnTo>
                    <a:pt x="128701" y="301929"/>
                  </a:lnTo>
                  <a:lnTo>
                    <a:pt x="149479" y="271081"/>
                  </a:lnTo>
                  <a:lnTo>
                    <a:pt x="180276" y="250266"/>
                  </a:lnTo>
                  <a:lnTo>
                    <a:pt x="217944" y="242620"/>
                  </a:lnTo>
                  <a:lnTo>
                    <a:pt x="255612" y="250266"/>
                  </a:lnTo>
                  <a:lnTo>
                    <a:pt x="286410" y="271081"/>
                  </a:lnTo>
                  <a:lnTo>
                    <a:pt x="307187" y="301929"/>
                  </a:lnTo>
                  <a:lnTo>
                    <a:pt x="314807" y="339674"/>
                  </a:lnTo>
                  <a:lnTo>
                    <a:pt x="313690" y="354469"/>
                  </a:lnTo>
                  <a:lnTo>
                    <a:pt x="310388" y="368782"/>
                  </a:lnTo>
                  <a:lnTo>
                    <a:pt x="304952" y="382397"/>
                  </a:lnTo>
                  <a:lnTo>
                    <a:pt x="297434" y="395160"/>
                  </a:lnTo>
                  <a:lnTo>
                    <a:pt x="295224" y="398373"/>
                  </a:lnTo>
                  <a:lnTo>
                    <a:pt x="295605" y="402704"/>
                  </a:lnTo>
                  <a:lnTo>
                    <a:pt x="353504" y="460705"/>
                  </a:lnTo>
                  <a:lnTo>
                    <a:pt x="355168" y="464781"/>
                  </a:lnTo>
                  <a:lnTo>
                    <a:pt x="355168" y="439521"/>
                  </a:lnTo>
                  <a:lnTo>
                    <a:pt x="314426" y="398691"/>
                  </a:lnTo>
                  <a:lnTo>
                    <a:pt x="321576" y="384924"/>
                  </a:lnTo>
                  <a:lnTo>
                    <a:pt x="326745" y="370395"/>
                  </a:lnTo>
                  <a:lnTo>
                    <a:pt x="329895" y="355244"/>
                  </a:lnTo>
                  <a:lnTo>
                    <a:pt x="330949" y="339674"/>
                  </a:lnTo>
                  <a:lnTo>
                    <a:pt x="322059" y="295643"/>
                  </a:lnTo>
                  <a:lnTo>
                    <a:pt x="297815" y="259651"/>
                  </a:lnTo>
                  <a:lnTo>
                    <a:pt x="272630" y="242620"/>
                  </a:lnTo>
                  <a:lnTo>
                    <a:pt x="261886" y="235369"/>
                  </a:lnTo>
                  <a:lnTo>
                    <a:pt x="217944" y="226453"/>
                  </a:lnTo>
                  <a:lnTo>
                    <a:pt x="174002" y="235369"/>
                  </a:lnTo>
                  <a:lnTo>
                    <a:pt x="138074" y="259651"/>
                  </a:lnTo>
                  <a:lnTo>
                    <a:pt x="113830" y="295643"/>
                  </a:lnTo>
                  <a:lnTo>
                    <a:pt x="104927" y="339674"/>
                  </a:lnTo>
                  <a:lnTo>
                    <a:pt x="113830" y="383705"/>
                  </a:lnTo>
                  <a:lnTo>
                    <a:pt x="138074" y="419696"/>
                  </a:lnTo>
                  <a:lnTo>
                    <a:pt x="174002" y="443992"/>
                  </a:lnTo>
                  <a:lnTo>
                    <a:pt x="217944" y="452894"/>
                  </a:lnTo>
                  <a:lnTo>
                    <a:pt x="230454" y="452196"/>
                  </a:lnTo>
                  <a:lnTo>
                    <a:pt x="242785" y="450126"/>
                  </a:lnTo>
                  <a:lnTo>
                    <a:pt x="254787" y="446709"/>
                  </a:lnTo>
                  <a:lnTo>
                    <a:pt x="266344" y="441972"/>
                  </a:lnTo>
                  <a:lnTo>
                    <a:pt x="322313" y="498043"/>
                  </a:lnTo>
                  <a:lnTo>
                    <a:pt x="330415" y="501421"/>
                  </a:lnTo>
                  <a:lnTo>
                    <a:pt x="339026" y="501421"/>
                  </a:lnTo>
                  <a:lnTo>
                    <a:pt x="371309" y="469074"/>
                  </a:lnTo>
                  <a:lnTo>
                    <a:pt x="371309" y="460451"/>
                  </a:lnTo>
                  <a:close/>
                </a:path>
                <a:path w="501015" h="501650">
                  <a:moveTo>
                    <a:pt x="460108" y="230085"/>
                  </a:moveTo>
                  <a:lnTo>
                    <a:pt x="456476" y="226453"/>
                  </a:lnTo>
                  <a:lnTo>
                    <a:pt x="383006" y="226453"/>
                  </a:lnTo>
                  <a:lnTo>
                    <a:pt x="379387" y="230085"/>
                  </a:lnTo>
                  <a:lnTo>
                    <a:pt x="379387" y="238988"/>
                  </a:lnTo>
                  <a:lnTo>
                    <a:pt x="383006" y="242620"/>
                  </a:lnTo>
                  <a:lnTo>
                    <a:pt x="452031" y="242620"/>
                  </a:lnTo>
                  <a:lnTo>
                    <a:pt x="456476" y="242620"/>
                  </a:lnTo>
                  <a:lnTo>
                    <a:pt x="460108" y="238988"/>
                  </a:lnTo>
                  <a:lnTo>
                    <a:pt x="460108" y="230085"/>
                  </a:lnTo>
                  <a:close/>
                </a:path>
                <a:path w="501015" h="501650">
                  <a:moveTo>
                    <a:pt x="460108" y="149212"/>
                  </a:moveTo>
                  <a:lnTo>
                    <a:pt x="456476" y="145580"/>
                  </a:lnTo>
                  <a:lnTo>
                    <a:pt x="383006" y="145580"/>
                  </a:lnTo>
                  <a:lnTo>
                    <a:pt x="379387" y="149212"/>
                  </a:lnTo>
                  <a:lnTo>
                    <a:pt x="379387" y="158115"/>
                  </a:lnTo>
                  <a:lnTo>
                    <a:pt x="383006" y="161747"/>
                  </a:lnTo>
                  <a:lnTo>
                    <a:pt x="452031" y="161747"/>
                  </a:lnTo>
                  <a:lnTo>
                    <a:pt x="456476" y="161747"/>
                  </a:lnTo>
                  <a:lnTo>
                    <a:pt x="460108" y="158115"/>
                  </a:lnTo>
                  <a:lnTo>
                    <a:pt x="460108" y="149212"/>
                  </a:lnTo>
                  <a:close/>
                </a:path>
                <a:path w="501015" h="501650">
                  <a:moveTo>
                    <a:pt x="460108" y="68338"/>
                  </a:moveTo>
                  <a:lnTo>
                    <a:pt x="456476" y="64706"/>
                  </a:lnTo>
                  <a:lnTo>
                    <a:pt x="383006" y="64706"/>
                  </a:lnTo>
                  <a:lnTo>
                    <a:pt x="379387" y="68338"/>
                  </a:lnTo>
                  <a:lnTo>
                    <a:pt x="379387" y="77241"/>
                  </a:lnTo>
                  <a:lnTo>
                    <a:pt x="383006" y="80873"/>
                  </a:lnTo>
                  <a:lnTo>
                    <a:pt x="452031" y="80873"/>
                  </a:lnTo>
                  <a:lnTo>
                    <a:pt x="456476" y="80873"/>
                  </a:lnTo>
                  <a:lnTo>
                    <a:pt x="460108" y="77241"/>
                  </a:lnTo>
                  <a:lnTo>
                    <a:pt x="460108" y="68338"/>
                  </a:lnTo>
                  <a:close/>
                </a:path>
                <a:path w="501015" h="501650">
                  <a:moveTo>
                    <a:pt x="500468" y="3644"/>
                  </a:moveTo>
                  <a:lnTo>
                    <a:pt x="496836" y="0"/>
                  </a:lnTo>
                  <a:lnTo>
                    <a:pt x="278079" y="0"/>
                  </a:lnTo>
                  <a:lnTo>
                    <a:pt x="274447" y="3644"/>
                  </a:lnTo>
                  <a:lnTo>
                    <a:pt x="274447" y="214731"/>
                  </a:lnTo>
                  <a:lnTo>
                    <a:pt x="278079" y="218363"/>
                  </a:lnTo>
                  <a:lnTo>
                    <a:pt x="286969" y="218363"/>
                  </a:lnTo>
                  <a:lnTo>
                    <a:pt x="290588" y="214731"/>
                  </a:lnTo>
                  <a:lnTo>
                    <a:pt x="290588" y="16179"/>
                  </a:lnTo>
                  <a:lnTo>
                    <a:pt x="484327" y="16179"/>
                  </a:lnTo>
                  <a:lnTo>
                    <a:pt x="484327" y="291147"/>
                  </a:lnTo>
                  <a:lnTo>
                    <a:pt x="350723" y="291147"/>
                  </a:lnTo>
                  <a:lnTo>
                    <a:pt x="347091" y="294779"/>
                  </a:lnTo>
                  <a:lnTo>
                    <a:pt x="347091" y="303695"/>
                  </a:lnTo>
                  <a:lnTo>
                    <a:pt x="350723" y="307327"/>
                  </a:lnTo>
                  <a:lnTo>
                    <a:pt x="492391" y="307327"/>
                  </a:lnTo>
                  <a:lnTo>
                    <a:pt x="496836" y="307327"/>
                  </a:lnTo>
                  <a:lnTo>
                    <a:pt x="500468" y="303695"/>
                  </a:lnTo>
                  <a:lnTo>
                    <a:pt x="500468" y="3644"/>
                  </a:lnTo>
                  <a:close/>
                </a:path>
              </a:pathLst>
            </a:custGeom>
            <a:solidFill>
              <a:srgbClr val="153E5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990591" y="5921512"/>
            <a:ext cx="181533" cy="181881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11136372" y="5590818"/>
            <a:ext cx="366395" cy="496570"/>
            <a:chOff x="11136372" y="5590818"/>
            <a:chExt cx="366395" cy="496570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386131" y="5590818"/>
              <a:ext cx="116614" cy="11623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1136372" y="5684674"/>
              <a:ext cx="366395" cy="402590"/>
            </a:xfrm>
            <a:custGeom>
              <a:avLst/>
              <a:gdLst/>
              <a:ahLst/>
              <a:cxnLst/>
              <a:rect l="l" t="t" r="r" b="b"/>
              <a:pathLst>
                <a:path w="366395" h="402589">
                  <a:moveTo>
                    <a:pt x="331874" y="178204"/>
                  </a:moveTo>
                  <a:lnTo>
                    <a:pt x="327989" y="179571"/>
                  </a:lnTo>
                  <a:lnTo>
                    <a:pt x="324566" y="184753"/>
                  </a:lnTo>
                  <a:lnTo>
                    <a:pt x="285218" y="238638"/>
                  </a:lnTo>
                  <a:lnTo>
                    <a:pt x="245352" y="282290"/>
                  </a:lnTo>
                  <a:lnTo>
                    <a:pt x="205536" y="316717"/>
                  </a:lnTo>
                  <a:lnTo>
                    <a:pt x="166336" y="342923"/>
                  </a:lnTo>
                  <a:lnTo>
                    <a:pt x="128321" y="361915"/>
                  </a:lnTo>
                  <a:lnTo>
                    <a:pt x="92057" y="374697"/>
                  </a:lnTo>
                  <a:lnTo>
                    <a:pt x="27054" y="385658"/>
                  </a:lnTo>
                  <a:lnTo>
                    <a:pt x="27949" y="402168"/>
                  </a:lnTo>
                  <a:lnTo>
                    <a:pt x="95548" y="390903"/>
                  </a:lnTo>
                  <a:lnTo>
                    <a:pt x="133193" y="377821"/>
                  </a:lnTo>
                  <a:lnTo>
                    <a:pt x="172612" y="358412"/>
                  </a:lnTo>
                  <a:lnTo>
                    <a:pt x="213214" y="331654"/>
                  </a:lnTo>
                  <a:lnTo>
                    <a:pt x="254408" y="296527"/>
                  </a:lnTo>
                  <a:lnTo>
                    <a:pt x="295602" y="252011"/>
                  </a:lnTo>
                  <a:lnTo>
                    <a:pt x="336206" y="197084"/>
                  </a:lnTo>
                  <a:lnTo>
                    <a:pt x="366100" y="197084"/>
                  </a:lnTo>
                  <a:lnTo>
                    <a:pt x="366249" y="196608"/>
                  </a:lnTo>
                  <a:lnTo>
                    <a:pt x="363241" y="183042"/>
                  </a:lnTo>
                  <a:lnTo>
                    <a:pt x="346358" y="183042"/>
                  </a:lnTo>
                  <a:lnTo>
                    <a:pt x="331874" y="178204"/>
                  </a:lnTo>
                  <a:close/>
                </a:path>
                <a:path w="366395" h="402589">
                  <a:moveTo>
                    <a:pt x="106397" y="140120"/>
                  </a:moveTo>
                  <a:lnTo>
                    <a:pt x="89826" y="140120"/>
                  </a:lnTo>
                  <a:lnTo>
                    <a:pt x="92314" y="169634"/>
                  </a:lnTo>
                  <a:lnTo>
                    <a:pt x="92379" y="170413"/>
                  </a:lnTo>
                  <a:lnTo>
                    <a:pt x="92505" y="171904"/>
                  </a:lnTo>
                  <a:lnTo>
                    <a:pt x="73303" y="309418"/>
                  </a:lnTo>
                  <a:lnTo>
                    <a:pt x="51112" y="313330"/>
                  </a:lnTo>
                  <a:lnTo>
                    <a:pt x="53398" y="329698"/>
                  </a:lnTo>
                  <a:lnTo>
                    <a:pt x="91894" y="322216"/>
                  </a:lnTo>
                  <a:lnTo>
                    <a:pt x="129347" y="310743"/>
                  </a:lnTo>
                  <a:lnTo>
                    <a:pt x="141854" y="305450"/>
                  </a:lnTo>
                  <a:lnTo>
                    <a:pt x="90563" y="305450"/>
                  </a:lnTo>
                  <a:lnTo>
                    <a:pt x="109277" y="176886"/>
                  </a:lnTo>
                  <a:lnTo>
                    <a:pt x="109194" y="173277"/>
                  </a:lnTo>
                  <a:lnTo>
                    <a:pt x="106397" y="140120"/>
                  </a:lnTo>
                  <a:close/>
                </a:path>
                <a:path w="366395" h="402589">
                  <a:moveTo>
                    <a:pt x="144266" y="171904"/>
                  </a:moveTo>
                  <a:lnTo>
                    <a:pt x="141496" y="171904"/>
                  </a:lnTo>
                  <a:lnTo>
                    <a:pt x="136847" y="174264"/>
                  </a:lnTo>
                  <a:lnTo>
                    <a:pt x="135222" y="176472"/>
                  </a:lnTo>
                  <a:lnTo>
                    <a:pt x="114139" y="298432"/>
                  </a:lnTo>
                  <a:lnTo>
                    <a:pt x="106363" y="301020"/>
                  </a:lnTo>
                  <a:lnTo>
                    <a:pt x="98512" y="303401"/>
                  </a:lnTo>
                  <a:lnTo>
                    <a:pt x="90563" y="305450"/>
                  </a:lnTo>
                  <a:lnTo>
                    <a:pt x="141854" y="305450"/>
                  </a:lnTo>
                  <a:lnTo>
                    <a:pt x="162939" y="296527"/>
                  </a:lnTo>
                  <a:lnTo>
                    <a:pt x="171414" y="291960"/>
                  </a:lnTo>
                  <a:lnTo>
                    <a:pt x="132012" y="291959"/>
                  </a:lnTo>
                  <a:lnTo>
                    <a:pt x="149183" y="192675"/>
                  </a:lnTo>
                  <a:lnTo>
                    <a:pt x="186533" y="192675"/>
                  </a:lnTo>
                  <a:lnTo>
                    <a:pt x="144266" y="171904"/>
                  </a:lnTo>
                  <a:close/>
                </a:path>
                <a:path w="366395" h="402589">
                  <a:moveTo>
                    <a:pt x="186533" y="192675"/>
                  </a:moveTo>
                  <a:lnTo>
                    <a:pt x="149183" y="192675"/>
                  </a:lnTo>
                  <a:lnTo>
                    <a:pt x="179515" y="207421"/>
                  </a:lnTo>
                  <a:lnTo>
                    <a:pt x="197451" y="257857"/>
                  </a:lnTo>
                  <a:lnTo>
                    <a:pt x="182611" y="267164"/>
                  </a:lnTo>
                  <a:lnTo>
                    <a:pt x="166764" y="276021"/>
                  </a:lnTo>
                  <a:lnTo>
                    <a:pt x="149901" y="284321"/>
                  </a:lnTo>
                  <a:lnTo>
                    <a:pt x="132012" y="291959"/>
                  </a:lnTo>
                  <a:lnTo>
                    <a:pt x="171414" y="291960"/>
                  </a:lnTo>
                  <a:lnTo>
                    <a:pt x="193594" y="279918"/>
                  </a:lnTo>
                  <a:lnTo>
                    <a:pt x="220548" y="261979"/>
                  </a:lnTo>
                  <a:lnTo>
                    <a:pt x="238100" y="248093"/>
                  </a:lnTo>
                  <a:lnTo>
                    <a:pt x="211487" y="248093"/>
                  </a:lnTo>
                  <a:lnTo>
                    <a:pt x="194964" y="201625"/>
                  </a:lnTo>
                  <a:lnTo>
                    <a:pt x="193449" y="197774"/>
                  </a:lnTo>
                  <a:lnTo>
                    <a:pt x="190577" y="194662"/>
                  </a:lnTo>
                  <a:lnTo>
                    <a:pt x="186533" y="192675"/>
                  </a:lnTo>
                  <a:close/>
                </a:path>
                <a:path w="366395" h="402589">
                  <a:moveTo>
                    <a:pt x="254331" y="22328"/>
                  </a:moveTo>
                  <a:lnTo>
                    <a:pt x="234381" y="22328"/>
                  </a:lnTo>
                  <a:lnTo>
                    <a:pt x="241911" y="33399"/>
                  </a:lnTo>
                  <a:lnTo>
                    <a:pt x="243891" y="36391"/>
                  </a:lnTo>
                  <a:lnTo>
                    <a:pt x="162193" y="98724"/>
                  </a:lnTo>
                  <a:lnTo>
                    <a:pt x="160981" y="101643"/>
                  </a:lnTo>
                  <a:lnTo>
                    <a:pt x="168206" y="156688"/>
                  </a:lnTo>
                  <a:lnTo>
                    <a:pt x="169831" y="159028"/>
                  </a:lnTo>
                  <a:lnTo>
                    <a:pt x="210082" y="179874"/>
                  </a:lnTo>
                  <a:lnTo>
                    <a:pt x="226846" y="236238"/>
                  </a:lnTo>
                  <a:lnTo>
                    <a:pt x="221970" y="240219"/>
                  </a:lnTo>
                  <a:lnTo>
                    <a:pt x="216832" y="244173"/>
                  </a:lnTo>
                  <a:lnTo>
                    <a:pt x="211487" y="248093"/>
                  </a:lnTo>
                  <a:lnTo>
                    <a:pt x="238100" y="248093"/>
                  </a:lnTo>
                  <a:lnTo>
                    <a:pt x="244162" y="243297"/>
                  </a:lnTo>
                  <a:lnTo>
                    <a:pt x="246007" y="242738"/>
                  </a:lnTo>
                  <a:lnTo>
                    <a:pt x="245753" y="241882"/>
                  </a:lnTo>
                  <a:lnTo>
                    <a:pt x="264563" y="224424"/>
                  </a:lnTo>
                  <a:lnTo>
                    <a:pt x="240546" y="224424"/>
                  </a:lnTo>
                  <a:lnTo>
                    <a:pt x="225838" y="174989"/>
                  </a:lnTo>
                  <a:lnTo>
                    <a:pt x="224463" y="170724"/>
                  </a:lnTo>
                  <a:lnTo>
                    <a:pt x="221384" y="167163"/>
                  </a:lnTo>
                  <a:lnTo>
                    <a:pt x="217569" y="165286"/>
                  </a:lnTo>
                  <a:lnTo>
                    <a:pt x="183641" y="147586"/>
                  </a:lnTo>
                  <a:lnTo>
                    <a:pt x="178337" y="107177"/>
                  </a:lnTo>
                  <a:lnTo>
                    <a:pt x="253886" y="49502"/>
                  </a:lnTo>
                  <a:lnTo>
                    <a:pt x="258101" y="44767"/>
                  </a:lnTo>
                  <a:lnTo>
                    <a:pt x="260187" y="38999"/>
                  </a:lnTo>
                  <a:lnTo>
                    <a:pt x="260121" y="36391"/>
                  </a:lnTo>
                  <a:lnTo>
                    <a:pt x="260033" y="32867"/>
                  </a:lnTo>
                  <a:lnTo>
                    <a:pt x="257530" y="27041"/>
                  </a:lnTo>
                  <a:lnTo>
                    <a:pt x="254331" y="22328"/>
                  </a:lnTo>
                  <a:close/>
                </a:path>
                <a:path w="366395" h="402589">
                  <a:moveTo>
                    <a:pt x="342276" y="112594"/>
                  </a:moveTo>
                  <a:lnTo>
                    <a:pt x="339326" y="112594"/>
                  </a:lnTo>
                  <a:lnTo>
                    <a:pt x="259817" y="156854"/>
                  </a:lnTo>
                  <a:lnTo>
                    <a:pt x="258164" y="160152"/>
                  </a:lnTo>
                  <a:lnTo>
                    <a:pt x="259045" y="166880"/>
                  </a:lnTo>
                  <a:lnTo>
                    <a:pt x="261504" y="169634"/>
                  </a:lnTo>
                  <a:lnTo>
                    <a:pt x="285789" y="175713"/>
                  </a:lnTo>
                  <a:lnTo>
                    <a:pt x="276848" y="186820"/>
                  </a:lnTo>
                  <a:lnTo>
                    <a:pt x="266337" y="198816"/>
                  </a:lnTo>
                  <a:lnTo>
                    <a:pt x="254241" y="211439"/>
                  </a:lnTo>
                  <a:lnTo>
                    <a:pt x="240546" y="224424"/>
                  </a:lnTo>
                  <a:lnTo>
                    <a:pt x="264563" y="224424"/>
                  </a:lnTo>
                  <a:lnTo>
                    <a:pt x="295738" y="189796"/>
                  </a:lnTo>
                  <a:lnTo>
                    <a:pt x="308498" y="170414"/>
                  </a:lnTo>
                  <a:lnTo>
                    <a:pt x="306613" y="165286"/>
                  </a:lnTo>
                  <a:lnTo>
                    <a:pt x="304455" y="163340"/>
                  </a:lnTo>
                  <a:lnTo>
                    <a:pt x="289082" y="159490"/>
                  </a:lnTo>
                  <a:lnTo>
                    <a:pt x="335414" y="133703"/>
                  </a:lnTo>
                  <a:lnTo>
                    <a:pt x="352300" y="133703"/>
                  </a:lnTo>
                  <a:lnTo>
                    <a:pt x="348541" y="116755"/>
                  </a:lnTo>
                  <a:lnTo>
                    <a:pt x="346813" y="114623"/>
                  </a:lnTo>
                  <a:lnTo>
                    <a:pt x="342276" y="112594"/>
                  </a:lnTo>
                  <a:close/>
                </a:path>
                <a:path w="366395" h="402589">
                  <a:moveTo>
                    <a:pt x="366100" y="197084"/>
                  </a:moveTo>
                  <a:lnTo>
                    <a:pt x="336206" y="197084"/>
                  </a:lnTo>
                  <a:lnTo>
                    <a:pt x="357764" y="204288"/>
                  </a:lnTo>
                  <a:lnTo>
                    <a:pt x="360870" y="203626"/>
                  </a:lnTo>
                  <a:lnTo>
                    <a:pt x="365299" y="199644"/>
                  </a:lnTo>
                  <a:lnTo>
                    <a:pt x="366100" y="197084"/>
                  </a:lnTo>
                  <a:close/>
                </a:path>
                <a:path w="366395" h="402589">
                  <a:moveTo>
                    <a:pt x="127562" y="0"/>
                  </a:moveTo>
                  <a:lnTo>
                    <a:pt x="91355" y="14413"/>
                  </a:lnTo>
                  <a:lnTo>
                    <a:pt x="81804" y="44767"/>
                  </a:lnTo>
                  <a:lnTo>
                    <a:pt x="82942" y="51377"/>
                  </a:lnTo>
                  <a:lnTo>
                    <a:pt x="85225" y="57797"/>
                  </a:lnTo>
                  <a:lnTo>
                    <a:pt x="88536" y="63729"/>
                  </a:lnTo>
                  <a:lnTo>
                    <a:pt x="92795" y="69093"/>
                  </a:lnTo>
                  <a:lnTo>
                    <a:pt x="85827" y="71487"/>
                  </a:lnTo>
                  <a:lnTo>
                    <a:pt x="3986" y="174264"/>
                  </a:lnTo>
                  <a:lnTo>
                    <a:pt x="0" y="186333"/>
                  </a:lnTo>
                  <a:lnTo>
                    <a:pt x="6460" y="197567"/>
                  </a:lnTo>
                  <a:lnTo>
                    <a:pt x="12438" y="200693"/>
                  </a:lnTo>
                  <a:lnTo>
                    <a:pt x="43501" y="198098"/>
                  </a:lnTo>
                  <a:lnTo>
                    <a:pt x="47875" y="195614"/>
                  </a:lnTo>
                  <a:lnTo>
                    <a:pt x="50574" y="191853"/>
                  </a:lnTo>
                  <a:lnTo>
                    <a:pt x="56637" y="183862"/>
                  </a:lnTo>
                  <a:lnTo>
                    <a:pt x="17446" y="183862"/>
                  </a:lnTo>
                  <a:lnTo>
                    <a:pt x="82463" y="94956"/>
                  </a:lnTo>
                  <a:lnTo>
                    <a:pt x="86685" y="88911"/>
                  </a:lnTo>
                  <a:lnTo>
                    <a:pt x="93318" y="85081"/>
                  </a:lnTo>
                  <a:lnTo>
                    <a:pt x="160857" y="79354"/>
                  </a:lnTo>
                  <a:lnTo>
                    <a:pt x="162386" y="78760"/>
                  </a:lnTo>
                  <a:lnTo>
                    <a:pt x="178188" y="66374"/>
                  </a:lnTo>
                  <a:lnTo>
                    <a:pt x="118361" y="66374"/>
                  </a:lnTo>
                  <a:lnTo>
                    <a:pt x="111963" y="64318"/>
                  </a:lnTo>
                  <a:lnTo>
                    <a:pt x="101859" y="55768"/>
                  </a:lnTo>
                  <a:lnTo>
                    <a:pt x="98766" y="49785"/>
                  </a:lnTo>
                  <a:lnTo>
                    <a:pt x="98418" y="45610"/>
                  </a:lnTo>
                  <a:lnTo>
                    <a:pt x="98330" y="44554"/>
                  </a:lnTo>
                  <a:lnTo>
                    <a:pt x="120799" y="16373"/>
                  </a:lnTo>
                  <a:lnTo>
                    <a:pt x="155853" y="16373"/>
                  </a:lnTo>
                  <a:lnTo>
                    <a:pt x="155188" y="15345"/>
                  </a:lnTo>
                  <a:lnTo>
                    <a:pt x="149499" y="9493"/>
                  </a:lnTo>
                  <a:lnTo>
                    <a:pt x="142787" y="4859"/>
                  </a:lnTo>
                  <a:lnTo>
                    <a:pt x="135414" y="1675"/>
                  </a:lnTo>
                  <a:lnTo>
                    <a:pt x="127562" y="0"/>
                  </a:lnTo>
                  <a:close/>
                </a:path>
                <a:path w="366395" h="402589">
                  <a:moveTo>
                    <a:pt x="95274" y="109116"/>
                  </a:moveTo>
                  <a:lnTo>
                    <a:pt x="91755" y="110296"/>
                  </a:lnTo>
                  <a:lnTo>
                    <a:pt x="37323" y="182041"/>
                  </a:lnTo>
                  <a:lnTo>
                    <a:pt x="17446" y="183862"/>
                  </a:lnTo>
                  <a:lnTo>
                    <a:pt x="56637" y="183862"/>
                  </a:lnTo>
                  <a:lnTo>
                    <a:pt x="89826" y="140120"/>
                  </a:lnTo>
                  <a:lnTo>
                    <a:pt x="106397" y="140120"/>
                  </a:lnTo>
                  <a:lnTo>
                    <a:pt x="104247" y="114623"/>
                  </a:lnTo>
                  <a:lnTo>
                    <a:pt x="104187" y="113912"/>
                  </a:lnTo>
                  <a:lnTo>
                    <a:pt x="101838" y="111034"/>
                  </a:lnTo>
                  <a:lnTo>
                    <a:pt x="95274" y="109116"/>
                  </a:lnTo>
                  <a:close/>
                </a:path>
                <a:path w="366395" h="402589">
                  <a:moveTo>
                    <a:pt x="352300" y="133703"/>
                  </a:moveTo>
                  <a:lnTo>
                    <a:pt x="335414" y="133703"/>
                  </a:lnTo>
                  <a:lnTo>
                    <a:pt x="346358" y="183042"/>
                  </a:lnTo>
                  <a:lnTo>
                    <a:pt x="363241" y="183042"/>
                  </a:lnTo>
                  <a:lnTo>
                    <a:pt x="352300" y="133703"/>
                  </a:lnTo>
                  <a:close/>
                </a:path>
                <a:path w="366395" h="402589">
                  <a:moveTo>
                    <a:pt x="155853" y="16373"/>
                  </a:moveTo>
                  <a:lnTo>
                    <a:pt x="129006" y="16373"/>
                  </a:lnTo>
                  <a:lnTo>
                    <a:pt x="134347" y="18326"/>
                  </a:lnTo>
                  <a:lnTo>
                    <a:pt x="143900" y="26413"/>
                  </a:lnTo>
                  <a:lnTo>
                    <a:pt x="146985" y="32396"/>
                  </a:lnTo>
                  <a:lnTo>
                    <a:pt x="147896" y="43174"/>
                  </a:lnTo>
                  <a:lnTo>
                    <a:pt x="148012" y="44554"/>
                  </a:lnTo>
                  <a:lnTo>
                    <a:pt x="148101" y="45610"/>
                  </a:lnTo>
                  <a:lnTo>
                    <a:pt x="146063" y="52028"/>
                  </a:lnTo>
                  <a:lnTo>
                    <a:pt x="137529" y="62151"/>
                  </a:lnTo>
                  <a:lnTo>
                    <a:pt x="131558" y="65249"/>
                  </a:lnTo>
                  <a:lnTo>
                    <a:pt x="118361" y="66374"/>
                  </a:lnTo>
                  <a:lnTo>
                    <a:pt x="178188" y="66374"/>
                  </a:lnTo>
                  <a:lnTo>
                    <a:pt x="186270" y="60039"/>
                  </a:lnTo>
                  <a:lnTo>
                    <a:pt x="159459" y="60039"/>
                  </a:lnTo>
                  <a:lnTo>
                    <a:pt x="163013" y="53187"/>
                  </a:lnTo>
                  <a:lnTo>
                    <a:pt x="164627" y="45610"/>
                  </a:lnTo>
                  <a:lnTo>
                    <a:pt x="164574" y="44554"/>
                  </a:lnTo>
                  <a:lnTo>
                    <a:pt x="164113" y="38999"/>
                  </a:lnTo>
                  <a:lnTo>
                    <a:pt x="163998" y="37606"/>
                  </a:lnTo>
                  <a:lnTo>
                    <a:pt x="162525" y="29572"/>
                  </a:lnTo>
                  <a:lnTo>
                    <a:pt x="159651" y="22328"/>
                  </a:lnTo>
                  <a:lnTo>
                    <a:pt x="159559" y="22095"/>
                  </a:lnTo>
                  <a:lnTo>
                    <a:pt x="155853" y="16373"/>
                  </a:lnTo>
                  <a:close/>
                </a:path>
                <a:path w="366395" h="402589">
                  <a:moveTo>
                    <a:pt x="232418" y="5297"/>
                  </a:moveTo>
                  <a:lnTo>
                    <a:pt x="227783" y="6484"/>
                  </a:lnTo>
                  <a:lnTo>
                    <a:pt x="159459" y="60039"/>
                  </a:lnTo>
                  <a:lnTo>
                    <a:pt x="186270" y="60039"/>
                  </a:lnTo>
                  <a:lnTo>
                    <a:pt x="234381" y="22328"/>
                  </a:lnTo>
                  <a:lnTo>
                    <a:pt x="254331" y="22328"/>
                  </a:lnTo>
                  <a:lnTo>
                    <a:pt x="245449" y="9244"/>
                  </a:lnTo>
                  <a:lnTo>
                    <a:pt x="241406" y="6684"/>
                  </a:lnTo>
                  <a:lnTo>
                    <a:pt x="232418" y="5297"/>
                  </a:lnTo>
                  <a:close/>
                </a:path>
              </a:pathLst>
            </a:custGeom>
            <a:solidFill>
              <a:srgbClr val="153E5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/>
          <p:nvPr/>
        </p:nvSpPr>
        <p:spPr>
          <a:xfrm>
            <a:off x="10998835" y="5599099"/>
            <a:ext cx="115570" cy="74930"/>
          </a:xfrm>
          <a:custGeom>
            <a:avLst/>
            <a:gdLst/>
            <a:ahLst/>
            <a:cxnLst/>
            <a:rect l="l" t="t" r="r" b="b"/>
            <a:pathLst>
              <a:path w="115570" h="74929">
                <a:moveTo>
                  <a:pt x="16510" y="16535"/>
                </a:moveTo>
                <a:lnTo>
                  <a:pt x="0" y="16535"/>
                </a:lnTo>
                <a:lnTo>
                  <a:pt x="0" y="33070"/>
                </a:lnTo>
                <a:lnTo>
                  <a:pt x="16510" y="33070"/>
                </a:lnTo>
                <a:lnTo>
                  <a:pt x="16510" y="16535"/>
                </a:lnTo>
                <a:close/>
              </a:path>
              <a:path w="115570" h="74929">
                <a:moveTo>
                  <a:pt x="33007" y="33070"/>
                </a:moveTo>
                <a:lnTo>
                  <a:pt x="16510" y="33070"/>
                </a:lnTo>
                <a:lnTo>
                  <a:pt x="16510" y="49593"/>
                </a:lnTo>
                <a:lnTo>
                  <a:pt x="33007" y="49593"/>
                </a:lnTo>
                <a:lnTo>
                  <a:pt x="33007" y="33070"/>
                </a:lnTo>
                <a:close/>
              </a:path>
              <a:path w="115570" h="74929">
                <a:moveTo>
                  <a:pt x="33007" y="0"/>
                </a:moveTo>
                <a:lnTo>
                  <a:pt x="16510" y="0"/>
                </a:lnTo>
                <a:lnTo>
                  <a:pt x="16510" y="16535"/>
                </a:lnTo>
                <a:lnTo>
                  <a:pt x="33007" y="16535"/>
                </a:lnTo>
                <a:lnTo>
                  <a:pt x="33007" y="0"/>
                </a:lnTo>
                <a:close/>
              </a:path>
              <a:path w="115570" h="74929">
                <a:moveTo>
                  <a:pt x="49517" y="16535"/>
                </a:moveTo>
                <a:lnTo>
                  <a:pt x="33007" y="16535"/>
                </a:lnTo>
                <a:lnTo>
                  <a:pt x="33007" y="33070"/>
                </a:lnTo>
                <a:lnTo>
                  <a:pt x="49517" y="33070"/>
                </a:lnTo>
                <a:lnTo>
                  <a:pt x="49517" y="16535"/>
                </a:lnTo>
                <a:close/>
              </a:path>
              <a:path w="115570" h="74929">
                <a:moveTo>
                  <a:pt x="99021" y="57861"/>
                </a:moveTo>
                <a:lnTo>
                  <a:pt x="82524" y="57861"/>
                </a:lnTo>
                <a:lnTo>
                  <a:pt x="82524" y="74396"/>
                </a:lnTo>
                <a:lnTo>
                  <a:pt x="99021" y="74396"/>
                </a:lnTo>
                <a:lnTo>
                  <a:pt x="99021" y="57861"/>
                </a:lnTo>
                <a:close/>
              </a:path>
              <a:path w="115570" h="74929">
                <a:moveTo>
                  <a:pt x="115531" y="41325"/>
                </a:moveTo>
                <a:lnTo>
                  <a:pt x="99021" y="41325"/>
                </a:lnTo>
                <a:lnTo>
                  <a:pt x="99021" y="24803"/>
                </a:lnTo>
                <a:lnTo>
                  <a:pt x="82524" y="24803"/>
                </a:lnTo>
                <a:lnTo>
                  <a:pt x="82524" y="41325"/>
                </a:lnTo>
                <a:lnTo>
                  <a:pt x="66014" y="41325"/>
                </a:lnTo>
                <a:lnTo>
                  <a:pt x="66014" y="57861"/>
                </a:lnTo>
                <a:lnTo>
                  <a:pt x="82524" y="57861"/>
                </a:lnTo>
                <a:lnTo>
                  <a:pt x="82524" y="41338"/>
                </a:lnTo>
                <a:lnTo>
                  <a:pt x="99021" y="41338"/>
                </a:lnTo>
                <a:lnTo>
                  <a:pt x="99021" y="57861"/>
                </a:lnTo>
                <a:lnTo>
                  <a:pt x="115531" y="57861"/>
                </a:lnTo>
                <a:lnTo>
                  <a:pt x="115531" y="41325"/>
                </a:lnTo>
                <a:close/>
              </a:path>
            </a:pathLst>
          </a:custGeom>
          <a:solidFill>
            <a:srgbClr val="153E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1444427" y="6045529"/>
            <a:ext cx="49530" cy="50165"/>
          </a:xfrm>
          <a:custGeom>
            <a:avLst/>
            <a:gdLst/>
            <a:ahLst/>
            <a:cxnLst/>
            <a:rect l="l" t="t" r="r" b="b"/>
            <a:pathLst>
              <a:path w="49529" h="50164">
                <a:moveTo>
                  <a:pt x="16510" y="16535"/>
                </a:moveTo>
                <a:lnTo>
                  <a:pt x="0" y="16535"/>
                </a:lnTo>
                <a:lnTo>
                  <a:pt x="0" y="33070"/>
                </a:lnTo>
                <a:lnTo>
                  <a:pt x="16510" y="33070"/>
                </a:lnTo>
                <a:lnTo>
                  <a:pt x="16510" y="16535"/>
                </a:lnTo>
                <a:close/>
              </a:path>
              <a:path w="49529" h="50164">
                <a:moveTo>
                  <a:pt x="33007" y="33070"/>
                </a:moveTo>
                <a:lnTo>
                  <a:pt x="16510" y="33070"/>
                </a:lnTo>
                <a:lnTo>
                  <a:pt x="16510" y="49606"/>
                </a:lnTo>
                <a:lnTo>
                  <a:pt x="33007" y="49606"/>
                </a:lnTo>
                <a:lnTo>
                  <a:pt x="33007" y="33070"/>
                </a:lnTo>
                <a:close/>
              </a:path>
              <a:path w="49529" h="50164">
                <a:moveTo>
                  <a:pt x="33007" y="0"/>
                </a:moveTo>
                <a:lnTo>
                  <a:pt x="16510" y="0"/>
                </a:lnTo>
                <a:lnTo>
                  <a:pt x="16510" y="16535"/>
                </a:lnTo>
                <a:lnTo>
                  <a:pt x="33007" y="16535"/>
                </a:lnTo>
                <a:lnTo>
                  <a:pt x="33007" y="0"/>
                </a:lnTo>
                <a:close/>
              </a:path>
              <a:path w="49529" h="50164">
                <a:moveTo>
                  <a:pt x="49517" y="16535"/>
                </a:moveTo>
                <a:lnTo>
                  <a:pt x="33007" y="16535"/>
                </a:lnTo>
                <a:lnTo>
                  <a:pt x="33007" y="33070"/>
                </a:lnTo>
                <a:lnTo>
                  <a:pt x="49517" y="33070"/>
                </a:lnTo>
                <a:lnTo>
                  <a:pt x="49517" y="16535"/>
                </a:lnTo>
                <a:close/>
              </a:path>
            </a:pathLst>
          </a:custGeom>
          <a:solidFill>
            <a:srgbClr val="153E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" name="object 28"/>
          <p:cNvGrpSpPr/>
          <p:nvPr/>
        </p:nvGrpSpPr>
        <p:grpSpPr>
          <a:xfrm>
            <a:off x="7581772" y="4181347"/>
            <a:ext cx="3130550" cy="1975485"/>
            <a:chOff x="7581772" y="4181347"/>
            <a:chExt cx="3130550" cy="1975485"/>
          </a:xfrm>
        </p:grpSpPr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81772" y="4181347"/>
              <a:ext cx="3130423" cy="182613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952485" y="5716006"/>
              <a:ext cx="421005" cy="440690"/>
            </a:xfrm>
            <a:custGeom>
              <a:avLst/>
              <a:gdLst/>
              <a:ahLst/>
              <a:cxnLst/>
              <a:rect l="l" t="t" r="r" b="b"/>
              <a:pathLst>
                <a:path w="421004" h="440689">
                  <a:moveTo>
                    <a:pt x="71189" y="243063"/>
                  </a:moveTo>
                  <a:lnTo>
                    <a:pt x="31947" y="259404"/>
                  </a:lnTo>
                  <a:lnTo>
                    <a:pt x="23416" y="290979"/>
                  </a:lnTo>
                  <a:lnTo>
                    <a:pt x="28584" y="306553"/>
                  </a:lnTo>
                  <a:lnTo>
                    <a:pt x="39686" y="319390"/>
                  </a:lnTo>
                  <a:lnTo>
                    <a:pt x="172489" y="421745"/>
                  </a:lnTo>
                  <a:lnTo>
                    <a:pt x="174002" y="422947"/>
                  </a:lnTo>
                  <a:lnTo>
                    <a:pt x="219304" y="440508"/>
                  </a:lnTo>
                  <a:lnTo>
                    <a:pt x="233865" y="440639"/>
                  </a:lnTo>
                  <a:lnTo>
                    <a:pt x="248272" y="438294"/>
                  </a:lnTo>
                  <a:lnTo>
                    <a:pt x="262316" y="433499"/>
                  </a:lnTo>
                  <a:lnTo>
                    <a:pt x="285055" y="423597"/>
                  </a:lnTo>
                  <a:lnTo>
                    <a:pt x="221545" y="423597"/>
                  </a:lnTo>
                  <a:lnTo>
                    <a:pt x="209113" y="421362"/>
                  </a:lnTo>
                  <a:lnTo>
                    <a:pt x="50155" y="305904"/>
                  </a:lnTo>
                  <a:lnTo>
                    <a:pt x="40354" y="288824"/>
                  </a:lnTo>
                  <a:lnTo>
                    <a:pt x="40980" y="278993"/>
                  </a:lnTo>
                  <a:lnTo>
                    <a:pt x="68754" y="260061"/>
                  </a:lnTo>
                  <a:lnTo>
                    <a:pt x="109524" y="260061"/>
                  </a:lnTo>
                  <a:lnTo>
                    <a:pt x="104025" y="247437"/>
                  </a:lnTo>
                  <a:lnTo>
                    <a:pt x="85287" y="247437"/>
                  </a:lnTo>
                  <a:lnTo>
                    <a:pt x="71189" y="243063"/>
                  </a:lnTo>
                  <a:close/>
                </a:path>
                <a:path w="421004" h="440689">
                  <a:moveTo>
                    <a:pt x="332524" y="91375"/>
                  </a:moveTo>
                  <a:lnTo>
                    <a:pt x="299092" y="91375"/>
                  </a:lnTo>
                  <a:lnTo>
                    <a:pt x="308779" y="93168"/>
                  </a:lnTo>
                  <a:lnTo>
                    <a:pt x="316435" y="98033"/>
                  </a:lnTo>
                  <a:lnTo>
                    <a:pt x="396027" y="274614"/>
                  </a:lnTo>
                  <a:lnTo>
                    <a:pt x="403475" y="305255"/>
                  </a:lnTo>
                  <a:lnTo>
                    <a:pt x="403449" y="307224"/>
                  </a:lnTo>
                  <a:lnTo>
                    <a:pt x="384155" y="355781"/>
                  </a:lnTo>
                  <a:lnTo>
                    <a:pt x="255535" y="417885"/>
                  </a:lnTo>
                  <a:lnTo>
                    <a:pt x="232621" y="423597"/>
                  </a:lnTo>
                  <a:lnTo>
                    <a:pt x="285055" y="423597"/>
                  </a:lnTo>
                  <a:lnTo>
                    <a:pt x="367921" y="387509"/>
                  </a:lnTo>
                  <a:lnTo>
                    <a:pt x="396495" y="367518"/>
                  </a:lnTo>
                  <a:lnTo>
                    <a:pt x="414577" y="339070"/>
                  </a:lnTo>
                  <a:lnTo>
                    <a:pt x="420448" y="307224"/>
                  </a:lnTo>
                  <a:lnTo>
                    <a:pt x="420571" y="306553"/>
                  </a:lnTo>
                  <a:lnTo>
                    <a:pt x="420691" y="305904"/>
                  </a:lnTo>
                  <a:lnTo>
                    <a:pt x="413359" y="271762"/>
                  </a:lnTo>
                  <a:lnTo>
                    <a:pt x="338616" y="100177"/>
                  </a:lnTo>
                  <a:lnTo>
                    <a:pt x="338517" y="99950"/>
                  </a:lnTo>
                  <a:lnTo>
                    <a:pt x="332524" y="91375"/>
                  </a:lnTo>
                  <a:close/>
                </a:path>
                <a:path w="421004" h="440689">
                  <a:moveTo>
                    <a:pt x="109524" y="260061"/>
                  </a:moveTo>
                  <a:lnTo>
                    <a:pt x="68754" y="260061"/>
                  </a:lnTo>
                  <a:lnTo>
                    <a:pt x="75356" y="261716"/>
                  </a:lnTo>
                  <a:lnTo>
                    <a:pt x="81459" y="265245"/>
                  </a:lnTo>
                  <a:lnTo>
                    <a:pt x="98905" y="278661"/>
                  </a:lnTo>
                  <a:lnTo>
                    <a:pt x="110490" y="305255"/>
                  </a:lnTo>
                  <a:lnTo>
                    <a:pt x="115503" y="307223"/>
                  </a:lnTo>
                  <a:lnTo>
                    <a:pt x="124153" y="303459"/>
                  </a:lnTo>
                  <a:lnTo>
                    <a:pt x="126222" y="298392"/>
                  </a:lnTo>
                  <a:lnTo>
                    <a:pt x="109587" y="260205"/>
                  </a:lnTo>
                  <a:lnTo>
                    <a:pt x="109524" y="260061"/>
                  </a:lnTo>
                  <a:close/>
                </a:path>
                <a:path w="421004" h="440689">
                  <a:moveTo>
                    <a:pt x="42279" y="0"/>
                  </a:moveTo>
                  <a:lnTo>
                    <a:pt x="25676" y="3562"/>
                  </a:lnTo>
                  <a:lnTo>
                    <a:pt x="11778" y="13283"/>
                  </a:lnTo>
                  <a:lnTo>
                    <a:pt x="2980" y="27111"/>
                  </a:lnTo>
                  <a:lnTo>
                    <a:pt x="29" y="43066"/>
                  </a:lnTo>
                  <a:lnTo>
                    <a:pt x="0" y="43227"/>
                  </a:lnTo>
                  <a:lnTo>
                    <a:pt x="3554" y="59812"/>
                  </a:lnTo>
                  <a:lnTo>
                    <a:pt x="85287" y="247437"/>
                  </a:lnTo>
                  <a:lnTo>
                    <a:pt x="104025" y="247437"/>
                  </a:lnTo>
                  <a:lnTo>
                    <a:pt x="19323" y="53004"/>
                  </a:lnTo>
                  <a:lnTo>
                    <a:pt x="17219" y="43227"/>
                  </a:lnTo>
                  <a:lnTo>
                    <a:pt x="42521" y="17194"/>
                  </a:lnTo>
                  <a:lnTo>
                    <a:pt x="76116" y="17194"/>
                  </a:lnTo>
                  <a:lnTo>
                    <a:pt x="72296" y="11743"/>
                  </a:lnTo>
                  <a:lnTo>
                    <a:pt x="58432" y="2962"/>
                  </a:lnTo>
                  <a:lnTo>
                    <a:pt x="42279" y="0"/>
                  </a:lnTo>
                  <a:close/>
                </a:path>
                <a:path w="421004" h="440689">
                  <a:moveTo>
                    <a:pt x="76116" y="17194"/>
                  </a:moveTo>
                  <a:lnTo>
                    <a:pt x="42521" y="17194"/>
                  </a:lnTo>
                  <a:lnTo>
                    <a:pt x="52197" y="18958"/>
                  </a:lnTo>
                  <a:lnTo>
                    <a:pt x="60501" y="24211"/>
                  </a:lnTo>
                  <a:lnTo>
                    <a:pt x="66338" y="32535"/>
                  </a:lnTo>
                  <a:lnTo>
                    <a:pt x="145227" y="213634"/>
                  </a:lnTo>
                  <a:lnTo>
                    <a:pt x="150249" y="215612"/>
                  </a:lnTo>
                  <a:lnTo>
                    <a:pt x="158990" y="211802"/>
                  </a:lnTo>
                  <a:lnTo>
                    <a:pt x="160950" y="206790"/>
                  </a:lnTo>
                  <a:lnTo>
                    <a:pt x="129221" y="133944"/>
                  </a:lnTo>
                  <a:lnTo>
                    <a:pt x="127075" y="123991"/>
                  </a:lnTo>
                  <a:lnTo>
                    <a:pt x="128837" y="114316"/>
                  </a:lnTo>
                  <a:lnTo>
                    <a:pt x="134091" y="106013"/>
                  </a:lnTo>
                  <a:lnTo>
                    <a:pt x="139064" y="102529"/>
                  </a:lnTo>
                  <a:lnTo>
                    <a:pt x="115531" y="102529"/>
                  </a:lnTo>
                  <a:lnTo>
                    <a:pt x="82033" y="25636"/>
                  </a:lnTo>
                  <a:lnTo>
                    <a:pt x="76116" y="17194"/>
                  </a:lnTo>
                  <a:close/>
                </a:path>
                <a:path w="421004" h="440689">
                  <a:moveTo>
                    <a:pt x="208360" y="98033"/>
                  </a:moveTo>
                  <a:lnTo>
                    <a:pt x="152414" y="98033"/>
                  </a:lnTo>
                  <a:lnTo>
                    <a:pt x="162683" y="99949"/>
                  </a:lnTo>
                  <a:lnTo>
                    <a:pt x="162272" y="99949"/>
                  </a:lnTo>
                  <a:lnTo>
                    <a:pt x="170411" y="105164"/>
                  </a:lnTo>
                  <a:lnTo>
                    <a:pt x="176263" y="113565"/>
                  </a:lnTo>
                  <a:lnTo>
                    <a:pt x="185633" y="134317"/>
                  </a:lnTo>
                  <a:lnTo>
                    <a:pt x="214600" y="200802"/>
                  </a:lnTo>
                  <a:lnTo>
                    <a:pt x="219622" y="202789"/>
                  </a:lnTo>
                  <a:lnTo>
                    <a:pt x="228272" y="199025"/>
                  </a:lnTo>
                  <a:lnTo>
                    <a:pt x="230250" y="194003"/>
                  </a:lnTo>
                  <a:lnTo>
                    <a:pt x="201238" y="127409"/>
                  </a:lnTo>
                  <a:lnTo>
                    <a:pt x="199113" y="117465"/>
                  </a:lnTo>
                  <a:lnTo>
                    <a:pt x="200922" y="107809"/>
                  </a:lnTo>
                  <a:lnTo>
                    <a:pt x="206222" y="99525"/>
                  </a:lnTo>
                  <a:lnTo>
                    <a:pt x="208360" y="98033"/>
                  </a:lnTo>
                  <a:close/>
                </a:path>
                <a:path w="421004" h="440689">
                  <a:moveTo>
                    <a:pt x="258200" y="91603"/>
                  </a:moveTo>
                  <a:lnTo>
                    <a:pt x="224828" y="91603"/>
                  </a:lnTo>
                  <a:lnTo>
                    <a:pt x="234199" y="93310"/>
                  </a:lnTo>
                  <a:lnTo>
                    <a:pt x="242503" y="98565"/>
                  </a:lnTo>
                  <a:lnTo>
                    <a:pt x="248343" y="106894"/>
                  </a:lnTo>
                  <a:lnTo>
                    <a:pt x="285760" y="192791"/>
                  </a:lnTo>
                  <a:lnTo>
                    <a:pt x="290782" y="194769"/>
                  </a:lnTo>
                  <a:lnTo>
                    <a:pt x="299432" y="190996"/>
                  </a:lnTo>
                  <a:lnTo>
                    <a:pt x="301401" y="185983"/>
                  </a:lnTo>
                  <a:lnTo>
                    <a:pt x="275887" y="127409"/>
                  </a:lnTo>
                  <a:lnTo>
                    <a:pt x="275133" y="123991"/>
                  </a:lnTo>
                  <a:lnTo>
                    <a:pt x="273736" y="117465"/>
                  </a:lnTo>
                  <a:lnTo>
                    <a:pt x="274273" y="114316"/>
                  </a:lnTo>
                  <a:lnTo>
                    <a:pt x="275477" y="107809"/>
                  </a:lnTo>
                  <a:lnTo>
                    <a:pt x="275505" y="107660"/>
                  </a:lnTo>
                  <a:lnTo>
                    <a:pt x="280674" y="99525"/>
                  </a:lnTo>
                  <a:lnTo>
                    <a:pt x="280789" y="99344"/>
                  </a:lnTo>
                  <a:lnTo>
                    <a:pt x="285316" y="96176"/>
                  </a:lnTo>
                  <a:lnTo>
                    <a:pt x="262043" y="96176"/>
                  </a:lnTo>
                  <a:lnTo>
                    <a:pt x="258200" y="91603"/>
                  </a:lnTo>
                  <a:close/>
                </a:path>
                <a:path w="421004" h="440689">
                  <a:moveTo>
                    <a:pt x="149736" y="81019"/>
                  </a:moveTo>
                  <a:lnTo>
                    <a:pt x="115531" y="102529"/>
                  </a:lnTo>
                  <a:lnTo>
                    <a:pt x="139064" y="102529"/>
                  </a:lnTo>
                  <a:lnTo>
                    <a:pt x="142419" y="100177"/>
                  </a:lnTo>
                  <a:lnTo>
                    <a:pt x="152414" y="98033"/>
                  </a:lnTo>
                  <a:lnTo>
                    <a:pt x="208360" y="98033"/>
                  </a:lnTo>
                  <a:lnTo>
                    <a:pt x="208879" y="97671"/>
                  </a:lnTo>
                  <a:lnTo>
                    <a:pt x="186736" y="97671"/>
                  </a:lnTo>
                  <a:lnTo>
                    <a:pt x="176418" y="88045"/>
                  </a:lnTo>
                  <a:lnTo>
                    <a:pt x="163716" y="82347"/>
                  </a:lnTo>
                  <a:lnTo>
                    <a:pt x="149736" y="81019"/>
                  </a:lnTo>
                  <a:close/>
                </a:path>
                <a:path w="421004" h="440689">
                  <a:moveTo>
                    <a:pt x="223228" y="74414"/>
                  </a:moveTo>
                  <a:lnTo>
                    <a:pt x="186736" y="97671"/>
                  </a:lnTo>
                  <a:lnTo>
                    <a:pt x="208879" y="97671"/>
                  </a:lnTo>
                  <a:lnTo>
                    <a:pt x="214573" y="93697"/>
                  </a:lnTo>
                  <a:lnTo>
                    <a:pt x="224270" y="91603"/>
                  </a:lnTo>
                  <a:lnTo>
                    <a:pt x="258200" y="91603"/>
                  </a:lnTo>
                  <a:lnTo>
                    <a:pt x="251910" y="84117"/>
                  </a:lnTo>
                  <a:lnTo>
                    <a:pt x="238470" y="76668"/>
                  </a:lnTo>
                  <a:lnTo>
                    <a:pt x="223228" y="74414"/>
                  </a:lnTo>
                  <a:close/>
                </a:path>
                <a:path w="421004" h="440689">
                  <a:moveTo>
                    <a:pt x="298873" y="74284"/>
                  </a:moveTo>
                  <a:lnTo>
                    <a:pt x="281819" y="77940"/>
                  </a:lnTo>
                  <a:lnTo>
                    <a:pt x="282100" y="77940"/>
                  </a:lnTo>
                  <a:lnTo>
                    <a:pt x="275981" y="81226"/>
                  </a:lnTo>
                  <a:lnTo>
                    <a:pt x="270477" y="85487"/>
                  </a:lnTo>
                  <a:lnTo>
                    <a:pt x="265816" y="90508"/>
                  </a:lnTo>
                  <a:lnTo>
                    <a:pt x="262043" y="96176"/>
                  </a:lnTo>
                  <a:lnTo>
                    <a:pt x="285316" y="96176"/>
                  </a:lnTo>
                  <a:lnTo>
                    <a:pt x="289132" y="93506"/>
                  </a:lnTo>
                  <a:lnTo>
                    <a:pt x="299092" y="91375"/>
                  </a:lnTo>
                  <a:lnTo>
                    <a:pt x="332524" y="91375"/>
                  </a:lnTo>
                  <a:lnTo>
                    <a:pt x="328891" y="86175"/>
                  </a:lnTo>
                  <a:lnTo>
                    <a:pt x="327915" y="85487"/>
                  </a:lnTo>
                  <a:lnTo>
                    <a:pt x="314986" y="77261"/>
                  </a:lnTo>
                  <a:lnTo>
                    <a:pt x="298873" y="74284"/>
                  </a:lnTo>
                  <a:close/>
                </a:path>
              </a:pathLst>
            </a:custGeom>
            <a:solidFill>
              <a:srgbClr val="153E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969670" y="5733200"/>
              <a:ext cx="386715" cy="406400"/>
            </a:xfrm>
            <a:custGeom>
              <a:avLst/>
              <a:gdLst/>
              <a:ahLst/>
              <a:cxnLst/>
              <a:rect l="l" t="t" r="r" b="b"/>
              <a:pathLst>
                <a:path w="386715" h="406400">
                  <a:moveTo>
                    <a:pt x="25336" y="0"/>
                  </a:moveTo>
                  <a:lnTo>
                    <a:pt x="15382" y="2144"/>
                  </a:lnTo>
                  <a:lnTo>
                    <a:pt x="7046" y="7960"/>
                  </a:lnTo>
                  <a:lnTo>
                    <a:pt x="1777" y="16229"/>
                  </a:lnTo>
                  <a:lnTo>
                    <a:pt x="0" y="25872"/>
                  </a:lnTo>
                  <a:lnTo>
                    <a:pt x="2138" y="35810"/>
                  </a:lnTo>
                  <a:lnTo>
                    <a:pt x="109037" y="281198"/>
                  </a:lnTo>
                  <a:lnTo>
                    <a:pt x="106968" y="286265"/>
                  </a:lnTo>
                  <a:lnTo>
                    <a:pt x="98318" y="290029"/>
                  </a:lnTo>
                  <a:lnTo>
                    <a:pt x="93305" y="288060"/>
                  </a:lnTo>
                  <a:lnTo>
                    <a:pt x="81720" y="261467"/>
                  </a:lnTo>
                  <a:lnTo>
                    <a:pt x="64274" y="248051"/>
                  </a:lnTo>
                  <a:lnTo>
                    <a:pt x="23795" y="261798"/>
                  </a:lnTo>
                  <a:lnTo>
                    <a:pt x="23170" y="271629"/>
                  </a:lnTo>
                  <a:lnTo>
                    <a:pt x="26275" y="280984"/>
                  </a:lnTo>
                  <a:lnTo>
                    <a:pt x="167227" y="392172"/>
                  </a:lnTo>
                  <a:lnTo>
                    <a:pt x="203679" y="406280"/>
                  </a:lnTo>
                  <a:lnTo>
                    <a:pt x="215436" y="406402"/>
                  </a:lnTo>
                  <a:lnTo>
                    <a:pt x="227045" y="404538"/>
                  </a:lnTo>
                  <a:lnTo>
                    <a:pt x="343955" y="354701"/>
                  </a:lnTo>
                  <a:lnTo>
                    <a:pt x="381540" y="315648"/>
                  </a:lnTo>
                  <a:lnTo>
                    <a:pt x="386472" y="288906"/>
                  </a:lnTo>
                  <a:lnTo>
                    <a:pt x="380569" y="261385"/>
                  </a:lnTo>
                  <a:lnTo>
                    <a:pt x="305727" y="89581"/>
                  </a:lnTo>
                  <a:lnTo>
                    <a:pt x="299884" y="81237"/>
                  </a:lnTo>
                  <a:lnTo>
                    <a:pt x="291568" y="75951"/>
                  </a:lnTo>
                  <a:lnTo>
                    <a:pt x="281887" y="74162"/>
                  </a:lnTo>
                  <a:lnTo>
                    <a:pt x="271948" y="76312"/>
                  </a:lnTo>
                  <a:lnTo>
                    <a:pt x="284216" y="168789"/>
                  </a:lnTo>
                  <a:lnTo>
                    <a:pt x="282247" y="173801"/>
                  </a:lnTo>
                  <a:lnTo>
                    <a:pt x="273597" y="177575"/>
                  </a:lnTo>
                  <a:lnTo>
                    <a:pt x="268575" y="175597"/>
                  </a:lnTo>
                  <a:lnTo>
                    <a:pt x="231159" y="89700"/>
                  </a:lnTo>
                  <a:lnTo>
                    <a:pt x="225318" y="81371"/>
                  </a:lnTo>
                  <a:lnTo>
                    <a:pt x="217015" y="76116"/>
                  </a:lnTo>
                  <a:lnTo>
                    <a:pt x="207340" y="74354"/>
                  </a:lnTo>
                  <a:lnTo>
                    <a:pt x="197388" y="76503"/>
                  </a:lnTo>
                  <a:lnTo>
                    <a:pt x="189038" y="82331"/>
                  </a:lnTo>
                  <a:lnTo>
                    <a:pt x="183737" y="90615"/>
                  </a:lnTo>
                  <a:lnTo>
                    <a:pt x="181928" y="100271"/>
                  </a:lnTo>
                  <a:lnTo>
                    <a:pt x="184053" y="110215"/>
                  </a:lnTo>
                  <a:lnTo>
                    <a:pt x="213065" y="176809"/>
                  </a:lnTo>
                  <a:lnTo>
                    <a:pt x="211088" y="181831"/>
                  </a:lnTo>
                  <a:lnTo>
                    <a:pt x="202438" y="185595"/>
                  </a:lnTo>
                  <a:lnTo>
                    <a:pt x="197415" y="183608"/>
                  </a:lnTo>
                  <a:lnTo>
                    <a:pt x="168448" y="117123"/>
                  </a:lnTo>
                  <a:lnTo>
                    <a:pt x="159078" y="96371"/>
                  </a:lnTo>
                  <a:lnTo>
                    <a:pt x="153226" y="87970"/>
                  </a:lnTo>
                  <a:lnTo>
                    <a:pt x="144918" y="82647"/>
                  </a:lnTo>
                  <a:lnTo>
                    <a:pt x="135229" y="80839"/>
                  </a:lnTo>
                  <a:lnTo>
                    <a:pt x="125235" y="82983"/>
                  </a:lnTo>
                  <a:lnTo>
                    <a:pt x="116906" y="88819"/>
                  </a:lnTo>
                  <a:lnTo>
                    <a:pt x="111652" y="97122"/>
                  </a:lnTo>
                  <a:lnTo>
                    <a:pt x="109890" y="106797"/>
                  </a:lnTo>
                  <a:lnTo>
                    <a:pt x="112036" y="116749"/>
                  </a:lnTo>
                  <a:lnTo>
                    <a:pt x="143765" y="189596"/>
                  </a:lnTo>
                  <a:lnTo>
                    <a:pt x="141805" y="194608"/>
                  </a:lnTo>
                  <a:lnTo>
                    <a:pt x="133064" y="198418"/>
                  </a:lnTo>
                  <a:lnTo>
                    <a:pt x="128042" y="196440"/>
                  </a:lnTo>
                  <a:lnTo>
                    <a:pt x="49153" y="15341"/>
                  </a:lnTo>
                  <a:lnTo>
                    <a:pt x="43316" y="7017"/>
                  </a:lnTo>
                  <a:lnTo>
                    <a:pt x="35012" y="1763"/>
                  </a:lnTo>
                  <a:lnTo>
                    <a:pt x="253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927282" y="5614268"/>
              <a:ext cx="45085" cy="78740"/>
            </a:xfrm>
            <a:custGeom>
              <a:avLst/>
              <a:gdLst/>
              <a:ahLst/>
              <a:cxnLst/>
              <a:rect l="l" t="t" r="r" b="b"/>
              <a:pathLst>
                <a:path w="45084" h="78739">
                  <a:moveTo>
                    <a:pt x="9754" y="0"/>
                  </a:moveTo>
                  <a:lnTo>
                    <a:pt x="1815" y="3463"/>
                  </a:lnTo>
                  <a:lnTo>
                    <a:pt x="0" y="8074"/>
                  </a:lnTo>
                  <a:lnTo>
                    <a:pt x="29905" y="76756"/>
                  </a:lnTo>
                  <a:lnTo>
                    <a:pt x="32795" y="78514"/>
                  </a:lnTo>
                  <a:lnTo>
                    <a:pt x="35812" y="78514"/>
                  </a:lnTo>
                  <a:lnTo>
                    <a:pt x="36860" y="78514"/>
                  </a:lnTo>
                  <a:lnTo>
                    <a:pt x="37926" y="78305"/>
                  </a:lnTo>
                  <a:lnTo>
                    <a:pt x="42912" y="76127"/>
                  </a:lnTo>
                  <a:lnTo>
                    <a:pt x="44726" y="71515"/>
                  </a:lnTo>
                  <a:lnTo>
                    <a:pt x="14374" y="1822"/>
                  </a:lnTo>
                  <a:lnTo>
                    <a:pt x="9754" y="0"/>
                  </a:lnTo>
                  <a:close/>
                </a:path>
              </a:pathLst>
            </a:custGeom>
            <a:solidFill>
              <a:srgbClr val="153E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991870" y="5609283"/>
              <a:ext cx="113999" cy="9462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848191" y="5671870"/>
              <a:ext cx="97155" cy="100965"/>
            </a:xfrm>
            <a:custGeom>
              <a:avLst/>
              <a:gdLst/>
              <a:ahLst/>
              <a:cxnLst/>
              <a:rect l="l" t="t" r="r" b="b"/>
              <a:pathLst>
                <a:path w="97154" h="100964">
                  <a:moveTo>
                    <a:pt x="82753" y="79298"/>
                  </a:moveTo>
                  <a:lnTo>
                    <a:pt x="80733" y="70866"/>
                  </a:lnTo>
                  <a:lnTo>
                    <a:pt x="76504" y="68287"/>
                  </a:lnTo>
                  <a:lnTo>
                    <a:pt x="2590" y="86067"/>
                  </a:lnTo>
                  <a:lnTo>
                    <a:pt x="0" y="90297"/>
                  </a:lnTo>
                  <a:lnTo>
                    <a:pt x="1879" y="98107"/>
                  </a:lnTo>
                  <a:lnTo>
                    <a:pt x="5080" y="100520"/>
                  </a:lnTo>
                  <a:lnTo>
                    <a:pt x="8623" y="100520"/>
                  </a:lnTo>
                  <a:lnTo>
                    <a:pt x="9245" y="100520"/>
                  </a:lnTo>
                  <a:lnTo>
                    <a:pt x="80162" y="83527"/>
                  </a:lnTo>
                  <a:lnTo>
                    <a:pt x="82753" y="79298"/>
                  </a:lnTo>
                  <a:close/>
                </a:path>
                <a:path w="97154" h="100964">
                  <a:moveTo>
                    <a:pt x="96608" y="38595"/>
                  </a:moveTo>
                  <a:lnTo>
                    <a:pt x="95021" y="33870"/>
                  </a:lnTo>
                  <a:lnTo>
                    <a:pt x="26949" y="0"/>
                  </a:lnTo>
                  <a:lnTo>
                    <a:pt x="22250" y="1587"/>
                  </a:lnTo>
                  <a:lnTo>
                    <a:pt x="18389" y="9321"/>
                  </a:lnTo>
                  <a:lnTo>
                    <a:pt x="19977" y="14033"/>
                  </a:lnTo>
                  <a:lnTo>
                    <a:pt x="85280" y="46532"/>
                  </a:lnTo>
                  <a:lnTo>
                    <a:pt x="86474" y="46799"/>
                  </a:lnTo>
                  <a:lnTo>
                    <a:pt x="87642" y="46799"/>
                  </a:lnTo>
                  <a:lnTo>
                    <a:pt x="90525" y="46799"/>
                  </a:lnTo>
                  <a:lnTo>
                    <a:pt x="93306" y="45212"/>
                  </a:lnTo>
                  <a:lnTo>
                    <a:pt x="96608" y="38595"/>
                  </a:lnTo>
                  <a:close/>
                </a:path>
              </a:pathLst>
            </a:custGeom>
            <a:solidFill>
              <a:srgbClr val="153E5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13083320" y="5578737"/>
            <a:ext cx="495300" cy="539115"/>
            <a:chOff x="13083320" y="5578737"/>
            <a:chExt cx="495300" cy="539115"/>
          </a:xfrm>
        </p:grpSpPr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083320" y="5578737"/>
              <a:ext cx="495105" cy="22259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3157718" y="5759830"/>
              <a:ext cx="346710" cy="358140"/>
            </a:xfrm>
            <a:custGeom>
              <a:avLst/>
              <a:gdLst/>
              <a:ahLst/>
              <a:cxnLst/>
              <a:rect l="l" t="t" r="r" b="b"/>
              <a:pathLst>
                <a:path w="346709" h="358139">
                  <a:moveTo>
                    <a:pt x="172206" y="0"/>
                  </a:moveTo>
                  <a:lnTo>
                    <a:pt x="132997" y="7914"/>
                  </a:lnTo>
                  <a:lnTo>
                    <a:pt x="100990" y="29495"/>
                  </a:lnTo>
                  <a:lnTo>
                    <a:pt x="79411" y="61517"/>
                  </a:lnTo>
                  <a:lnTo>
                    <a:pt x="71484" y="100715"/>
                  </a:lnTo>
                  <a:lnTo>
                    <a:pt x="71983" y="110833"/>
                  </a:lnTo>
                  <a:lnTo>
                    <a:pt x="73475" y="120762"/>
                  </a:lnTo>
                  <a:lnTo>
                    <a:pt x="75954" y="130471"/>
                  </a:lnTo>
                  <a:lnTo>
                    <a:pt x="79411" y="139926"/>
                  </a:lnTo>
                  <a:lnTo>
                    <a:pt x="82833" y="147188"/>
                  </a:lnTo>
                  <a:lnTo>
                    <a:pt x="82921" y="147375"/>
                  </a:lnTo>
                  <a:lnTo>
                    <a:pt x="87011" y="154478"/>
                  </a:lnTo>
                  <a:lnTo>
                    <a:pt x="91670" y="161219"/>
                  </a:lnTo>
                  <a:lnTo>
                    <a:pt x="96885" y="167582"/>
                  </a:lnTo>
                  <a:lnTo>
                    <a:pt x="88647" y="171904"/>
                  </a:lnTo>
                  <a:lnTo>
                    <a:pt x="55769" y="195771"/>
                  </a:lnTo>
                  <a:lnTo>
                    <a:pt x="30761" y="224527"/>
                  </a:lnTo>
                  <a:lnTo>
                    <a:pt x="7833" y="271391"/>
                  </a:lnTo>
                  <a:lnTo>
                    <a:pt x="0" y="323075"/>
                  </a:lnTo>
                  <a:lnTo>
                    <a:pt x="0" y="323317"/>
                  </a:lnTo>
                  <a:lnTo>
                    <a:pt x="21093" y="355118"/>
                  </a:lnTo>
                  <a:lnTo>
                    <a:pt x="311800" y="357835"/>
                  </a:lnTo>
                  <a:lnTo>
                    <a:pt x="325222" y="355118"/>
                  </a:lnTo>
                  <a:lnTo>
                    <a:pt x="336196" y="347713"/>
                  </a:lnTo>
                  <a:lnTo>
                    <a:pt x="343602" y="336740"/>
                  </a:lnTo>
                  <a:lnTo>
                    <a:pt x="27171" y="336740"/>
                  </a:lnTo>
                  <a:lnTo>
                    <a:pt x="21130" y="330698"/>
                  </a:lnTo>
                  <a:lnTo>
                    <a:pt x="28004" y="277700"/>
                  </a:lnTo>
                  <a:lnTo>
                    <a:pt x="48125" y="236560"/>
                  </a:lnTo>
                  <a:lnTo>
                    <a:pt x="78595" y="204021"/>
                  </a:lnTo>
                  <a:lnTo>
                    <a:pt x="114034" y="182971"/>
                  </a:lnTo>
                  <a:lnTo>
                    <a:pt x="230362" y="182971"/>
                  </a:lnTo>
                  <a:lnTo>
                    <a:pt x="231064" y="182466"/>
                  </a:lnTo>
                  <a:lnTo>
                    <a:pt x="274185" y="182466"/>
                  </a:lnTo>
                  <a:lnTo>
                    <a:pt x="273083" y="181639"/>
                  </a:lnTo>
                  <a:lnTo>
                    <a:pt x="271100" y="180316"/>
                  </a:lnTo>
                  <a:lnTo>
                    <a:pt x="172206" y="180316"/>
                  </a:lnTo>
                  <a:lnTo>
                    <a:pt x="156560" y="178787"/>
                  </a:lnTo>
                  <a:lnTo>
                    <a:pt x="115925" y="156999"/>
                  </a:lnTo>
                  <a:lnTo>
                    <a:pt x="94140" y="116369"/>
                  </a:lnTo>
                  <a:lnTo>
                    <a:pt x="92610" y="100715"/>
                  </a:lnTo>
                  <a:lnTo>
                    <a:pt x="94140" y="85068"/>
                  </a:lnTo>
                  <a:lnTo>
                    <a:pt x="115898" y="44476"/>
                  </a:lnTo>
                  <a:lnTo>
                    <a:pt x="156559" y="22655"/>
                  </a:lnTo>
                  <a:lnTo>
                    <a:pt x="172206" y="21127"/>
                  </a:lnTo>
                  <a:lnTo>
                    <a:pt x="233784" y="21127"/>
                  </a:lnTo>
                  <a:lnTo>
                    <a:pt x="228447" y="17141"/>
                  </a:lnTo>
                  <a:lnTo>
                    <a:pt x="192247" y="1990"/>
                  </a:lnTo>
                  <a:lnTo>
                    <a:pt x="182317" y="498"/>
                  </a:lnTo>
                  <a:lnTo>
                    <a:pt x="172206" y="0"/>
                  </a:lnTo>
                  <a:close/>
                </a:path>
                <a:path w="346709" h="358139">
                  <a:moveTo>
                    <a:pt x="274185" y="182466"/>
                  </a:moveTo>
                  <a:lnTo>
                    <a:pt x="231064" y="182466"/>
                  </a:lnTo>
                  <a:lnTo>
                    <a:pt x="240762" y="186867"/>
                  </a:lnTo>
                  <a:lnTo>
                    <a:pt x="250118" y="191935"/>
                  </a:lnTo>
                  <a:lnTo>
                    <a:pt x="284150" y="219179"/>
                  </a:lnTo>
                  <a:lnTo>
                    <a:pt x="309852" y="256449"/>
                  </a:lnTo>
                  <a:lnTo>
                    <a:pt x="323446" y="300010"/>
                  </a:lnTo>
                  <a:lnTo>
                    <a:pt x="325181" y="330699"/>
                  </a:lnTo>
                  <a:lnTo>
                    <a:pt x="319146" y="336740"/>
                  </a:lnTo>
                  <a:lnTo>
                    <a:pt x="343602" y="336740"/>
                  </a:lnTo>
                  <a:lnTo>
                    <a:pt x="346320" y="323318"/>
                  </a:lnTo>
                  <a:lnTo>
                    <a:pt x="346175" y="315953"/>
                  </a:lnTo>
                  <a:lnTo>
                    <a:pt x="345742" y="308875"/>
                  </a:lnTo>
                  <a:lnTo>
                    <a:pt x="337926" y="269109"/>
                  </a:lnTo>
                  <a:lnTo>
                    <a:pt x="320440" y="231861"/>
                  </a:lnTo>
                  <a:lnTo>
                    <a:pt x="290182" y="195446"/>
                  </a:lnTo>
                  <a:lnTo>
                    <a:pt x="280859" y="187479"/>
                  </a:lnTo>
                  <a:lnTo>
                    <a:pt x="274185" y="182466"/>
                  </a:lnTo>
                  <a:close/>
                </a:path>
                <a:path w="346709" h="358139">
                  <a:moveTo>
                    <a:pt x="230362" y="182971"/>
                  </a:moveTo>
                  <a:lnTo>
                    <a:pt x="114034" y="182971"/>
                  </a:lnTo>
                  <a:lnTo>
                    <a:pt x="119941" y="187155"/>
                  </a:lnTo>
                  <a:lnTo>
                    <a:pt x="126275" y="190679"/>
                  </a:lnTo>
                  <a:lnTo>
                    <a:pt x="172206" y="201443"/>
                  </a:lnTo>
                  <a:lnTo>
                    <a:pt x="182316" y="200944"/>
                  </a:lnTo>
                  <a:lnTo>
                    <a:pt x="219361" y="190018"/>
                  </a:lnTo>
                  <a:lnTo>
                    <a:pt x="230362" y="182971"/>
                  </a:lnTo>
                  <a:close/>
                </a:path>
                <a:path w="346709" h="358139">
                  <a:moveTo>
                    <a:pt x="233784" y="21127"/>
                  </a:moveTo>
                  <a:lnTo>
                    <a:pt x="172206" y="21127"/>
                  </a:lnTo>
                  <a:lnTo>
                    <a:pt x="187852" y="22655"/>
                  </a:lnTo>
                  <a:lnTo>
                    <a:pt x="202677" y="27146"/>
                  </a:lnTo>
                  <a:lnTo>
                    <a:pt x="238466" y="56586"/>
                  </a:lnTo>
                  <a:lnTo>
                    <a:pt x="251789" y="100715"/>
                  </a:lnTo>
                  <a:lnTo>
                    <a:pt x="250261" y="116370"/>
                  </a:lnTo>
                  <a:lnTo>
                    <a:pt x="228487" y="156999"/>
                  </a:lnTo>
                  <a:lnTo>
                    <a:pt x="187852" y="178787"/>
                  </a:lnTo>
                  <a:lnTo>
                    <a:pt x="172206" y="180316"/>
                  </a:lnTo>
                  <a:lnTo>
                    <a:pt x="271100" y="180316"/>
                  </a:lnTo>
                  <a:lnTo>
                    <a:pt x="265030" y="176268"/>
                  </a:lnTo>
                  <a:lnTo>
                    <a:pt x="256700" y="171363"/>
                  </a:lnTo>
                  <a:lnTo>
                    <a:pt x="248212" y="166987"/>
                  </a:lnTo>
                  <a:lnTo>
                    <a:pt x="248068" y="166987"/>
                  </a:lnTo>
                  <a:lnTo>
                    <a:pt x="253128" y="160707"/>
                  </a:lnTo>
                  <a:lnTo>
                    <a:pt x="270930" y="120763"/>
                  </a:lnTo>
                  <a:lnTo>
                    <a:pt x="272915" y="100715"/>
                  </a:lnTo>
                  <a:lnTo>
                    <a:pt x="272418" y="90605"/>
                  </a:lnTo>
                  <a:lnTo>
                    <a:pt x="260787" y="52754"/>
                  </a:lnTo>
                  <a:lnTo>
                    <a:pt x="236205" y="22935"/>
                  </a:lnTo>
                  <a:lnTo>
                    <a:pt x="233784" y="21127"/>
                  </a:lnTo>
                  <a:close/>
                </a:path>
              </a:pathLst>
            </a:custGeom>
            <a:solidFill>
              <a:srgbClr val="153E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273710" y="5976793"/>
              <a:ext cx="114334" cy="100719"/>
            </a:xfrm>
            <a:prstGeom prst="rect">
              <a:avLst/>
            </a:prstGeom>
          </p:spPr>
        </p:pic>
      </p:grpSp>
      <p:sp>
        <p:nvSpPr>
          <p:cNvPr id="39" name="object 39"/>
          <p:cNvSpPr/>
          <p:nvPr/>
        </p:nvSpPr>
        <p:spPr>
          <a:xfrm>
            <a:off x="78371" y="9819646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1404" y="0"/>
                </a:moveTo>
                <a:lnTo>
                  <a:pt x="13072" y="1686"/>
                </a:lnTo>
                <a:lnTo>
                  <a:pt x="6268" y="6285"/>
                </a:lnTo>
                <a:lnTo>
                  <a:pt x="1681" y="13105"/>
                </a:lnTo>
                <a:lnTo>
                  <a:pt x="0" y="21456"/>
                </a:lnTo>
                <a:lnTo>
                  <a:pt x="1681" y="29805"/>
                </a:lnTo>
                <a:lnTo>
                  <a:pt x="6268" y="36623"/>
                </a:lnTo>
                <a:lnTo>
                  <a:pt x="13072" y="41219"/>
                </a:lnTo>
                <a:lnTo>
                  <a:pt x="21404" y="42905"/>
                </a:lnTo>
                <a:lnTo>
                  <a:pt x="29736" y="41219"/>
                </a:lnTo>
                <a:lnTo>
                  <a:pt x="36539" y="36623"/>
                </a:lnTo>
                <a:lnTo>
                  <a:pt x="41126" y="29805"/>
                </a:lnTo>
                <a:lnTo>
                  <a:pt x="42808" y="21456"/>
                </a:lnTo>
                <a:lnTo>
                  <a:pt x="41126" y="13105"/>
                </a:lnTo>
                <a:lnTo>
                  <a:pt x="36539" y="6285"/>
                </a:lnTo>
                <a:lnTo>
                  <a:pt x="29736" y="1686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22479" y="9819646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11" y="0"/>
                </a:moveTo>
                <a:lnTo>
                  <a:pt x="13078" y="1686"/>
                </a:lnTo>
                <a:lnTo>
                  <a:pt x="6272" y="6285"/>
                </a:lnTo>
                <a:lnTo>
                  <a:pt x="1683" y="13105"/>
                </a:lnTo>
                <a:lnTo>
                  <a:pt x="0" y="21456"/>
                </a:lnTo>
                <a:lnTo>
                  <a:pt x="1683" y="29805"/>
                </a:lnTo>
                <a:lnTo>
                  <a:pt x="6272" y="36623"/>
                </a:lnTo>
                <a:lnTo>
                  <a:pt x="13078" y="41219"/>
                </a:lnTo>
                <a:lnTo>
                  <a:pt x="21411" y="42905"/>
                </a:lnTo>
                <a:lnTo>
                  <a:pt x="29743" y="41219"/>
                </a:lnTo>
                <a:lnTo>
                  <a:pt x="36546" y="36623"/>
                </a:lnTo>
                <a:lnTo>
                  <a:pt x="41133" y="29805"/>
                </a:lnTo>
                <a:lnTo>
                  <a:pt x="42815" y="21456"/>
                </a:lnTo>
                <a:lnTo>
                  <a:pt x="41133" y="13105"/>
                </a:lnTo>
                <a:lnTo>
                  <a:pt x="36546" y="6285"/>
                </a:lnTo>
                <a:lnTo>
                  <a:pt x="29743" y="1686"/>
                </a:lnTo>
                <a:lnTo>
                  <a:pt x="21411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66630" y="9819646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72" y="1686"/>
                </a:lnTo>
                <a:lnTo>
                  <a:pt x="6268" y="6285"/>
                </a:lnTo>
                <a:lnTo>
                  <a:pt x="1681" y="13105"/>
                </a:lnTo>
                <a:lnTo>
                  <a:pt x="0" y="21456"/>
                </a:lnTo>
                <a:lnTo>
                  <a:pt x="1681" y="29805"/>
                </a:lnTo>
                <a:lnTo>
                  <a:pt x="6268" y="36623"/>
                </a:lnTo>
                <a:lnTo>
                  <a:pt x="13072" y="41219"/>
                </a:lnTo>
                <a:lnTo>
                  <a:pt x="21404" y="42905"/>
                </a:lnTo>
                <a:lnTo>
                  <a:pt x="29736" y="41219"/>
                </a:lnTo>
                <a:lnTo>
                  <a:pt x="36539" y="36623"/>
                </a:lnTo>
                <a:lnTo>
                  <a:pt x="41126" y="29805"/>
                </a:lnTo>
                <a:lnTo>
                  <a:pt x="42808" y="21456"/>
                </a:lnTo>
                <a:lnTo>
                  <a:pt x="41126" y="13105"/>
                </a:lnTo>
                <a:lnTo>
                  <a:pt x="36539" y="6285"/>
                </a:lnTo>
                <a:lnTo>
                  <a:pt x="29736" y="1686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10724" y="9819646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93" y="1686"/>
                </a:lnTo>
                <a:lnTo>
                  <a:pt x="6287" y="6285"/>
                </a:lnTo>
                <a:lnTo>
                  <a:pt x="1688" y="13105"/>
                </a:lnTo>
                <a:lnTo>
                  <a:pt x="0" y="21456"/>
                </a:lnTo>
                <a:lnTo>
                  <a:pt x="1688" y="29805"/>
                </a:lnTo>
                <a:lnTo>
                  <a:pt x="6287" y="36623"/>
                </a:lnTo>
                <a:lnTo>
                  <a:pt x="13093" y="41219"/>
                </a:lnTo>
                <a:lnTo>
                  <a:pt x="21404" y="42905"/>
                </a:lnTo>
                <a:lnTo>
                  <a:pt x="29745" y="41219"/>
                </a:lnTo>
                <a:lnTo>
                  <a:pt x="36547" y="36623"/>
                </a:lnTo>
                <a:lnTo>
                  <a:pt x="41129" y="29805"/>
                </a:lnTo>
                <a:lnTo>
                  <a:pt x="42808" y="21456"/>
                </a:lnTo>
                <a:lnTo>
                  <a:pt x="41129" y="13105"/>
                </a:lnTo>
                <a:lnTo>
                  <a:pt x="36547" y="6285"/>
                </a:lnTo>
                <a:lnTo>
                  <a:pt x="29745" y="1686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8371" y="99598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1404" y="0"/>
                </a:moveTo>
                <a:lnTo>
                  <a:pt x="13072" y="1685"/>
                </a:lnTo>
                <a:lnTo>
                  <a:pt x="6268" y="6281"/>
                </a:lnTo>
                <a:lnTo>
                  <a:pt x="1681" y="13099"/>
                </a:lnTo>
                <a:lnTo>
                  <a:pt x="0" y="21449"/>
                </a:lnTo>
                <a:lnTo>
                  <a:pt x="1681" y="29799"/>
                </a:lnTo>
                <a:lnTo>
                  <a:pt x="6268" y="36619"/>
                </a:lnTo>
                <a:lnTo>
                  <a:pt x="13072" y="41218"/>
                </a:lnTo>
                <a:lnTo>
                  <a:pt x="21404" y="42905"/>
                </a:lnTo>
                <a:lnTo>
                  <a:pt x="29736" y="41218"/>
                </a:lnTo>
                <a:lnTo>
                  <a:pt x="36539" y="36619"/>
                </a:lnTo>
                <a:lnTo>
                  <a:pt x="41126" y="29799"/>
                </a:lnTo>
                <a:lnTo>
                  <a:pt x="42808" y="21449"/>
                </a:lnTo>
                <a:lnTo>
                  <a:pt x="41126" y="13099"/>
                </a:lnTo>
                <a:lnTo>
                  <a:pt x="36539" y="6281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22479" y="99598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11" y="0"/>
                </a:moveTo>
                <a:lnTo>
                  <a:pt x="13078" y="1685"/>
                </a:lnTo>
                <a:lnTo>
                  <a:pt x="6272" y="6281"/>
                </a:lnTo>
                <a:lnTo>
                  <a:pt x="1683" y="13099"/>
                </a:lnTo>
                <a:lnTo>
                  <a:pt x="0" y="21449"/>
                </a:lnTo>
                <a:lnTo>
                  <a:pt x="1683" y="29799"/>
                </a:lnTo>
                <a:lnTo>
                  <a:pt x="6272" y="36619"/>
                </a:lnTo>
                <a:lnTo>
                  <a:pt x="13078" y="41218"/>
                </a:lnTo>
                <a:lnTo>
                  <a:pt x="21411" y="42905"/>
                </a:lnTo>
                <a:lnTo>
                  <a:pt x="29743" y="41218"/>
                </a:lnTo>
                <a:lnTo>
                  <a:pt x="36546" y="36619"/>
                </a:lnTo>
                <a:lnTo>
                  <a:pt x="41133" y="29799"/>
                </a:lnTo>
                <a:lnTo>
                  <a:pt x="42815" y="21449"/>
                </a:lnTo>
                <a:lnTo>
                  <a:pt x="41133" y="13099"/>
                </a:lnTo>
                <a:lnTo>
                  <a:pt x="36546" y="6281"/>
                </a:lnTo>
                <a:lnTo>
                  <a:pt x="29743" y="1685"/>
                </a:lnTo>
                <a:lnTo>
                  <a:pt x="21411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66630" y="99598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72" y="1685"/>
                </a:lnTo>
                <a:lnTo>
                  <a:pt x="6268" y="6281"/>
                </a:lnTo>
                <a:lnTo>
                  <a:pt x="1681" y="13099"/>
                </a:lnTo>
                <a:lnTo>
                  <a:pt x="0" y="21449"/>
                </a:lnTo>
                <a:lnTo>
                  <a:pt x="1681" y="29799"/>
                </a:lnTo>
                <a:lnTo>
                  <a:pt x="6268" y="36619"/>
                </a:lnTo>
                <a:lnTo>
                  <a:pt x="13072" y="41218"/>
                </a:lnTo>
                <a:lnTo>
                  <a:pt x="21404" y="42905"/>
                </a:lnTo>
                <a:lnTo>
                  <a:pt x="29736" y="41218"/>
                </a:lnTo>
                <a:lnTo>
                  <a:pt x="36539" y="36619"/>
                </a:lnTo>
                <a:lnTo>
                  <a:pt x="41126" y="29799"/>
                </a:lnTo>
                <a:lnTo>
                  <a:pt x="42808" y="21449"/>
                </a:lnTo>
                <a:lnTo>
                  <a:pt x="41126" y="13099"/>
                </a:lnTo>
                <a:lnTo>
                  <a:pt x="36539" y="6281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10724" y="99598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93" y="1685"/>
                </a:lnTo>
                <a:lnTo>
                  <a:pt x="6287" y="6281"/>
                </a:lnTo>
                <a:lnTo>
                  <a:pt x="1688" y="13099"/>
                </a:lnTo>
                <a:lnTo>
                  <a:pt x="0" y="21449"/>
                </a:lnTo>
                <a:lnTo>
                  <a:pt x="1688" y="29799"/>
                </a:lnTo>
                <a:lnTo>
                  <a:pt x="6287" y="36619"/>
                </a:lnTo>
                <a:lnTo>
                  <a:pt x="13093" y="41218"/>
                </a:lnTo>
                <a:lnTo>
                  <a:pt x="21404" y="42905"/>
                </a:lnTo>
                <a:lnTo>
                  <a:pt x="29745" y="41218"/>
                </a:lnTo>
                <a:lnTo>
                  <a:pt x="36547" y="36619"/>
                </a:lnTo>
                <a:lnTo>
                  <a:pt x="41129" y="29799"/>
                </a:lnTo>
                <a:lnTo>
                  <a:pt x="42808" y="21449"/>
                </a:lnTo>
                <a:lnTo>
                  <a:pt x="41129" y="13099"/>
                </a:lnTo>
                <a:lnTo>
                  <a:pt x="36547" y="6281"/>
                </a:lnTo>
                <a:lnTo>
                  <a:pt x="29745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8371" y="1010002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1404" y="0"/>
                </a:moveTo>
                <a:lnTo>
                  <a:pt x="13072" y="1685"/>
                </a:lnTo>
                <a:lnTo>
                  <a:pt x="6268" y="6281"/>
                </a:lnTo>
                <a:lnTo>
                  <a:pt x="1681" y="13099"/>
                </a:lnTo>
                <a:lnTo>
                  <a:pt x="0" y="21449"/>
                </a:lnTo>
                <a:lnTo>
                  <a:pt x="1681" y="29798"/>
                </a:lnTo>
                <a:lnTo>
                  <a:pt x="6268" y="36616"/>
                </a:lnTo>
                <a:lnTo>
                  <a:pt x="13072" y="41212"/>
                </a:lnTo>
                <a:lnTo>
                  <a:pt x="21404" y="42898"/>
                </a:lnTo>
                <a:lnTo>
                  <a:pt x="29736" y="41212"/>
                </a:lnTo>
                <a:lnTo>
                  <a:pt x="36539" y="36616"/>
                </a:lnTo>
                <a:lnTo>
                  <a:pt x="41126" y="29798"/>
                </a:lnTo>
                <a:lnTo>
                  <a:pt x="42808" y="21449"/>
                </a:lnTo>
                <a:lnTo>
                  <a:pt x="41126" y="13099"/>
                </a:lnTo>
                <a:lnTo>
                  <a:pt x="36539" y="6281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22479" y="1010002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11" y="0"/>
                </a:moveTo>
                <a:lnTo>
                  <a:pt x="13078" y="1685"/>
                </a:lnTo>
                <a:lnTo>
                  <a:pt x="6272" y="6281"/>
                </a:lnTo>
                <a:lnTo>
                  <a:pt x="1683" y="13099"/>
                </a:lnTo>
                <a:lnTo>
                  <a:pt x="0" y="21449"/>
                </a:lnTo>
                <a:lnTo>
                  <a:pt x="1683" y="29798"/>
                </a:lnTo>
                <a:lnTo>
                  <a:pt x="6272" y="36616"/>
                </a:lnTo>
                <a:lnTo>
                  <a:pt x="13078" y="41212"/>
                </a:lnTo>
                <a:lnTo>
                  <a:pt x="21411" y="42898"/>
                </a:lnTo>
                <a:lnTo>
                  <a:pt x="29743" y="41212"/>
                </a:lnTo>
                <a:lnTo>
                  <a:pt x="36546" y="36616"/>
                </a:lnTo>
                <a:lnTo>
                  <a:pt x="41133" y="29798"/>
                </a:lnTo>
                <a:lnTo>
                  <a:pt x="42815" y="21449"/>
                </a:lnTo>
                <a:lnTo>
                  <a:pt x="41133" y="13099"/>
                </a:lnTo>
                <a:lnTo>
                  <a:pt x="36546" y="6281"/>
                </a:lnTo>
                <a:lnTo>
                  <a:pt x="29743" y="1685"/>
                </a:lnTo>
                <a:lnTo>
                  <a:pt x="21411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66630" y="1010002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72" y="1685"/>
                </a:lnTo>
                <a:lnTo>
                  <a:pt x="6268" y="6281"/>
                </a:lnTo>
                <a:lnTo>
                  <a:pt x="1681" y="13099"/>
                </a:lnTo>
                <a:lnTo>
                  <a:pt x="0" y="21449"/>
                </a:lnTo>
                <a:lnTo>
                  <a:pt x="1681" y="29798"/>
                </a:lnTo>
                <a:lnTo>
                  <a:pt x="6268" y="36616"/>
                </a:lnTo>
                <a:lnTo>
                  <a:pt x="13072" y="41212"/>
                </a:lnTo>
                <a:lnTo>
                  <a:pt x="21404" y="42898"/>
                </a:lnTo>
                <a:lnTo>
                  <a:pt x="29736" y="41212"/>
                </a:lnTo>
                <a:lnTo>
                  <a:pt x="36539" y="36616"/>
                </a:lnTo>
                <a:lnTo>
                  <a:pt x="41126" y="29798"/>
                </a:lnTo>
                <a:lnTo>
                  <a:pt x="42808" y="21449"/>
                </a:lnTo>
                <a:lnTo>
                  <a:pt x="41126" y="13099"/>
                </a:lnTo>
                <a:lnTo>
                  <a:pt x="36539" y="6281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10724" y="1010002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93" y="1685"/>
                </a:lnTo>
                <a:lnTo>
                  <a:pt x="6287" y="6281"/>
                </a:lnTo>
                <a:lnTo>
                  <a:pt x="1688" y="13099"/>
                </a:lnTo>
                <a:lnTo>
                  <a:pt x="0" y="21449"/>
                </a:lnTo>
                <a:lnTo>
                  <a:pt x="1688" y="29798"/>
                </a:lnTo>
                <a:lnTo>
                  <a:pt x="6287" y="36616"/>
                </a:lnTo>
                <a:lnTo>
                  <a:pt x="13093" y="41212"/>
                </a:lnTo>
                <a:lnTo>
                  <a:pt x="21404" y="42898"/>
                </a:lnTo>
                <a:lnTo>
                  <a:pt x="29745" y="41212"/>
                </a:lnTo>
                <a:lnTo>
                  <a:pt x="36547" y="36616"/>
                </a:lnTo>
                <a:lnTo>
                  <a:pt x="41129" y="29798"/>
                </a:lnTo>
                <a:lnTo>
                  <a:pt x="42808" y="21449"/>
                </a:lnTo>
                <a:lnTo>
                  <a:pt x="41129" y="13099"/>
                </a:lnTo>
                <a:lnTo>
                  <a:pt x="36547" y="6281"/>
                </a:lnTo>
                <a:lnTo>
                  <a:pt x="29745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8371" y="102402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1404" y="0"/>
                </a:moveTo>
                <a:lnTo>
                  <a:pt x="13072" y="1685"/>
                </a:lnTo>
                <a:lnTo>
                  <a:pt x="6268" y="6282"/>
                </a:lnTo>
                <a:lnTo>
                  <a:pt x="1681" y="13100"/>
                </a:lnTo>
                <a:lnTo>
                  <a:pt x="0" y="21450"/>
                </a:lnTo>
                <a:lnTo>
                  <a:pt x="1681" y="29800"/>
                </a:lnTo>
                <a:lnTo>
                  <a:pt x="6268" y="36618"/>
                </a:lnTo>
                <a:lnTo>
                  <a:pt x="13072" y="41215"/>
                </a:lnTo>
                <a:lnTo>
                  <a:pt x="21404" y="42901"/>
                </a:lnTo>
                <a:lnTo>
                  <a:pt x="29736" y="41215"/>
                </a:lnTo>
                <a:lnTo>
                  <a:pt x="36539" y="36618"/>
                </a:lnTo>
                <a:lnTo>
                  <a:pt x="41126" y="29800"/>
                </a:lnTo>
                <a:lnTo>
                  <a:pt x="42808" y="21450"/>
                </a:lnTo>
                <a:lnTo>
                  <a:pt x="41126" y="13100"/>
                </a:lnTo>
                <a:lnTo>
                  <a:pt x="36539" y="6282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22479" y="102402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11" y="0"/>
                </a:moveTo>
                <a:lnTo>
                  <a:pt x="13078" y="1685"/>
                </a:lnTo>
                <a:lnTo>
                  <a:pt x="6272" y="6282"/>
                </a:lnTo>
                <a:lnTo>
                  <a:pt x="1683" y="13100"/>
                </a:lnTo>
                <a:lnTo>
                  <a:pt x="0" y="21450"/>
                </a:lnTo>
                <a:lnTo>
                  <a:pt x="1683" y="29800"/>
                </a:lnTo>
                <a:lnTo>
                  <a:pt x="6272" y="36618"/>
                </a:lnTo>
                <a:lnTo>
                  <a:pt x="13078" y="41215"/>
                </a:lnTo>
                <a:lnTo>
                  <a:pt x="21411" y="42901"/>
                </a:lnTo>
                <a:lnTo>
                  <a:pt x="29743" y="41215"/>
                </a:lnTo>
                <a:lnTo>
                  <a:pt x="36546" y="36618"/>
                </a:lnTo>
                <a:lnTo>
                  <a:pt x="41133" y="29800"/>
                </a:lnTo>
                <a:lnTo>
                  <a:pt x="42815" y="21450"/>
                </a:lnTo>
                <a:lnTo>
                  <a:pt x="41133" y="13100"/>
                </a:lnTo>
                <a:lnTo>
                  <a:pt x="36546" y="6282"/>
                </a:lnTo>
                <a:lnTo>
                  <a:pt x="29743" y="1685"/>
                </a:lnTo>
                <a:lnTo>
                  <a:pt x="21411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66630" y="102402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72" y="1685"/>
                </a:lnTo>
                <a:lnTo>
                  <a:pt x="6268" y="6282"/>
                </a:lnTo>
                <a:lnTo>
                  <a:pt x="1681" y="13100"/>
                </a:lnTo>
                <a:lnTo>
                  <a:pt x="0" y="21450"/>
                </a:lnTo>
                <a:lnTo>
                  <a:pt x="1681" y="29800"/>
                </a:lnTo>
                <a:lnTo>
                  <a:pt x="6268" y="36618"/>
                </a:lnTo>
                <a:lnTo>
                  <a:pt x="13072" y="41215"/>
                </a:lnTo>
                <a:lnTo>
                  <a:pt x="21404" y="42901"/>
                </a:lnTo>
                <a:lnTo>
                  <a:pt x="29736" y="41215"/>
                </a:lnTo>
                <a:lnTo>
                  <a:pt x="36539" y="36618"/>
                </a:lnTo>
                <a:lnTo>
                  <a:pt x="41126" y="29800"/>
                </a:lnTo>
                <a:lnTo>
                  <a:pt x="42808" y="21450"/>
                </a:lnTo>
                <a:lnTo>
                  <a:pt x="41126" y="13100"/>
                </a:lnTo>
                <a:lnTo>
                  <a:pt x="36539" y="6282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10724" y="102402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93" y="1685"/>
                </a:lnTo>
                <a:lnTo>
                  <a:pt x="6287" y="6282"/>
                </a:lnTo>
                <a:lnTo>
                  <a:pt x="1688" y="13100"/>
                </a:lnTo>
                <a:lnTo>
                  <a:pt x="0" y="21450"/>
                </a:lnTo>
                <a:lnTo>
                  <a:pt x="1688" y="29800"/>
                </a:lnTo>
                <a:lnTo>
                  <a:pt x="6287" y="36618"/>
                </a:lnTo>
                <a:lnTo>
                  <a:pt x="13093" y="41215"/>
                </a:lnTo>
                <a:lnTo>
                  <a:pt x="21404" y="42901"/>
                </a:lnTo>
                <a:lnTo>
                  <a:pt x="29745" y="41215"/>
                </a:lnTo>
                <a:lnTo>
                  <a:pt x="36547" y="36618"/>
                </a:lnTo>
                <a:lnTo>
                  <a:pt x="41129" y="29800"/>
                </a:lnTo>
                <a:lnTo>
                  <a:pt x="42808" y="21450"/>
                </a:lnTo>
                <a:lnTo>
                  <a:pt x="41129" y="13100"/>
                </a:lnTo>
                <a:lnTo>
                  <a:pt x="36547" y="6282"/>
                </a:lnTo>
                <a:lnTo>
                  <a:pt x="29745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5" name="object 55"/>
          <p:cNvGrpSpPr/>
          <p:nvPr/>
        </p:nvGrpSpPr>
        <p:grpSpPr>
          <a:xfrm>
            <a:off x="4139508" y="0"/>
            <a:ext cx="10009505" cy="2385695"/>
            <a:chOff x="4139508" y="0"/>
            <a:chExt cx="10009505" cy="2385695"/>
          </a:xfrm>
        </p:grpSpPr>
        <p:sp>
          <p:nvSpPr>
            <p:cNvPr id="56" name="object 56"/>
            <p:cNvSpPr/>
            <p:nvPr/>
          </p:nvSpPr>
          <p:spPr>
            <a:xfrm>
              <a:off x="4139508" y="0"/>
              <a:ext cx="10009505" cy="2385695"/>
            </a:xfrm>
            <a:custGeom>
              <a:avLst/>
              <a:gdLst/>
              <a:ahLst/>
              <a:cxnLst/>
              <a:rect l="l" t="t" r="r" b="b"/>
              <a:pathLst>
                <a:path w="10009505" h="2385695">
                  <a:moveTo>
                    <a:pt x="10008982" y="0"/>
                  </a:moveTo>
                  <a:lnTo>
                    <a:pt x="0" y="0"/>
                  </a:lnTo>
                  <a:lnTo>
                    <a:pt x="17973" y="22120"/>
                  </a:lnTo>
                  <a:lnTo>
                    <a:pt x="49481" y="60298"/>
                  </a:lnTo>
                  <a:lnTo>
                    <a:pt x="81275" y="98229"/>
                  </a:lnTo>
                  <a:lnTo>
                    <a:pt x="113354" y="135911"/>
                  </a:lnTo>
                  <a:lnTo>
                    <a:pt x="145717" y="173344"/>
                  </a:lnTo>
                  <a:lnTo>
                    <a:pt x="178361" y="210524"/>
                  </a:lnTo>
                  <a:lnTo>
                    <a:pt x="211286" y="247450"/>
                  </a:lnTo>
                  <a:lnTo>
                    <a:pt x="244489" y="284121"/>
                  </a:lnTo>
                  <a:lnTo>
                    <a:pt x="277969" y="320536"/>
                  </a:lnTo>
                  <a:lnTo>
                    <a:pt x="311724" y="356692"/>
                  </a:lnTo>
                  <a:lnTo>
                    <a:pt x="345752" y="392587"/>
                  </a:lnTo>
                  <a:lnTo>
                    <a:pt x="380052" y="428221"/>
                  </a:lnTo>
                  <a:lnTo>
                    <a:pt x="414623" y="463592"/>
                  </a:lnTo>
                  <a:lnTo>
                    <a:pt x="449461" y="498697"/>
                  </a:lnTo>
                  <a:lnTo>
                    <a:pt x="484567" y="533535"/>
                  </a:lnTo>
                  <a:lnTo>
                    <a:pt x="519938" y="568105"/>
                  </a:lnTo>
                  <a:lnTo>
                    <a:pt x="555572" y="602405"/>
                  </a:lnTo>
                  <a:lnTo>
                    <a:pt x="591468" y="636432"/>
                  </a:lnTo>
                  <a:lnTo>
                    <a:pt x="627624" y="670187"/>
                  </a:lnTo>
                  <a:lnTo>
                    <a:pt x="664039" y="703666"/>
                  </a:lnTo>
                  <a:lnTo>
                    <a:pt x="700711" y="736868"/>
                  </a:lnTo>
                  <a:lnTo>
                    <a:pt x="737638" y="769793"/>
                  </a:lnTo>
                  <a:lnTo>
                    <a:pt x="774818" y="802436"/>
                  </a:lnTo>
                  <a:lnTo>
                    <a:pt x="812251" y="834799"/>
                  </a:lnTo>
                  <a:lnTo>
                    <a:pt x="849934" y="866877"/>
                  </a:lnTo>
                  <a:lnTo>
                    <a:pt x="887865" y="898671"/>
                  </a:lnTo>
                  <a:lnTo>
                    <a:pt x="926043" y="930178"/>
                  </a:lnTo>
                  <a:lnTo>
                    <a:pt x="964466" y="961397"/>
                  </a:lnTo>
                  <a:lnTo>
                    <a:pt x="1003133" y="992325"/>
                  </a:lnTo>
                  <a:lnTo>
                    <a:pt x="1042042" y="1022962"/>
                  </a:lnTo>
                  <a:lnTo>
                    <a:pt x="1081192" y="1053306"/>
                  </a:lnTo>
                  <a:lnTo>
                    <a:pt x="1120580" y="1083354"/>
                  </a:lnTo>
                  <a:lnTo>
                    <a:pt x="1160205" y="1113106"/>
                  </a:lnTo>
                  <a:lnTo>
                    <a:pt x="1200065" y="1142560"/>
                  </a:lnTo>
                  <a:lnTo>
                    <a:pt x="1240159" y="1171713"/>
                  </a:lnTo>
                  <a:lnTo>
                    <a:pt x="1280485" y="1200565"/>
                  </a:lnTo>
                  <a:lnTo>
                    <a:pt x="1321041" y="1229113"/>
                  </a:lnTo>
                  <a:lnTo>
                    <a:pt x="1361826" y="1257357"/>
                  </a:lnTo>
                  <a:lnTo>
                    <a:pt x="1402838" y="1285294"/>
                  </a:lnTo>
                  <a:lnTo>
                    <a:pt x="1444075" y="1312923"/>
                  </a:lnTo>
                  <a:lnTo>
                    <a:pt x="1485536" y="1340242"/>
                  </a:lnTo>
                  <a:lnTo>
                    <a:pt x="1527219" y="1367249"/>
                  </a:lnTo>
                  <a:lnTo>
                    <a:pt x="1569123" y="1393943"/>
                  </a:lnTo>
                  <a:lnTo>
                    <a:pt x="1611245" y="1420322"/>
                  </a:lnTo>
                  <a:lnTo>
                    <a:pt x="1653584" y="1446384"/>
                  </a:lnTo>
                  <a:lnTo>
                    <a:pt x="1696139" y="1472128"/>
                  </a:lnTo>
                  <a:lnTo>
                    <a:pt x="1738908" y="1497553"/>
                  </a:lnTo>
                  <a:lnTo>
                    <a:pt x="1781888" y="1522655"/>
                  </a:lnTo>
                  <a:lnTo>
                    <a:pt x="1825079" y="1547435"/>
                  </a:lnTo>
                  <a:lnTo>
                    <a:pt x="1868479" y="1571890"/>
                  </a:lnTo>
                  <a:lnTo>
                    <a:pt x="1912086" y="1596018"/>
                  </a:lnTo>
                  <a:lnTo>
                    <a:pt x="1955899" y="1619818"/>
                  </a:lnTo>
                  <a:lnTo>
                    <a:pt x="1999915" y="1643288"/>
                  </a:lnTo>
                  <a:lnTo>
                    <a:pt x="2044134" y="1666427"/>
                  </a:lnTo>
                  <a:lnTo>
                    <a:pt x="2088553" y="1689233"/>
                  </a:lnTo>
                  <a:lnTo>
                    <a:pt x="2133170" y="1711704"/>
                  </a:lnTo>
                  <a:lnTo>
                    <a:pt x="2177985" y="1733838"/>
                  </a:lnTo>
                  <a:lnTo>
                    <a:pt x="2222996" y="1755634"/>
                  </a:lnTo>
                  <a:lnTo>
                    <a:pt x="2268200" y="1777091"/>
                  </a:lnTo>
                  <a:lnTo>
                    <a:pt x="2313597" y="1798206"/>
                  </a:lnTo>
                  <a:lnTo>
                    <a:pt x="2359184" y="1818978"/>
                  </a:lnTo>
                  <a:lnTo>
                    <a:pt x="2404960" y="1839405"/>
                  </a:lnTo>
                  <a:lnTo>
                    <a:pt x="2450924" y="1859486"/>
                  </a:lnTo>
                  <a:lnTo>
                    <a:pt x="2497072" y="1879219"/>
                  </a:lnTo>
                  <a:lnTo>
                    <a:pt x="2543405" y="1898602"/>
                  </a:lnTo>
                  <a:lnTo>
                    <a:pt x="2589920" y="1917633"/>
                  </a:lnTo>
                  <a:lnTo>
                    <a:pt x="2636616" y="1936312"/>
                  </a:lnTo>
                  <a:lnTo>
                    <a:pt x="2683491" y="1954636"/>
                  </a:lnTo>
                  <a:lnTo>
                    <a:pt x="2730543" y="1972603"/>
                  </a:lnTo>
                  <a:lnTo>
                    <a:pt x="2777770" y="1990213"/>
                  </a:lnTo>
                  <a:lnTo>
                    <a:pt x="2825172" y="2007463"/>
                  </a:lnTo>
                  <a:lnTo>
                    <a:pt x="2872746" y="2024351"/>
                  </a:lnTo>
                  <a:lnTo>
                    <a:pt x="2920490" y="2040877"/>
                  </a:lnTo>
                  <a:lnTo>
                    <a:pt x="2968404" y="2057038"/>
                  </a:lnTo>
                  <a:lnTo>
                    <a:pt x="3016484" y="2072832"/>
                  </a:lnTo>
                  <a:lnTo>
                    <a:pt x="3064731" y="2088259"/>
                  </a:lnTo>
                  <a:lnTo>
                    <a:pt x="3113142" y="2103316"/>
                  </a:lnTo>
                  <a:lnTo>
                    <a:pt x="3161715" y="2118002"/>
                  </a:lnTo>
                  <a:lnTo>
                    <a:pt x="3210448" y="2132315"/>
                  </a:lnTo>
                  <a:lnTo>
                    <a:pt x="3259341" y="2146253"/>
                  </a:lnTo>
                  <a:lnTo>
                    <a:pt x="3308391" y="2159815"/>
                  </a:lnTo>
                  <a:lnTo>
                    <a:pt x="3357597" y="2172999"/>
                  </a:lnTo>
                  <a:lnTo>
                    <a:pt x="3406957" y="2185804"/>
                  </a:lnTo>
                  <a:lnTo>
                    <a:pt x="3456469" y="2198227"/>
                  </a:lnTo>
                  <a:lnTo>
                    <a:pt x="3506132" y="2210268"/>
                  </a:lnTo>
                  <a:lnTo>
                    <a:pt x="3555944" y="2221924"/>
                  </a:lnTo>
                  <a:lnTo>
                    <a:pt x="3605904" y="2233194"/>
                  </a:lnTo>
                  <a:lnTo>
                    <a:pt x="3656009" y="2244076"/>
                  </a:lnTo>
                  <a:lnTo>
                    <a:pt x="3706259" y="2254568"/>
                  </a:lnTo>
                  <a:lnTo>
                    <a:pt x="3756651" y="2264669"/>
                  </a:lnTo>
                  <a:lnTo>
                    <a:pt x="3807184" y="2274378"/>
                  </a:lnTo>
                  <a:lnTo>
                    <a:pt x="3857856" y="2283692"/>
                  </a:lnTo>
                  <a:lnTo>
                    <a:pt x="3908665" y="2292609"/>
                  </a:lnTo>
                  <a:lnTo>
                    <a:pt x="3959611" y="2301130"/>
                  </a:lnTo>
                  <a:lnTo>
                    <a:pt x="4010690" y="2309250"/>
                  </a:lnTo>
                  <a:lnTo>
                    <a:pt x="4061902" y="2316970"/>
                  </a:lnTo>
                  <a:lnTo>
                    <a:pt x="4113245" y="2324286"/>
                  </a:lnTo>
                  <a:lnTo>
                    <a:pt x="4164717" y="2331199"/>
                  </a:lnTo>
                  <a:lnTo>
                    <a:pt x="4216317" y="2337705"/>
                  </a:lnTo>
                  <a:lnTo>
                    <a:pt x="4268043" y="2343803"/>
                  </a:lnTo>
                  <a:lnTo>
                    <a:pt x="4319893" y="2349492"/>
                  </a:lnTo>
                  <a:lnTo>
                    <a:pt x="4371865" y="2354770"/>
                  </a:lnTo>
                  <a:lnTo>
                    <a:pt x="4423958" y="2359636"/>
                  </a:lnTo>
                  <a:lnTo>
                    <a:pt x="4476171" y="2364086"/>
                  </a:lnTo>
                  <a:lnTo>
                    <a:pt x="4528501" y="2368121"/>
                  </a:lnTo>
                  <a:lnTo>
                    <a:pt x="4580947" y="2371739"/>
                  </a:lnTo>
                  <a:lnTo>
                    <a:pt x="4633507" y="2374936"/>
                  </a:lnTo>
                  <a:lnTo>
                    <a:pt x="4686180" y="2377713"/>
                  </a:lnTo>
                  <a:lnTo>
                    <a:pt x="4738964" y="2380067"/>
                  </a:lnTo>
                  <a:lnTo>
                    <a:pt x="4791858" y="2381997"/>
                  </a:lnTo>
                  <a:lnTo>
                    <a:pt x="4844859" y="2383501"/>
                  </a:lnTo>
                  <a:lnTo>
                    <a:pt x="4897966" y="2384577"/>
                  </a:lnTo>
                  <a:lnTo>
                    <a:pt x="4951177" y="2385224"/>
                  </a:lnTo>
                  <a:lnTo>
                    <a:pt x="5004491" y="2385441"/>
                  </a:lnTo>
                  <a:lnTo>
                    <a:pt x="5057805" y="2385224"/>
                  </a:lnTo>
                  <a:lnTo>
                    <a:pt x="5111016" y="2384577"/>
                  </a:lnTo>
                  <a:lnTo>
                    <a:pt x="5164123" y="2383501"/>
                  </a:lnTo>
                  <a:lnTo>
                    <a:pt x="5217124" y="2381997"/>
                  </a:lnTo>
                  <a:lnTo>
                    <a:pt x="5270017" y="2380067"/>
                  </a:lnTo>
                  <a:lnTo>
                    <a:pt x="5322801" y="2377713"/>
                  </a:lnTo>
                  <a:lnTo>
                    <a:pt x="5375475" y="2374936"/>
                  </a:lnTo>
                  <a:lnTo>
                    <a:pt x="5428035" y="2371739"/>
                  </a:lnTo>
                  <a:lnTo>
                    <a:pt x="5480481" y="2368121"/>
                  </a:lnTo>
                  <a:lnTo>
                    <a:pt x="5532811" y="2364086"/>
                  </a:lnTo>
                  <a:lnTo>
                    <a:pt x="5585024" y="2359636"/>
                  </a:lnTo>
                  <a:lnTo>
                    <a:pt x="5637117" y="2354770"/>
                  </a:lnTo>
                  <a:lnTo>
                    <a:pt x="5689089" y="2349492"/>
                  </a:lnTo>
                  <a:lnTo>
                    <a:pt x="5740939" y="2343803"/>
                  </a:lnTo>
                  <a:lnTo>
                    <a:pt x="5792665" y="2337705"/>
                  </a:lnTo>
                  <a:lnTo>
                    <a:pt x="5844265" y="2331199"/>
                  </a:lnTo>
                  <a:lnTo>
                    <a:pt x="5895737" y="2324286"/>
                  </a:lnTo>
                  <a:lnTo>
                    <a:pt x="5947080" y="2316970"/>
                  </a:lnTo>
                  <a:lnTo>
                    <a:pt x="5998292" y="2309250"/>
                  </a:lnTo>
                  <a:lnTo>
                    <a:pt x="6049371" y="2301130"/>
                  </a:lnTo>
                  <a:lnTo>
                    <a:pt x="6100317" y="2292609"/>
                  </a:lnTo>
                  <a:lnTo>
                    <a:pt x="6151126" y="2283692"/>
                  </a:lnTo>
                  <a:lnTo>
                    <a:pt x="6201798" y="2274378"/>
                  </a:lnTo>
                  <a:lnTo>
                    <a:pt x="6252331" y="2264669"/>
                  </a:lnTo>
                  <a:lnTo>
                    <a:pt x="6302723" y="2254568"/>
                  </a:lnTo>
                  <a:lnTo>
                    <a:pt x="6352973" y="2244076"/>
                  </a:lnTo>
                  <a:lnTo>
                    <a:pt x="6403078" y="2233194"/>
                  </a:lnTo>
                  <a:lnTo>
                    <a:pt x="6453038" y="2221924"/>
                  </a:lnTo>
                  <a:lnTo>
                    <a:pt x="6502850" y="2210268"/>
                  </a:lnTo>
                  <a:lnTo>
                    <a:pt x="6552513" y="2198227"/>
                  </a:lnTo>
                  <a:lnTo>
                    <a:pt x="6602025" y="2185804"/>
                  </a:lnTo>
                  <a:lnTo>
                    <a:pt x="6651385" y="2172999"/>
                  </a:lnTo>
                  <a:lnTo>
                    <a:pt x="6700591" y="2159815"/>
                  </a:lnTo>
                  <a:lnTo>
                    <a:pt x="6749641" y="2146253"/>
                  </a:lnTo>
                  <a:lnTo>
                    <a:pt x="6798534" y="2132315"/>
                  </a:lnTo>
                  <a:lnTo>
                    <a:pt x="6847267" y="2118002"/>
                  </a:lnTo>
                  <a:lnTo>
                    <a:pt x="6895840" y="2103316"/>
                  </a:lnTo>
                  <a:lnTo>
                    <a:pt x="6944251" y="2088259"/>
                  </a:lnTo>
                  <a:lnTo>
                    <a:pt x="6992497" y="2072832"/>
                  </a:lnTo>
                  <a:lnTo>
                    <a:pt x="7040578" y="2057038"/>
                  </a:lnTo>
                  <a:lnTo>
                    <a:pt x="7088492" y="2040877"/>
                  </a:lnTo>
                  <a:lnTo>
                    <a:pt x="7136236" y="2024351"/>
                  </a:lnTo>
                  <a:lnTo>
                    <a:pt x="7183810" y="2007463"/>
                  </a:lnTo>
                  <a:lnTo>
                    <a:pt x="7231212" y="1990213"/>
                  </a:lnTo>
                  <a:lnTo>
                    <a:pt x="7278439" y="1972603"/>
                  </a:lnTo>
                  <a:lnTo>
                    <a:pt x="7325491" y="1954636"/>
                  </a:lnTo>
                  <a:lnTo>
                    <a:pt x="7372366" y="1936312"/>
                  </a:lnTo>
                  <a:lnTo>
                    <a:pt x="7419062" y="1917633"/>
                  </a:lnTo>
                  <a:lnTo>
                    <a:pt x="7465577" y="1898602"/>
                  </a:lnTo>
                  <a:lnTo>
                    <a:pt x="7511910" y="1879219"/>
                  </a:lnTo>
                  <a:lnTo>
                    <a:pt x="7558058" y="1859486"/>
                  </a:lnTo>
                  <a:lnTo>
                    <a:pt x="7604022" y="1839405"/>
                  </a:lnTo>
                  <a:lnTo>
                    <a:pt x="7649798" y="1818978"/>
                  </a:lnTo>
                  <a:lnTo>
                    <a:pt x="7695385" y="1798206"/>
                  </a:lnTo>
                  <a:lnTo>
                    <a:pt x="7740782" y="1777091"/>
                  </a:lnTo>
                  <a:lnTo>
                    <a:pt x="7785986" y="1755634"/>
                  </a:lnTo>
                  <a:lnTo>
                    <a:pt x="7830997" y="1733838"/>
                  </a:lnTo>
                  <a:lnTo>
                    <a:pt x="7875812" y="1711704"/>
                  </a:lnTo>
                  <a:lnTo>
                    <a:pt x="7920429" y="1689233"/>
                  </a:lnTo>
                  <a:lnTo>
                    <a:pt x="7964848" y="1666427"/>
                  </a:lnTo>
                  <a:lnTo>
                    <a:pt x="8009067" y="1643288"/>
                  </a:lnTo>
                  <a:lnTo>
                    <a:pt x="8053083" y="1619818"/>
                  </a:lnTo>
                  <a:lnTo>
                    <a:pt x="8096896" y="1596018"/>
                  </a:lnTo>
                  <a:lnTo>
                    <a:pt x="8140503" y="1571890"/>
                  </a:lnTo>
                  <a:lnTo>
                    <a:pt x="8183903" y="1547435"/>
                  </a:lnTo>
                  <a:lnTo>
                    <a:pt x="8227094" y="1522655"/>
                  </a:lnTo>
                  <a:lnTo>
                    <a:pt x="8270074" y="1497553"/>
                  </a:lnTo>
                  <a:lnTo>
                    <a:pt x="8312843" y="1472128"/>
                  </a:lnTo>
                  <a:lnTo>
                    <a:pt x="8355398" y="1446384"/>
                  </a:lnTo>
                  <a:lnTo>
                    <a:pt x="8397737" y="1420322"/>
                  </a:lnTo>
                  <a:lnTo>
                    <a:pt x="8439859" y="1393943"/>
                  </a:lnTo>
                  <a:lnTo>
                    <a:pt x="8481763" y="1367249"/>
                  </a:lnTo>
                  <a:lnTo>
                    <a:pt x="8523446" y="1340242"/>
                  </a:lnTo>
                  <a:lnTo>
                    <a:pt x="8564907" y="1312923"/>
                  </a:lnTo>
                  <a:lnTo>
                    <a:pt x="8606144" y="1285294"/>
                  </a:lnTo>
                  <a:lnTo>
                    <a:pt x="8647156" y="1257357"/>
                  </a:lnTo>
                  <a:lnTo>
                    <a:pt x="8687941" y="1229113"/>
                  </a:lnTo>
                  <a:lnTo>
                    <a:pt x="8728497" y="1200565"/>
                  </a:lnTo>
                  <a:lnTo>
                    <a:pt x="8768823" y="1171713"/>
                  </a:lnTo>
                  <a:lnTo>
                    <a:pt x="8808917" y="1142560"/>
                  </a:lnTo>
                  <a:lnTo>
                    <a:pt x="8848777" y="1113106"/>
                  </a:lnTo>
                  <a:lnTo>
                    <a:pt x="8888402" y="1083354"/>
                  </a:lnTo>
                  <a:lnTo>
                    <a:pt x="8927790" y="1053306"/>
                  </a:lnTo>
                  <a:lnTo>
                    <a:pt x="8966940" y="1022962"/>
                  </a:lnTo>
                  <a:lnTo>
                    <a:pt x="9005849" y="992325"/>
                  </a:lnTo>
                  <a:lnTo>
                    <a:pt x="9044516" y="961397"/>
                  </a:lnTo>
                  <a:lnTo>
                    <a:pt x="9082939" y="930178"/>
                  </a:lnTo>
                  <a:lnTo>
                    <a:pt x="9121117" y="898671"/>
                  </a:lnTo>
                  <a:lnTo>
                    <a:pt x="9159048" y="866877"/>
                  </a:lnTo>
                  <a:lnTo>
                    <a:pt x="9196731" y="834799"/>
                  </a:lnTo>
                  <a:lnTo>
                    <a:pt x="9234163" y="802436"/>
                  </a:lnTo>
                  <a:lnTo>
                    <a:pt x="9271344" y="769793"/>
                  </a:lnTo>
                  <a:lnTo>
                    <a:pt x="9308271" y="736868"/>
                  </a:lnTo>
                  <a:lnTo>
                    <a:pt x="9344943" y="703666"/>
                  </a:lnTo>
                  <a:lnTo>
                    <a:pt x="9381358" y="670187"/>
                  </a:lnTo>
                  <a:lnTo>
                    <a:pt x="9417514" y="636432"/>
                  </a:lnTo>
                  <a:lnTo>
                    <a:pt x="9453410" y="602405"/>
                  </a:lnTo>
                  <a:lnTo>
                    <a:pt x="9489044" y="568105"/>
                  </a:lnTo>
                  <a:lnTo>
                    <a:pt x="9524415" y="533535"/>
                  </a:lnTo>
                  <a:lnTo>
                    <a:pt x="9559521" y="498697"/>
                  </a:lnTo>
                  <a:lnTo>
                    <a:pt x="9594359" y="463592"/>
                  </a:lnTo>
                  <a:lnTo>
                    <a:pt x="9628930" y="428221"/>
                  </a:lnTo>
                  <a:lnTo>
                    <a:pt x="9663230" y="392587"/>
                  </a:lnTo>
                  <a:lnTo>
                    <a:pt x="9697258" y="356692"/>
                  </a:lnTo>
                  <a:lnTo>
                    <a:pt x="9731013" y="320536"/>
                  </a:lnTo>
                  <a:lnTo>
                    <a:pt x="9764493" y="284121"/>
                  </a:lnTo>
                  <a:lnTo>
                    <a:pt x="9797696" y="247450"/>
                  </a:lnTo>
                  <a:lnTo>
                    <a:pt x="9830620" y="210524"/>
                  </a:lnTo>
                  <a:lnTo>
                    <a:pt x="9863265" y="173344"/>
                  </a:lnTo>
                  <a:lnTo>
                    <a:pt x="9895628" y="135911"/>
                  </a:lnTo>
                  <a:lnTo>
                    <a:pt x="9927707" y="98229"/>
                  </a:lnTo>
                  <a:lnTo>
                    <a:pt x="9959501" y="60298"/>
                  </a:lnTo>
                  <a:lnTo>
                    <a:pt x="9991009" y="22120"/>
                  </a:lnTo>
                  <a:lnTo>
                    <a:pt x="10008982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499488" y="0"/>
              <a:ext cx="7289165" cy="1397000"/>
            </a:xfrm>
            <a:custGeom>
              <a:avLst/>
              <a:gdLst/>
              <a:ahLst/>
              <a:cxnLst/>
              <a:rect l="l" t="t" r="r" b="b"/>
              <a:pathLst>
                <a:path w="7289165" h="1397000">
                  <a:moveTo>
                    <a:pt x="7289022" y="0"/>
                  </a:moveTo>
                  <a:lnTo>
                    <a:pt x="0" y="0"/>
                  </a:lnTo>
                  <a:lnTo>
                    <a:pt x="33241" y="29645"/>
                  </a:lnTo>
                  <a:lnTo>
                    <a:pt x="66914" y="59186"/>
                  </a:lnTo>
                  <a:lnTo>
                    <a:pt x="100832" y="88453"/>
                  </a:lnTo>
                  <a:lnTo>
                    <a:pt x="134991" y="117446"/>
                  </a:lnTo>
                  <a:lnTo>
                    <a:pt x="169391" y="146163"/>
                  </a:lnTo>
                  <a:lnTo>
                    <a:pt x="204030" y="174602"/>
                  </a:lnTo>
                  <a:lnTo>
                    <a:pt x="238905" y="202760"/>
                  </a:lnTo>
                  <a:lnTo>
                    <a:pt x="274016" y="230638"/>
                  </a:lnTo>
                  <a:lnTo>
                    <a:pt x="309360" y="258231"/>
                  </a:lnTo>
                  <a:lnTo>
                    <a:pt x="344936" y="285540"/>
                  </a:lnTo>
                  <a:lnTo>
                    <a:pt x="380742" y="312563"/>
                  </a:lnTo>
                  <a:lnTo>
                    <a:pt x="416776" y="339296"/>
                  </a:lnTo>
                  <a:lnTo>
                    <a:pt x="453037" y="365740"/>
                  </a:lnTo>
                  <a:lnTo>
                    <a:pt x="489523" y="391892"/>
                  </a:lnTo>
                  <a:lnTo>
                    <a:pt x="526232" y="417750"/>
                  </a:lnTo>
                  <a:lnTo>
                    <a:pt x="563162" y="443313"/>
                  </a:lnTo>
                  <a:lnTo>
                    <a:pt x="600312" y="468579"/>
                  </a:lnTo>
                  <a:lnTo>
                    <a:pt x="637680" y="493546"/>
                  </a:lnTo>
                  <a:lnTo>
                    <a:pt x="675265" y="518213"/>
                  </a:lnTo>
                  <a:lnTo>
                    <a:pt x="713064" y="542578"/>
                  </a:lnTo>
                  <a:lnTo>
                    <a:pt x="751076" y="566639"/>
                  </a:lnTo>
                  <a:lnTo>
                    <a:pt x="789299" y="590394"/>
                  </a:lnTo>
                  <a:lnTo>
                    <a:pt x="827732" y="613842"/>
                  </a:lnTo>
                  <a:lnTo>
                    <a:pt x="866372" y="636980"/>
                  </a:lnTo>
                  <a:lnTo>
                    <a:pt x="905218" y="659809"/>
                  </a:lnTo>
                  <a:lnTo>
                    <a:pt x="944269" y="682324"/>
                  </a:lnTo>
                  <a:lnTo>
                    <a:pt x="983522" y="704526"/>
                  </a:lnTo>
                  <a:lnTo>
                    <a:pt x="1022976" y="726411"/>
                  </a:lnTo>
                  <a:lnTo>
                    <a:pt x="1062629" y="747979"/>
                  </a:lnTo>
                  <a:lnTo>
                    <a:pt x="1102480" y="769228"/>
                  </a:lnTo>
                  <a:lnTo>
                    <a:pt x="1142526" y="790156"/>
                  </a:lnTo>
                  <a:lnTo>
                    <a:pt x="1182767" y="810761"/>
                  </a:lnTo>
                  <a:lnTo>
                    <a:pt x="1223199" y="831041"/>
                  </a:lnTo>
                  <a:lnTo>
                    <a:pt x="1263822" y="850995"/>
                  </a:lnTo>
                  <a:lnTo>
                    <a:pt x="1304634" y="870621"/>
                  </a:lnTo>
                  <a:lnTo>
                    <a:pt x="1345634" y="889918"/>
                  </a:lnTo>
                  <a:lnTo>
                    <a:pt x="1386818" y="908884"/>
                  </a:lnTo>
                  <a:lnTo>
                    <a:pt x="1428187" y="927516"/>
                  </a:lnTo>
                  <a:lnTo>
                    <a:pt x="1469737" y="945813"/>
                  </a:lnTo>
                  <a:lnTo>
                    <a:pt x="1511467" y="963774"/>
                  </a:lnTo>
                  <a:lnTo>
                    <a:pt x="1553376" y="981397"/>
                  </a:lnTo>
                  <a:lnTo>
                    <a:pt x="1595462" y="998680"/>
                  </a:lnTo>
                  <a:lnTo>
                    <a:pt x="1637723" y="1015621"/>
                  </a:lnTo>
                  <a:lnTo>
                    <a:pt x="1680158" y="1032219"/>
                  </a:lnTo>
                  <a:lnTo>
                    <a:pt x="1722764" y="1048472"/>
                  </a:lnTo>
                  <a:lnTo>
                    <a:pt x="1765540" y="1064378"/>
                  </a:lnTo>
                  <a:lnTo>
                    <a:pt x="1808484" y="1079935"/>
                  </a:lnTo>
                  <a:lnTo>
                    <a:pt x="1851595" y="1095143"/>
                  </a:lnTo>
                  <a:lnTo>
                    <a:pt x="1894871" y="1109998"/>
                  </a:lnTo>
                  <a:lnTo>
                    <a:pt x="1938309" y="1124500"/>
                  </a:lnTo>
                  <a:lnTo>
                    <a:pt x="1981909" y="1138646"/>
                  </a:lnTo>
                  <a:lnTo>
                    <a:pt x="2025669" y="1152435"/>
                  </a:lnTo>
                  <a:lnTo>
                    <a:pt x="2069587" y="1165865"/>
                  </a:lnTo>
                  <a:lnTo>
                    <a:pt x="2113661" y="1178935"/>
                  </a:lnTo>
                  <a:lnTo>
                    <a:pt x="2157889" y="1191643"/>
                  </a:lnTo>
                  <a:lnTo>
                    <a:pt x="2202271" y="1203986"/>
                  </a:lnTo>
                  <a:lnTo>
                    <a:pt x="2246803" y="1215964"/>
                  </a:lnTo>
                  <a:lnTo>
                    <a:pt x="2291485" y="1227575"/>
                  </a:lnTo>
                  <a:lnTo>
                    <a:pt x="2336314" y="1238816"/>
                  </a:lnTo>
                  <a:lnTo>
                    <a:pt x="2381289" y="1249687"/>
                  </a:lnTo>
                  <a:lnTo>
                    <a:pt x="2426409" y="1260185"/>
                  </a:lnTo>
                  <a:lnTo>
                    <a:pt x="2471671" y="1270309"/>
                  </a:lnTo>
                  <a:lnTo>
                    <a:pt x="2517074" y="1280057"/>
                  </a:lnTo>
                  <a:lnTo>
                    <a:pt x="2562615" y="1289427"/>
                  </a:lnTo>
                  <a:lnTo>
                    <a:pt x="2608295" y="1298417"/>
                  </a:lnTo>
                  <a:lnTo>
                    <a:pt x="2654109" y="1307027"/>
                  </a:lnTo>
                  <a:lnTo>
                    <a:pt x="2700058" y="1315254"/>
                  </a:lnTo>
                  <a:lnTo>
                    <a:pt x="2746139" y="1323096"/>
                  </a:lnTo>
                  <a:lnTo>
                    <a:pt x="2792351" y="1330552"/>
                  </a:lnTo>
                  <a:lnTo>
                    <a:pt x="2838691" y="1337620"/>
                  </a:lnTo>
                  <a:lnTo>
                    <a:pt x="2885158" y="1344298"/>
                  </a:lnTo>
                  <a:lnTo>
                    <a:pt x="2931750" y="1350584"/>
                  </a:lnTo>
                  <a:lnTo>
                    <a:pt x="2978467" y="1356478"/>
                  </a:lnTo>
                  <a:lnTo>
                    <a:pt x="3025305" y="1361977"/>
                  </a:lnTo>
                  <a:lnTo>
                    <a:pt x="3072263" y="1367079"/>
                  </a:lnTo>
                  <a:lnTo>
                    <a:pt x="3119340" y="1371783"/>
                  </a:lnTo>
                  <a:lnTo>
                    <a:pt x="3166533" y="1376086"/>
                  </a:lnTo>
                  <a:lnTo>
                    <a:pt x="3213841" y="1379988"/>
                  </a:lnTo>
                  <a:lnTo>
                    <a:pt x="3261263" y="1383487"/>
                  </a:lnTo>
                  <a:lnTo>
                    <a:pt x="3308797" y="1386580"/>
                  </a:lnTo>
                  <a:lnTo>
                    <a:pt x="3356440" y="1389267"/>
                  </a:lnTo>
                  <a:lnTo>
                    <a:pt x="3404191" y="1391545"/>
                  </a:lnTo>
                  <a:lnTo>
                    <a:pt x="3452049" y="1393413"/>
                  </a:lnTo>
                  <a:lnTo>
                    <a:pt x="3500012" y="1394868"/>
                  </a:lnTo>
                  <a:lnTo>
                    <a:pt x="3548077" y="1395910"/>
                  </a:lnTo>
                  <a:lnTo>
                    <a:pt x="3596244" y="1396536"/>
                  </a:lnTo>
                  <a:lnTo>
                    <a:pt x="3644511" y="1396746"/>
                  </a:lnTo>
                  <a:lnTo>
                    <a:pt x="3692777" y="1396536"/>
                  </a:lnTo>
                  <a:lnTo>
                    <a:pt x="3740944" y="1395910"/>
                  </a:lnTo>
                  <a:lnTo>
                    <a:pt x="3789010" y="1394868"/>
                  </a:lnTo>
                  <a:lnTo>
                    <a:pt x="3836972" y="1393413"/>
                  </a:lnTo>
                  <a:lnTo>
                    <a:pt x="3884830" y="1391545"/>
                  </a:lnTo>
                  <a:lnTo>
                    <a:pt x="3932581" y="1389267"/>
                  </a:lnTo>
                  <a:lnTo>
                    <a:pt x="3980225" y="1386580"/>
                  </a:lnTo>
                  <a:lnTo>
                    <a:pt x="4027758" y="1383487"/>
                  </a:lnTo>
                  <a:lnTo>
                    <a:pt x="4075180" y="1379988"/>
                  </a:lnTo>
                  <a:lnTo>
                    <a:pt x="4122488" y="1376086"/>
                  </a:lnTo>
                  <a:lnTo>
                    <a:pt x="4169682" y="1371783"/>
                  </a:lnTo>
                  <a:lnTo>
                    <a:pt x="4216758" y="1367079"/>
                  </a:lnTo>
                  <a:lnTo>
                    <a:pt x="4263717" y="1361977"/>
                  </a:lnTo>
                  <a:lnTo>
                    <a:pt x="4310555" y="1356478"/>
                  </a:lnTo>
                  <a:lnTo>
                    <a:pt x="4357271" y="1350584"/>
                  </a:lnTo>
                  <a:lnTo>
                    <a:pt x="4403863" y="1344298"/>
                  </a:lnTo>
                  <a:lnTo>
                    <a:pt x="4450331" y="1337620"/>
                  </a:lnTo>
                  <a:lnTo>
                    <a:pt x="4496671" y="1330552"/>
                  </a:lnTo>
                  <a:lnTo>
                    <a:pt x="4542882" y="1323096"/>
                  </a:lnTo>
                  <a:lnTo>
                    <a:pt x="4588963" y="1315254"/>
                  </a:lnTo>
                  <a:lnTo>
                    <a:pt x="4634912" y="1307027"/>
                  </a:lnTo>
                  <a:lnTo>
                    <a:pt x="4680727" y="1298417"/>
                  </a:lnTo>
                  <a:lnTo>
                    <a:pt x="4726406" y="1289427"/>
                  </a:lnTo>
                  <a:lnTo>
                    <a:pt x="4771948" y="1280057"/>
                  </a:lnTo>
                  <a:lnTo>
                    <a:pt x="4817350" y="1270309"/>
                  </a:lnTo>
                  <a:lnTo>
                    <a:pt x="4862612" y="1260185"/>
                  </a:lnTo>
                  <a:lnTo>
                    <a:pt x="4907732" y="1249687"/>
                  </a:lnTo>
                  <a:lnTo>
                    <a:pt x="4952707" y="1238816"/>
                  </a:lnTo>
                  <a:lnTo>
                    <a:pt x="4997537" y="1227575"/>
                  </a:lnTo>
                  <a:lnTo>
                    <a:pt x="5042218" y="1215964"/>
                  </a:lnTo>
                  <a:lnTo>
                    <a:pt x="5086751" y="1203986"/>
                  </a:lnTo>
                  <a:lnTo>
                    <a:pt x="5131132" y="1191643"/>
                  </a:lnTo>
                  <a:lnTo>
                    <a:pt x="5175360" y="1178935"/>
                  </a:lnTo>
                  <a:lnTo>
                    <a:pt x="5219434" y="1165865"/>
                  </a:lnTo>
                  <a:lnTo>
                    <a:pt x="5263352" y="1152435"/>
                  </a:lnTo>
                  <a:lnTo>
                    <a:pt x="5307112" y="1138646"/>
                  </a:lnTo>
                  <a:lnTo>
                    <a:pt x="5350712" y="1124500"/>
                  </a:lnTo>
                  <a:lnTo>
                    <a:pt x="5394151" y="1109998"/>
                  </a:lnTo>
                  <a:lnTo>
                    <a:pt x="5437426" y="1095143"/>
                  </a:lnTo>
                  <a:lnTo>
                    <a:pt x="5480537" y="1079935"/>
                  </a:lnTo>
                  <a:lnTo>
                    <a:pt x="5523481" y="1064378"/>
                  </a:lnTo>
                  <a:lnTo>
                    <a:pt x="5566258" y="1048472"/>
                  </a:lnTo>
                  <a:lnTo>
                    <a:pt x="5608864" y="1032219"/>
                  </a:lnTo>
                  <a:lnTo>
                    <a:pt x="5651298" y="1015621"/>
                  </a:lnTo>
                  <a:lnTo>
                    <a:pt x="5693559" y="998680"/>
                  </a:lnTo>
                  <a:lnTo>
                    <a:pt x="5735645" y="981397"/>
                  </a:lnTo>
                  <a:lnTo>
                    <a:pt x="5777554" y="963774"/>
                  </a:lnTo>
                  <a:lnTo>
                    <a:pt x="5819285" y="945813"/>
                  </a:lnTo>
                  <a:lnTo>
                    <a:pt x="5860835" y="927516"/>
                  </a:lnTo>
                  <a:lnTo>
                    <a:pt x="5902203" y="908884"/>
                  </a:lnTo>
                  <a:lnTo>
                    <a:pt x="5943388" y="889918"/>
                  </a:lnTo>
                  <a:lnTo>
                    <a:pt x="5984387" y="870621"/>
                  </a:lnTo>
                  <a:lnTo>
                    <a:pt x="6025199" y="850995"/>
                  </a:lnTo>
                  <a:lnTo>
                    <a:pt x="6065822" y="831041"/>
                  </a:lnTo>
                  <a:lnTo>
                    <a:pt x="6106255" y="810761"/>
                  </a:lnTo>
                  <a:lnTo>
                    <a:pt x="6146495" y="790156"/>
                  </a:lnTo>
                  <a:lnTo>
                    <a:pt x="6186541" y="769228"/>
                  </a:lnTo>
                  <a:lnTo>
                    <a:pt x="6226392" y="747979"/>
                  </a:lnTo>
                  <a:lnTo>
                    <a:pt x="6266045" y="726411"/>
                  </a:lnTo>
                  <a:lnTo>
                    <a:pt x="6305499" y="704526"/>
                  </a:lnTo>
                  <a:lnTo>
                    <a:pt x="6344753" y="682324"/>
                  </a:lnTo>
                  <a:lnTo>
                    <a:pt x="6383803" y="659809"/>
                  </a:lnTo>
                  <a:lnTo>
                    <a:pt x="6422649" y="636980"/>
                  </a:lnTo>
                  <a:lnTo>
                    <a:pt x="6461290" y="613842"/>
                  </a:lnTo>
                  <a:lnTo>
                    <a:pt x="6499722" y="590394"/>
                  </a:lnTo>
                  <a:lnTo>
                    <a:pt x="6537945" y="566639"/>
                  </a:lnTo>
                  <a:lnTo>
                    <a:pt x="6575957" y="542578"/>
                  </a:lnTo>
                  <a:lnTo>
                    <a:pt x="6613757" y="518213"/>
                  </a:lnTo>
                  <a:lnTo>
                    <a:pt x="6651341" y="493546"/>
                  </a:lnTo>
                  <a:lnTo>
                    <a:pt x="6688709" y="468579"/>
                  </a:lnTo>
                  <a:lnTo>
                    <a:pt x="6725859" y="443313"/>
                  </a:lnTo>
                  <a:lnTo>
                    <a:pt x="6762790" y="417750"/>
                  </a:lnTo>
                  <a:lnTo>
                    <a:pt x="6799499" y="391892"/>
                  </a:lnTo>
                  <a:lnTo>
                    <a:pt x="6835984" y="365740"/>
                  </a:lnTo>
                  <a:lnTo>
                    <a:pt x="6872245" y="339296"/>
                  </a:lnTo>
                  <a:lnTo>
                    <a:pt x="6908280" y="312563"/>
                  </a:lnTo>
                  <a:lnTo>
                    <a:pt x="6944085" y="285540"/>
                  </a:lnTo>
                  <a:lnTo>
                    <a:pt x="6979661" y="258231"/>
                  </a:lnTo>
                  <a:lnTo>
                    <a:pt x="7015005" y="230638"/>
                  </a:lnTo>
                  <a:lnTo>
                    <a:pt x="7050116" y="202760"/>
                  </a:lnTo>
                  <a:lnTo>
                    <a:pt x="7084991" y="174602"/>
                  </a:lnTo>
                  <a:lnTo>
                    <a:pt x="7119630" y="146163"/>
                  </a:lnTo>
                  <a:lnTo>
                    <a:pt x="7154030" y="117446"/>
                  </a:lnTo>
                  <a:lnTo>
                    <a:pt x="7188189" y="88453"/>
                  </a:lnTo>
                  <a:lnTo>
                    <a:pt x="7222107" y="59186"/>
                  </a:lnTo>
                  <a:lnTo>
                    <a:pt x="7255781" y="29645"/>
                  </a:lnTo>
                  <a:lnTo>
                    <a:pt x="72890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/>
          <p:nvPr/>
        </p:nvSpPr>
        <p:spPr>
          <a:xfrm>
            <a:off x="17491837" y="8458454"/>
            <a:ext cx="796290" cy="800100"/>
          </a:xfrm>
          <a:custGeom>
            <a:avLst/>
            <a:gdLst/>
            <a:ahLst/>
            <a:cxnLst/>
            <a:rect l="l" t="t" r="r" b="b"/>
            <a:pathLst>
              <a:path w="796290" h="800100">
                <a:moveTo>
                  <a:pt x="796163" y="0"/>
                </a:moveTo>
                <a:lnTo>
                  <a:pt x="80009" y="0"/>
                </a:lnTo>
                <a:lnTo>
                  <a:pt x="64337" y="1543"/>
                </a:lnTo>
                <a:lnTo>
                  <a:pt x="23368" y="23368"/>
                </a:lnTo>
                <a:lnTo>
                  <a:pt x="1543" y="64337"/>
                </a:lnTo>
                <a:lnTo>
                  <a:pt x="0" y="80010"/>
                </a:lnTo>
                <a:lnTo>
                  <a:pt x="0" y="719797"/>
                </a:lnTo>
                <a:lnTo>
                  <a:pt x="13394" y="764210"/>
                </a:lnTo>
                <a:lnTo>
                  <a:pt x="49403" y="793753"/>
                </a:lnTo>
                <a:lnTo>
                  <a:pt x="80009" y="799846"/>
                </a:lnTo>
                <a:lnTo>
                  <a:pt x="796163" y="799846"/>
                </a:lnTo>
                <a:lnTo>
                  <a:pt x="796163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9" name="object 5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751944" y="4181094"/>
            <a:ext cx="3133852" cy="1828038"/>
          </a:xfrm>
          <a:prstGeom prst="rect">
            <a:avLst/>
          </a:prstGeom>
        </p:spPr>
      </p:pic>
      <p:sp>
        <p:nvSpPr>
          <p:cNvPr id="60" name="object 60"/>
          <p:cNvSpPr/>
          <p:nvPr/>
        </p:nvSpPr>
        <p:spPr>
          <a:xfrm>
            <a:off x="1009108" y="392164"/>
            <a:ext cx="13335" cy="536575"/>
          </a:xfrm>
          <a:custGeom>
            <a:avLst/>
            <a:gdLst/>
            <a:ahLst/>
            <a:cxnLst/>
            <a:rect l="l" t="t" r="r" b="b"/>
            <a:pathLst>
              <a:path w="13334" h="536575">
                <a:moveTo>
                  <a:pt x="12864" y="0"/>
                </a:moveTo>
                <a:lnTo>
                  <a:pt x="0" y="0"/>
                </a:lnTo>
                <a:lnTo>
                  <a:pt x="0" y="536202"/>
                </a:lnTo>
                <a:lnTo>
                  <a:pt x="12864" y="536202"/>
                </a:lnTo>
                <a:lnTo>
                  <a:pt x="12864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1" name="object 6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81661" y="534419"/>
            <a:ext cx="1009376" cy="266384"/>
          </a:xfrm>
          <a:prstGeom prst="rect">
            <a:avLst/>
          </a:prstGeom>
        </p:spPr>
      </p:pic>
      <p:sp>
        <p:nvSpPr>
          <p:cNvPr id="62" name="object 62"/>
          <p:cNvSpPr/>
          <p:nvPr/>
        </p:nvSpPr>
        <p:spPr>
          <a:xfrm>
            <a:off x="652747" y="444188"/>
            <a:ext cx="263525" cy="452755"/>
          </a:xfrm>
          <a:custGeom>
            <a:avLst/>
            <a:gdLst/>
            <a:ahLst/>
            <a:cxnLst/>
            <a:rect l="l" t="t" r="r" b="b"/>
            <a:pathLst>
              <a:path w="263525" h="452755">
                <a:moveTo>
                  <a:pt x="132977" y="206963"/>
                </a:moveTo>
                <a:lnTo>
                  <a:pt x="123364" y="210579"/>
                </a:lnTo>
                <a:lnTo>
                  <a:pt x="119459" y="214194"/>
                </a:lnTo>
                <a:lnTo>
                  <a:pt x="117356" y="218713"/>
                </a:lnTo>
                <a:lnTo>
                  <a:pt x="114052" y="225943"/>
                </a:lnTo>
                <a:lnTo>
                  <a:pt x="115387" y="233173"/>
                </a:lnTo>
                <a:lnTo>
                  <a:pt x="115498" y="233776"/>
                </a:lnTo>
                <a:lnTo>
                  <a:pt x="115554" y="234077"/>
                </a:lnTo>
                <a:lnTo>
                  <a:pt x="120661" y="239500"/>
                </a:lnTo>
                <a:lnTo>
                  <a:pt x="93727" y="288404"/>
                </a:lnTo>
                <a:lnTo>
                  <a:pt x="73271" y="334963"/>
                </a:lnTo>
                <a:lnTo>
                  <a:pt x="59912" y="377399"/>
                </a:lnTo>
                <a:lnTo>
                  <a:pt x="54270" y="413932"/>
                </a:lnTo>
                <a:lnTo>
                  <a:pt x="47962" y="414836"/>
                </a:lnTo>
                <a:lnTo>
                  <a:pt x="42554" y="418753"/>
                </a:lnTo>
                <a:lnTo>
                  <a:pt x="39550" y="424778"/>
                </a:lnTo>
                <a:lnTo>
                  <a:pt x="37801" y="432008"/>
                </a:lnTo>
                <a:lnTo>
                  <a:pt x="37752" y="432211"/>
                </a:lnTo>
                <a:lnTo>
                  <a:pt x="38912" y="439502"/>
                </a:lnTo>
                <a:lnTo>
                  <a:pt x="42719" y="445834"/>
                </a:lnTo>
                <a:lnTo>
                  <a:pt x="48863" y="450386"/>
                </a:lnTo>
                <a:lnTo>
                  <a:pt x="49163" y="450687"/>
                </a:lnTo>
                <a:lnTo>
                  <a:pt x="49764" y="450687"/>
                </a:lnTo>
                <a:lnTo>
                  <a:pt x="50065" y="450988"/>
                </a:lnTo>
                <a:lnTo>
                  <a:pt x="57204" y="452273"/>
                </a:lnTo>
                <a:lnTo>
                  <a:pt x="63585" y="450988"/>
                </a:lnTo>
                <a:lnTo>
                  <a:pt x="63970" y="450988"/>
                </a:lnTo>
                <a:lnTo>
                  <a:pt x="70131" y="447048"/>
                </a:lnTo>
                <a:lnTo>
                  <a:pt x="73969" y="441649"/>
                </a:lnTo>
                <a:lnTo>
                  <a:pt x="57575" y="441649"/>
                </a:lnTo>
                <a:lnTo>
                  <a:pt x="49764" y="438034"/>
                </a:lnTo>
                <a:lnTo>
                  <a:pt x="47962" y="433214"/>
                </a:lnTo>
                <a:lnTo>
                  <a:pt x="51567" y="425380"/>
                </a:lnTo>
                <a:lnTo>
                  <a:pt x="55772" y="423874"/>
                </a:lnTo>
                <a:lnTo>
                  <a:pt x="73439" y="423874"/>
                </a:lnTo>
                <a:lnTo>
                  <a:pt x="71314" y="420245"/>
                </a:lnTo>
                <a:lnTo>
                  <a:pt x="65385" y="415740"/>
                </a:lnTo>
                <a:lnTo>
                  <a:pt x="67235" y="397706"/>
                </a:lnTo>
                <a:lnTo>
                  <a:pt x="71394" y="377668"/>
                </a:lnTo>
                <a:lnTo>
                  <a:pt x="77805" y="355878"/>
                </a:lnTo>
                <a:lnTo>
                  <a:pt x="86364" y="332727"/>
                </a:lnTo>
                <a:lnTo>
                  <a:pt x="86414" y="332591"/>
                </a:lnTo>
                <a:lnTo>
                  <a:pt x="121265" y="332591"/>
                </a:lnTo>
                <a:lnTo>
                  <a:pt x="150937" y="322047"/>
                </a:lnTo>
                <a:lnTo>
                  <a:pt x="90620" y="322047"/>
                </a:lnTo>
                <a:lnTo>
                  <a:pt x="99012" y="303524"/>
                </a:lnTo>
                <a:lnTo>
                  <a:pt x="108304" y="284807"/>
                </a:lnTo>
                <a:lnTo>
                  <a:pt x="118839" y="265235"/>
                </a:lnTo>
                <a:lnTo>
                  <a:pt x="130274" y="245525"/>
                </a:lnTo>
                <a:lnTo>
                  <a:pt x="138351" y="245525"/>
                </a:lnTo>
                <a:lnTo>
                  <a:pt x="143041" y="244207"/>
                </a:lnTo>
                <a:lnTo>
                  <a:pt x="148355" y="240484"/>
                </a:lnTo>
                <a:lnTo>
                  <a:pt x="152204" y="234981"/>
                </a:lnTo>
                <a:lnTo>
                  <a:pt x="152276" y="234680"/>
                </a:lnTo>
                <a:lnTo>
                  <a:pt x="133278" y="234680"/>
                </a:lnTo>
                <a:lnTo>
                  <a:pt x="131475" y="233776"/>
                </a:lnTo>
                <a:lnTo>
                  <a:pt x="127570" y="231968"/>
                </a:lnTo>
                <a:lnTo>
                  <a:pt x="125768" y="227148"/>
                </a:lnTo>
                <a:lnTo>
                  <a:pt x="127570" y="223232"/>
                </a:lnTo>
                <a:lnTo>
                  <a:pt x="128471" y="221123"/>
                </a:lnTo>
                <a:lnTo>
                  <a:pt x="129973" y="219918"/>
                </a:lnTo>
                <a:lnTo>
                  <a:pt x="132076" y="219014"/>
                </a:lnTo>
                <a:lnTo>
                  <a:pt x="133879" y="218412"/>
                </a:lnTo>
                <a:lnTo>
                  <a:pt x="151732" y="218412"/>
                </a:lnTo>
                <a:lnTo>
                  <a:pt x="149035" y="213926"/>
                </a:lnTo>
                <a:lnTo>
                  <a:pt x="142891" y="209374"/>
                </a:lnTo>
                <a:lnTo>
                  <a:pt x="138632" y="207380"/>
                </a:lnTo>
                <a:lnTo>
                  <a:pt x="140458" y="207380"/>
                </a:lnTo>
                <a:lnTo>
                  <a:pt x="132977" y="206963"/>
                </a:lnTo>
                <a:close/>
              </a:path>
              <a:path w="263525" h="452755">
                <a:moveTo>
                  <a:pt x="73439" y="423874"/>
                </a:moveTo>
                <a:lnTo>
                  <a:pt x="55772" y="423874"/>
                </a:lnTo>
                <a:lnTo>
                  <a:pt x="59678" y="425079"/>
                </a:lnTo>
                <a:lnTo>
                  <a:pt x="59978" y="425079"/>
                </a:lnTo>
                <a:lnTo>
                  <a:pt x="60278" y="425380"/>
                </a:lnTo>
                <a:lnTo>
                  <a:pt x="64184" y="427188"/>
                </a:lnTo>
                <a:lnTo>
                  <a:pt x="65986" y="432009"/>
                </a:lnTo>
                <a:lnTo>
                  <a:pt x="62381" y="439841"/>
                </a:lnTo>
                <a:lnTo>
                  <a:pt x="57575" y="441649"/>
                </a:lnTo>
                <a:lnTo>
                  <a:pt x="73969" y="441649"/>
                </a:lnTo>
                <a:lnTo>
                  <a:pt x="74398" y="441047"/>
                </a:lnTo>
                <a:lnTo>
                  <a:pt x="76073" y="433661"/>
                </a:lnTo>
                <a:lnTo>
                  <a:pt x="75072" y="427188"/>
                </a:lnTo>
                <a:lnTo>
                  <a:pt x="74961" y="426473"/>
                </a:lnTo>
                <a:lnTo>
                  <a:pt x="73439" y="423874"/>
                </a:lnTo>
                <a:close/>
              </a:path>
              <a:path w="263525" h="452755">
                <a:moveTo>
                  <a:pt x="121265" y="332591"/>
                </a:moveTo>
                <a:lnTo>
                  <a:pt x="86414" y="332591"/>
                </a:lnTo>
                <a:lnTo>
                  <a:pt x="120881" y="332727"/>
                </a:lnTo>
                <a:lnTo>
                  <a:pt x="121265" y="332591"/>
                </a:lnTo>
                <a:close/>
              </a:path>
              <a:path w="263525" h="452755">
                <a:moveTo>
                  <a:pt x="223750" y="26812"/>
                </a:moveTo>
                <a:lnTo>
                  <a:pt x="210783" y="26812"/>
                </a:lnTo>
                <a:lnTo>
                  <a:pt x="242184" y="89793"/>
                </a:lnTo>
                <a:lnTo>
                  <a:pt x="251826" y="145210"/>
                </a:lnTo>
                <a:lnTo>
                  <a:pt x="246532" y="190897"/>
                </a:lnTo>
                <a:lnTo>
                  <a:pt x="246429" y="191791"/>
                </a:lnTo>
                <a:lnTo>
                  <a:pt x="232711" y="228265"/>
                </a:lnTo>
                <a:lnTo>
                  <a:pt x="188544" y="284808"/>
                </a:lnTo>
                <a:lnTo>
                  <a:pt x="155358" y="307925"/>
                </a:lnTo>
                <a:lnTo>
                  <a:pt x="90620" y="322047"/>
                </a:lnTo>
                <a:lnTo>
                  <a:pt x="150937" y="322047"/>
                </a:lnTo>
                <a:lnTo>
                  <a:pt x="194772" y="294589"/>
                </a:lnTo>
                <a:lnTo>
                  <a:pt x="226705" y="259986"/>
                </a:lnTo>
                <a:lnTo>
                  <a:pt x="253704" y="207380"/>
                </a:lnTo>
                <a:lnTo>
                  <a:pt x="263160" y="152242"/>
                </a:lnTo>
                <a:lnTo>
                  <a:pt x="263275" y="150933"/>
                </a:lnTo>
                <a:lnTo>
                  <a:pt x="251038" y="80174"/>
                </a:lnTo>
                <a:lnTo>
                  <a:pt x="235389" y="45260"/>
                </a:lnTo>
                <a:lnTo>
                  <a:pt x="223750" y="26812"/>
                </a:lnTo>
                <a:close/>
              </a:path>
              <a:path w="263525" h="452755">
                <a:moveTo>
                  <a:pt x="205977" y="0"/>
                </a:moveTo>
                <a:lnTo>
                  <a:pt x="172894" y="54378"/>
                </a:lnTo>
                <a:lnTo>
                  <a:pt x="88545" y="100725"/>
                </a:lnTo>
                <a:lnTo>
                  <a:pt x="61555" y="116815"/>
                </a:lnTo>
                <a:lnTo>
                  <a:pt x="20024" y="158766"/>
                </a:lnTo>
                <a:lnTo>
                  <a:pt x="272" y="216192"/>
                </a:lnTo>
                <a:lnTo>
                  <a:pt x="251" y="218411"/>
                </a:lnTo>
                <a:lnTo>
                  <a:pt x="125" y="231667"/>
                </a:lnTo>
                <a:lnTo>
                  <a:pt x="6205" y="272036"/>
                </a:lnTo>
                <a:lnTo>
                  <a:pt x="33960" y="310758"/>
                </a:lnTo>
                <a:lnTo>
                  <a:pt x="46460" y="317528"/>
                </a:lnTo>
                <a:lnTo>
                  <a:pt x="46760" y="317829"/>
                </a:lnTo>
                <a:lnTo>
                  <a:pt x="47361" y="317829"/>
                </a:lnTo>
                <a:lnTo>
                  <a:pt x="47661" y="318130"/>
                </a:lnTo>
                <a:lnTo>
                  <a:pt x="53069" y="319938"/>
                </a:lnTo>
                <a:lnTo>
                  <a:pt x="54871" y="314515"/>
                </a:lnTo>
                <a:lnTo>
                  <a:pt x="58767" y="305176"/>
                </a:lnTo>
                <a:lnTo>
                  <a:pt x="46159" y="305176"/>
                </a:lnTo>
                <a:lnTo>
                  <a:pt x="16719" y="268421"/>
                </a:lnTo>
                <a:lnTo>
                  <a:pt x="11130" y="244207"/>
                </a:lnTo>
                <a:lnTo>
                  <a:pt x="11239" y="225943"/>
                </a:lnTo>
                <a:lnTo>
                  <a:pt x="29637" y="164791"/>
                </a:lnTo>
                <a:lnTo>
                  <a:pt x="68878" y="126003"/>
                </a:lnTo>
                <a:lnTo>
                  <a:pt x="150246" y="82141"/>
                </a:lnTo>
                <a:lnTo>
                  <a:pt x="175898" y="66504"/>
                </a:lnTo>
                <a:lnTo>
                  <a:pt x="196763" y="48494"/>
                </a:lnTo>
                <a:lnTo>
                  <a:pt x="210783" y="26812"/>
                </a:lnTo>
                <a:lnTo>
                  <a:pt x="223750" y="26812"/>
                </a:lnTo>
                <a:lnTo>
                  <a:pt x="213487" y="10544"/>
                </a:lnTo>
                <a:lnTo>
                  <a:pt x="205977" y="0"/>
                </a:lnTo>
                <a:close/>
              </a:path>
              <a:path w="263525" h="452755">
                <a:moveTo>
                  <a:pt x="164807" y="113774"/>
                </a:moveTo>
                <a:lnTo>
                  <a:pt x="145653" y="132241"/>
                </a:lnTo>
                <a:lnTo>
                  <a:pt x="146195" y="137678"/>
                </a:lnTo>
                <a:lnTo>
                  <a:pt x="148899" y="142498"/>
                </a:lnTo>
                <a:lnTo>
                  <a:pt x="122285" y="170416"/>
                </a:lnTo>
                <a:lnTo>
                  <a:pt x="94150" y="209037"/>
                </a:lnTo>
                <a:lnTo>
                  <a:pt x="67704" y="255058"/>
                </a:lnTo>
                <a:lnTo>
                  <a:pt x="46159" y="305176"/>
                </a:lnTo>
                <a:lnTo>
                  <a:pt x="58767" y="305176"/>
                </a:lnTo>
                <a:lnTo>
                  <a:pt x="75947" y="263993"/>
                </a:lnTo>
                <a:lnTo>
                  <a:pt x="102486" y="217171"/>
                </a:lnTo>
                <a:lnTo>
                  <a:pt x="130828" y="177976"/>
                </a:lnTo>
                <a:lnTo>
                  <a:pt x="157311" y="150331"/>
                </a:lnTo>
                <a:lnTo>
                  <a:pt x="173810" y="150331"/>
                </a:lnTo>
                <a:lnTo>
                  <a:pt x="179470" y="146273"/>
                </a:lnTo>
                <a:lnTo>
                  <a:pt x="182338" y="141594"/>
                </a:lnTo>
                <a:lnTo>
                  <a:pt x="166924" y="141594"/>
                </a:lnTo>
                <a:lnTo>
                  <a:pt x="158512" y="138581"/>
                </a:lnTo>
                <a:lnTo>
                  <a:pt x="156710" y="134062"/>
                </a:lnTo>
                <a:lnTo>
                  <a:pt x="158212" y="129845"/>
                </a:lnTo>
                <a:lnTo>
                  <a:pt x="159598" y="126229"/>
                </a:lnTo>
                <a:lnTo>
                  <a:pt x="159685" y="126004"/>
                </a:lnTo>
                <a:lnTo>
                  <a:pt x="159553" y="126004"/>
                </a:lnTo>
                <a:lnTo>
                  <a:pt x="164220" y="123819"/>
                </a:lnTo>
                <a:lnTo>
                  <a:pt x="182185" y="123819"/>
                </a:lnTo>
                <a:lnTo>
                  <a:pt x="178799" y="119070"/>
                </a:lnTo>
                <a:lnTo>
                  <a:pt x="172430" y="115144"/>
                </a:lnTo>
                <a:lnTo>
                  <a:pt x="172683" y="115144"/>
                </a:lnTo>
                <a:lnTo>
                  <a:pt x="164807" y="113774"/>
                </a:lnTo>
                <a:close/>
              </a:path>
              <a:path w="263525" h="452755">
                <a:moveTo>
                  <a:pt x="138351" y="245525"/>
                </a:moveTo>
                <a:lnTo>
                  <a:pt x="130274" y="245525"/>
                </a:lnTo>
                <a:lnTo>
                  <a:pt x="136826" y="245954"/>
                </a:lnTo>
                <a:lnTo>
                  <a:pt x="138351" y="245525"/>
                </a:lnTo>
                <a:close/>
              </a:path>
              <a:path w="263525" h="452755">
                <a:moveTo>
                  <a:pt x="151732" y="218412"/>
                </a:moveTo>
                <a:lnTo>
                  <a:pt x="135681" y="218412"/>
                </a:lnTo>
                <a:lnTo>
                  <a:pt x="137484" y="219014"/>
                </a:lnTo>
                <a:lnTo>
                  <a:pt x="137784" y="219014"/>
                </a:lnTo>
                <a:lnTo>
                  <a:pt x="138084" y="219315"/>
                </a:lnTo>
                <a:lnTo>
                  <a:pt x="141990" y="221123"/>
                </a:lnTo>
                <a:lnTo>
                  <a:pt x="143792" y="225943"/>
                </a:lnTo>
                <a:lnTo>
                  <a:pt x="141990" y="229860"/>
                </a:lnTo>
                <a:lnTo>
                  <a:pt x="141088" y="231667"/>
                </a:lnTo>
                <a:lnTo>
                  <a:pt x="139586" y="233174"/>
                </a:lnTo>
                <a:lnTo>
                  <a:pt x="137484" y="234077"/>
                </a:lnTo>
                <a:lnTo>
                  <a:pt x="135381" y="234680"/>
                </a:lnTo>
                <a:lnTo>
                  <a:pt x="152276" y="234680"/>
                </a:lnTo>
                <a:lnTo>
                  <a:pt x="154001" y="227548"/>
                </a:lnTo>
                <a:lnTo>
                  <a:pt x="152842" y="220257"/>
                </a:lnTo>
                <a:lnTo>
                  <a:pt x="151732" y="218412"/>
                </a:lnTo>
                <a:close/>
              </a:path>
              <a:path w="263525" h="452755">
                <a:moveTo>
                  <a:pt x="173810" y="150331"/>
                </a:moveTo>
                <a:lnTo>
                  <a:pt x="157311" y="150331"/>
                </a:lnTo>
                <a:lnTo>
                  <a:pt x="158512" y="150933"/>
                </a:lnTo>
                <a:lnTo>
                  <a:pt x="158813" y="150933"/>
                </a:lnTo>
                <a:lnTo>
                  <a:pt x="166337" y="152242"/>
                </a:lnTo>
                <a:lnTo>
                  <a:pt x="173495" y="150557"/>
                </a:lnTo>
                <a:lnTo>
                  <a:pt x="173810" y="150331"/>
                </a:lnTo>
                <a:close/>
              </a:path>
              <a:path w="263525" h="452755">
                <a:moveTo>
                  <a:pt x="182185" y="123819"/>
                </a:moveTo>
                <a:lnTo>
                  <a:pt x="164220" y="123819"/>
                </a:lnTo>
                <a:lnTo>
                  <a:pt x="172631" y="126832"/>
                </a:lnTo>
                <a:lnTo>
                  <a:pt x="174434" y="131351"/>
                </a:lnTo>
                <a:lnTo>
                  <a:pt x="171430" y="139786"/>
                </a:lnTo>
                <a:lnTo>
                  <a:pt x="166924" y="141594"/>
                </a:lnTo>
                <a:lnTo>
                  <a:pt x="182338" y="141594"/>
                </a:lnTo>
                <a:lnTo>
                  <a:pt x="183446" y="139786"/>
                </a:lnTo>
                <a:lnTo>
                  <a:pt x="184751" y="132241"/>
                </a:lnTo>
                <a:lnTo>
                  <a:pt x="183132" y="125326"/>
                </a:lnTo>
                <a:lnTo>
                  <a:pt x="183071" y="125062"/>
                </a:lnTo>
                <a:lnTo>
                  <a:pt x="182185" y="123819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5650484" y="1614297"/>
            <a:ext cx="2442845" cy="1689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3350">
              <a:lnSpc>
                <a:spcPct val="100000"/>
              </a:lnSpc>
              <a:spcBef>
                <a:spcPts val="95"/>
              </a:spcBef>
            </a:pPr>
            <a:r>
              <a:rPr dirty="0" sz="3050" spc="-10" b="1">
                <a:solidFill>
                  <a:srgbClr val="074354"/>
                </a:solidFill>
                <a:latin typeface="Arial"/>
                <a:cs typeface="Arial"/>
              </a:rPr>
              <a:t>Comparison</a:t>
            </a:r>
            <a:endParaRPr sz="3050">
              <a:latin typeface="Arial"/>
              <a:cs typeface="Arial"/>
            </a:endParaRPr>
          </a:p>
          <a:p>
            <a:pPr algn="just" marL="56515" marR="5080" indent="-44450">
              <a:lnSpc>
                <a:spcPct val="122600"/>
              </a:lnSpc>
              <a:spcBef>
                <a:spcPts val="1939"/>
              </a:spcBef>
            </a:pP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"I</a:t>
            </a:r>
            <a:r>
              <a:rPr dirty="0" sz="1700" spc="-30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need</a:t>
            </a:r>
            <a:r>
              <a:rPr dirty="0" sz="1700" spc="-20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to</a:t>
            </a:r>
            <a:r>
              <a:rPr dirty="0" sz="1700" spc="-5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compare</a:t>
            </a:r>
            <a:r>
              <a:rPr dirty="0" sz="1700" spc="-30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0A3758"/>
                </a:solidFill>
                <a:latin typeface="Arial MT"/>
                <a:cs typeface="Arial MT"/>
              </a:rPr>
              <a:t>offers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from</a:t>
            </a:r>
            <a:r>
              <a:rPr dirty="0" sz="1700" spc="-60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different</a:t>
            </a:r>
            <a:r>
              <a:rPr dirty="0" sz="1700" spc="-45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banks</a:t>
            </a:r>
            <a:r>
              <a:rPr dirty="0" sz="1700" spc="-45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 spc="-25">
                <a:solidFill>
                  <a:srgbClr val="0A3758"/>
                </a:solidFill>
                <a:latin typeface="Arial MT"/>
                <a:cs typeface="Arial MT"/>
              </a:rPr>
              <a:t>and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insurance</a:t>
            </a:r>
            <a:r>
              <a:rPr dirty="0" sz="1700" spc="-120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0A3758"/>
                </a:solidFill>
                <a:latin typeface="Arial MT"/>
                <a:cs typeface="Arial MT"/>
              </a:rPr>
              <a:t>companies."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2275946" y="8256269"/>
            <a:ext cx="2242185" cy="1283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230">
              <a:lnSpc>
                <a:spcPct val="100000"/>
              </a:lnSpc>
              <a:spcBef>
                <a:spcPts val="100"/>
              </a:spcBef>
            </a:pPr>
            <a:r>
              <a:rPr dirty="0" sz="2950" spc="-10" b="1">
                <a:solidFill>
                  <a:srgbClr val="074354"/>
                </a:solidFill>
                <a:latin typeface="Arial"/>
                <a:cs typeface="Arial"/>
              </a:rPr>
              <a:t>Advocacy</a:t>
            </a:r>
            <a:endParaRPr sz="2950">
              <a:latin typeface="Arial"/>
              <a:cs typeface="Arial"/>
            </a:endParaRPr>
          </a:p>
          <a:p>
            <a:pPr marL="12700" marR="5080" indent="60960">
              <a:lnSpc>
                <a:spcPct val="122900"/>
              </a:lnSpc>
              <a:spcBef>
                <a:spcPts val="1345"/>
              </a:spcBef>
            </a:pP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"I</a:t>
            </a:r>
            <a:r>
              <a:rPr dirty="0" sz="1700" spc="-15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will</a:t>
            </a:r>
            <a:r>
              <a:rPr dirty="0" sz="1700" spc="-35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recommend</a:t>
            </a:r>
            <a:r>
              <a:rPr dirty="0" sz="1700" spc="-15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 spc="-20">
                <a:solidFill>
                  <a:srgbClr val="0A3758"/>
                </a:solidFill>
                <a:latin typeface="Arial MT"/>
                <a:cs typeface="Arial MT"/>
              </a:rPr>
              <a:t>this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platform</a:t>
            </a:r>
            <a:r>
              <a:rPr dirty="0" sz="1700" spc="-25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to</a:t>
            </a:r>
            <a:r>
              <a:rPr dirty="0" sz="1700" spc="-15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my</a:t>
            </a:r>
            <a:r>
              <a:rPr dirty="0" sz="1700" spc="-15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0A3758"/>
                </a:solidFill>
                <a:latin typeface="Arial MT"/>
                <a:cs typeface="Arial MT"/>
              </a:rPr>
              <a:t>friends."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664954" y="1635709"/>
            <a:ext cx="2627630" cy="1675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50" spc="-10" b="1">
                <a:solidFill>
                  <a:srgbClr val="074354"/>
                </a:solidFill>
                <a:latin typeface="Arial"/>
                <a:cs typeface="Arial"/>
              </a:rPr>
              <a:t>Consideration</a:t>
            </a:r>
            <a:endParaRPr sz="2950">
              <a:latin typeface="Arial"/>
              <a:cs typeface="Arial"/>
            </a:endParaRPr>
          </a:p>
          <a:p>
            <a:pPr algn="ctr" marL="280670" marR="145415">
              <a:lnSpc>
                <a:spcPct val="122600"/>
              </a:lnSpc>
              <a:spcBef>
                <a:spcPts val="1935"/>
              </a:spcBef>
            </a:pP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"Is</a:t>
            </a:r>
            <a:r>
              <a:rPr dirty="0" sz="1700" spc="-10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this</a:t>
            </a:r>
            <a:r>
              <a:rPr dirty="0" sz="1700" spc="-20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really</a:t>
            </a:r>
            <a:r>
              <a:rPr dirty="0" sz="1700" spc="-15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0A3758"/>
                </a:solidFill>
                <a:latin typeface="Arial MT"/>
                <a:cs typeface="Arial MT"/>
              </a:rPr>
              <a:t>beneficial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for</a:t>
            </a:r>
            <a:r>
              <a:rPr dirty="0" sz="1700" spc="-10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me? How</a:t>
            </a:r>
            <a:r>
              <a:rPr dirty="0" sz="1700" spc="-20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is</a:t>
            </a:r>
            <a:r>
              <a:rPr dirty="0" sz="1700" spc="-25">
                <a:solidFill>
                  <a:srgbClr val="0A3758"/>
                </a:solidFill>
                <a:latin typeface="Arial MT"/>
                <a:cs typeface="Arial MT"/>
              </a:rPr>
              <a:t> the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service</a:t>
            </a:r>
            <a:r>
              <a:rPr dirty="0" sz="1700" spc="-30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0A3758"/>
                </a:solidFill>
                <a:latin typeface="Arial MT"/>
                <a:cs typeface="Arial MT"/>
              </a:rPr>
              <a:t>quality?"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039861" y="8256269"/>
            <a:ext cx="2366645" cy="1283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1305">
              <a:lnSpc>
                <a:spcPct val="100000"/>
              </a:lnSpc>
              <a:spcBef>
                <a:spcPts val="100"/>
              </a:spcBef>
            </a:pPr>
            <a:r>
              <a:rPr dirty="0" sz="2950" spc="-10" b="1">
                <a:solidFill>
                  <a:srgbClr val="074354"/>
                </a:solidFill>
                <a:latin typeface="Arial"/>
                <a:cs typeface="Arial"/>
              </a:rPr>
              <a:t>Decision</a:t>
            </a:r>
            <a:endParaRPr sz="2950">
              <a:latin typeface="Arial"/>
              <a:cs typeface="Arial"/>
            </a:endParaRPr>
          </a:p>
          <a:p>
            <a:pPr marL="12700" marR="5080" indent="42545">
              <a:lnSpc>
                <a:spcPct val="122900"/>
              </a:lnSpc>
              <a:spcBef>
                <a:spcPts val="1345"/>
              </a:spcBef>
            </a:pP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"I</a:t>
            </a:r>
            <a:r>
              <a:rPr dirty="0" sz="1700" spc="-50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have</a:t>
            </a:r>
            <a:r>
              <a:rPr dirty="0" sz="1700" spc="-35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chosen</a:t>
            </a:r>
            <a:r>
              <a:rPr dirty="0" sz="1700" spc="-35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the</a:t>
            </a:r>
            <a:r>
              <a:rPr dirty="0" sz="1700" spc="-30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 spc="-20">
                <a:solidFill>
                  <a:srgbClr val="0A3758"/>
                </a:solidFill>
                <a:latin typeface="Arial MT"/>
                <a:cs typeface="Arial MT"/>
              </a:rPr>
              <a:t>best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option.</a:t>
            </a:r>
            <a:r>
              <a:rPr dirty="0" sz="1700" spc="-10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How</a:t>
            </a:r>
            <a:r>
              <a:rPr dirty="0" sz="1700" spc="-35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do</a:t>
            </a:r>
            <a:r>
              <a:rPr dirty="0" sz="1700" spc="-20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I</a:t>
            </a:r>
            <a:r>
              <a:rPr dirty="0" sz="1700" spc="-15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0A3758"/>
                </a:solidFill>
                <a:latin typeface="Arial MT"/>
                <a:cs typeface="Arial MT"/>
              </a:rPr>
              <a:t>apply?"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767709" y="8289111"/>
            <a:ext cx="2381885" cy="15678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8255">
              <a:lnSpc>
                <a:spcPct val="100000"/>
              </a:lnSpc>
              <a:spcBef>
                <a:spcPts val="105"/>
              </a:spcBef>
            </a:pPr>
            <a:r>
              <a:rPr dirty="0" sz="2950" spc="-10" b="1">
                <a:solidFill>
                  <a:srgbClr val="074354"/>
                </a:solidFill>
                <a:latin typeface="Arial"/>
                <a:cs typeface="Arial"/>
              </a:rPr>
              <a:t>Awareness</a:t>
            </a:r>
            <a:endParaRPr sz="2950">
              <a:latin typeface="Arial"/>
              <a:cs typeface="Arial"/>
            </a:endParaRPr>
          </a:p>
          <a:p>
            <a:pPr algn="ctr" marL="12700" marR="5080" indent="1905">
              <a:lnSpc>
                <a:spcPct val="122600"/>
              </a:lnSpc>
              <a:spcBef>
                <a:spcPts val="1090"/>
              </a:spcBef>
            </a:pP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“I</a:t>
            </a:r>
            <a:r>
              <a:rPr dirty="0" sz="1700" spc="-35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need</a:t>
            </a:r>
            <a:r>
              <a:rPr dirty="0" sz="1700" spc="-25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the</a:t>
            </a:r>
            <a:r>
              <a:rPr dirty="0" sz="1700" spc="-15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 spc="-20">
                <a:solidFill>
                  <a:srgbClr val="0A3758"/>
                </a:solidFill>
                <a:latin typeface="Arial MT"/>
                <a:cs typeface="Arial MT"/>
              </a:rPr>
              <a:t>most </a:t>
            </a:r>
            <a:r>
              <a:rPr dirty="0" sz="1700" spc="-10">
                <a:solidFill>
                  <a:srgbClr val="0A3758"/>
                </a:solidFill>
                <a:latin typeface="Arial MT"/>
                <a:cs typeface="Arial MT"/>
              </a:rPr>
              <a:t>affordable</a:t>
            </a:r>
            <a:r>
              <a:rPr dirty="0" sz="1700" spc="-30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and</a:t>
            </a:r>
            <a:r>
              <a:rPr dirty="0" sz="1700" spc="-40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0A3758"/>
                </a:solidFill>
                <a:latin typeface="Arial MT"/>
                <a:cs typeface="Arial MT"/>
              </a:rPr>
              <a:t>beneficial </a:t>
            </a:r>
            <a:r>
              <a:rPr dirty="0" sz="1700">
                <a:solidFill>
                  <a:srgbClr val="0A3758"/>
                </a:solidFill>
                <a:latin typeface="Arial MT"/>
                <a:cs typeface="Arial MT"/>
              </a:rPr>
              <a:t>financial</a:t>
            </a:r>
            <a:r>
              <a:rPr dirty="0" sz="1700" spc="-95">
                <a:solidFill>
                  <a:srgbClr val="0A3758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0A3758"/>
                </a:solidFill>
                <a:latin typeface="Arial MT"/>
                <a:cs typeface="Arial MT"/>
              </a:rPr>
              <a:t>offer.”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8" name="object 6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8" rIns="0" bIns="0" rtlCol="0" vert="horz">
            <a:spAutoFit/>
          </a:bodyPr>
          <a:lstStyle/>
          <a:p>
            <a:pPr marL="1812289">
              <a:lnSpc>
                <a:spcPct val="100000"/>
              </a:lnSpc>
              <a:spcBef>
                <a:spcPts val="100"/>
              </a:spcBef>
            </a:pPr>
            <a:r>
              <a:rPr dirty="0" sz="6000" spc="-229"/>
              <a:t>Customer</a:t>
            </a:r>
            <a:r>
              <a:rPr dirty="0" sz="6000" spc="-940"/>
              <a:t> </a:t>
            </a:r>
            <a:r>
              <a:rPr dirty="0" sz="6000" spc="-565"/>
              <a:t>Life</a:t>
            </a:r>
            <a:r>
              <a:rPr dirty="0" sz="6000" spc="-940"/>
              <a:t> </a:t>
            </a:r>
            <a:r>
              <a:rPr dirty="0" sz="6000" spc="-305"/>
              <a:t>Cycle</a:t>
            </a:r>
            <a:endParaRPr sz="6000"/>
          </a:p>
        </p:txBody>
      </p:sp>
      <p:sp>
        <p:nvSpPr>
          <p:cNvPr id="69" name="object 69"/>
          <p:cNvSpPr txBox="1"/>
          <p:nvPr/>
        </p:nvSpPr>
        <p:spPr>
          <a:xfrm>
            <a:off x="17762982" y="8713089"/>
            <a:ext cx="269875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-25">
                <a:solidFill>
                  <a:srgbClr val="FFFFFF"/>
                </a:solidFill>
                <a:latin typeface="Arial Black"/>
                <a:cs typeface="Arial Black"/>
              </a:rPr>
              <a:t>05</a:t>
            </a:r>
            <a:endParaRPr sz="1450">
              <a:latin typeface="Arial Black"/>
              <a:cs typeface="Arial Black"/>
            </a:endParaRPr>
          </a:p>
        </p:txBody>
      </p:sp>
      <p:pic>
        <p:nvPicPr>
          <p:cNvPr id="70" name="object 7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193037" y="220318"/>
            <a:ext cx="1874643" cy="1878509"/>
          </a:xfrm>
          <a:prstGeom prst="rect">
            <a:avLst/>
          </a:prstGeom>
        </p:spPr>
      </p:pic>
      <p:sp>
        <p:nvSpPr>
          <p:cNvPr id="71" name="object 71"/>
          <p:cNvSpPr txBox="1"/>
          <p:nvPr/>
        </p:nvSpPr>
        <p:spPr>
          <a:xfrm>
            <a:off x="16310229" y="2146249"/>
            <a:ext cx="1647825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230" marR="5080" indent="-177165">
              <a:lnSpc>
                <a:spcPct val="116300"/>
              </a:lnSpc>
              <a:spcBef>
                <a:spcPts val="100"/>
              </a:spcBef>
            </a:pPr>
            <a:r>
              <a:rPr dirty="0" sz="2150" b="1">
                <a:solidFill>
                  <a:srgbClr val="074354"/>
                </a:solidFill>
                <a:latin typeface="Arial"/>
                <a:cs typeface="Arial"/>
              </a:rPr>
              <a:t>Voice</a:t>
            </a:r>
            <a:r>
              <a:rPr dirty="0" sz="2150" spc="145" b="1">
                <a:solidFill>
                  <a:srgbClr val="074354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074354"/>
                </a:solidFill>
                <a:latin typeface="Arial"/>
                <a:cs typeface="Arial"/>
              </a:rPr>
              <a:t>of</a:t>
            </a:r>
            <a:r>
              <a:rPr dirty="0" sz="2150" spc="110" b="1">
                <a:solidFill>
                  <a:srgbClr val="074354"/>
                </a:solidFill>
                <a:latin typeface="Arial"/>
                <a:cs typeface="Arial"/>
              </a:rPr>
              <a:t> </a:t>
            </a:r>
            <a:r>
              <a:rPr dirty="0" sz="2150" spc="55" b="1">
                <a:solidFill>
                  <a:srgbClr val="074354"/>
                </a:solidFill>
                <a:latin typeface="Arial"/>
                <a:cs typeface="Arial"/>
              </a:rPr>
              <a:t>the </a:t>
            </a:r>
            <a:r>
              <a:rPr dirty="0" sz="2150" spc="-10" b="1">
                <a:solidFill>
                  <a:srgbClr val="074354"/>
                </a:solidFill>
                <a:latin typeface="Arial"/>
                <a:cs typeface="Arial"/>
              </a:rPr>
              <a:t>Audience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39508" y="0"/>
            <a:ext cx="10009505" cy="2385695"/>
            <a:chOff x="4139508" y="0"/>
            <a:chExt cx="10009505" cy="2385695"/>
          </a:xfrm>
        </p:grpSpPr>
        <p:sp>
          <p:nvSpPr>
            <p:cNvPr id="3" name="object 3"/>
            <p:cNvSpPr/>
            <p:nvPr/>
          </p:nvSpPr>
          <p:spPr>
            <a:xfrm>
              <a:off x="4139508" y="0"/>
              <a:ext cx="10009505" cy="2385695"/>
            </a:xfrm>
            <a:custGeom>
              <a:avLst/>
              <a:gdLst/>
              <a:ahLst/>
              <a:cxnLst/>
              <a:rect l="l" t="t" r="r" b="b"/>
              <a:pathLst>
                <a:path w="10009505" h="2385695">
                  <a:moveTo>
                    <a:pt x="10008982" y="0"/>
                  </a:moveTo>
                  <a:lnTo>
                    <a:pt x="0" y="0"/>
                  </a:lnTo>
                  <a:lnTo>
                    <a:pt x="17973" y="22120"/>
                  </a:lnTo>
                  <a:lnTo>
                    <a:pt x="49481" y="60298"/>
                  </a:lnTo>
                  <a:lnTo>
                    <a:pt x="81275" y="98229"/>
                  </a:lnTo>
                  <a:lnTo>
                    <a:pt x="113354" y="135911"/>
                  </a:lnTo>
                  <a:lnTo>
                    <a:pt x="145717" y="173344"/>
                  </a:lnTo>
                  <a:lnTo>
                    <a:pt x="178361" y="210524"/>
                  </a:lnTo>
                  <a:lnTo>
                    <a:pt x="211286" y="247450"/>
                  </a:lnTo>
                  <a:lnTo>
                    <a:pt x="244489" y="284121"/>
                  </a:lnTo>
                  <a:lnTo>
                    <a:pt x="277969" y="320536"/>
                  </a:lnTo>
                  <a:lnTo>
                    <a:pt x="311724" y="356692"/>
                  </a:lnTo>
                  <a:lnTo>
                    <a:pt x="345752" y="392587"/>
                  </a:lnTo>
                  <a:lnTo>
                    <a:pt x="380052" y="428221"/>
                  </a:lnTo>
                  <a:lnTo>
                    <a:pt x="414623" y="463592"/>
                  </a:lnTo>
                  <a:lnTo>
                    <a:pt x="449461" y="498697"/>
                  </a:lnTo>
                  <a:lnTo>
                    <a:pt x="484567" y="533535"/>
                  </a:lnTo>
                  <a:lnTo>
                    <a:pt x="519938" y="568105"/>
                  </a:lnTo>
                  <a:lnTo>
                    <a:pt x="555572" y="602405"/>
                  </a:lnTo>
                  <a:lnTo>
                    <a:pt x="591468" y="636432"/>
                  </a:lnTo>
                  <a:lnTo>
                    <a:pt x="627624" y="670187"/>
                  </a:lnTo>
                  <a:lnTo>
                    <a:pt x="664039" y="703666"/>
                  </a:lnTo>
                  <a:lnTo>
                    <a:pt x="700711" y="736868"/>
                  </a:lnTo>
                  <a:lnTo>
                    <a:pt x="737638" y="769793"/>
                  </a:lnTo>
                  <a:lnTo>
                    <a:pt x="774818" y="802436"/>
                  </a:lnTo>
                  <a:lnTo>
                    <a:pt x="812251" y="834799"/>
                  </a:lnTo>
                  <a:lnTo>
                    <a:pt x="849934" y="866877"/>
                  </a:lnTo>
                  <a:lnTo>
                    <a:pt x="887865" y="898671"/>
                  </a:lnTo>
                  <a:lnTo>
                    <a:pt x="926043" y="930178"/>
                  </a:lnTo>
                  <a:lnTo>
                    <a:pt x="964466" y="961397"/>
                  </a:lnTo>
                  <a:lnTo>
                    <a:pt x="1003133" y="992325"/>
                  </a:lnTo>
                  <a:lnTo>
                    <a:pt x="1042042" y="1022962"/>
                  </a:lnTo>
                  <a:lnTo>
                    <a:pt x="1081192" y="1053306"/>
                  </a:lnTo>
                  <a:lnTo>
                    <a:pt x="1120580" y="1083354"/>
                  </a:lnTo>
                  <a:lnTo>
                    <a:pt x="1160205" y="1113106"/>
                  </a:lnTo>
                  <a:lnTo>
                    <a:pt x="1200065" y="1142560"/>
                  </a:lnTo>
                  <a:lnTo>
                    <a:pt x="1240159" y="1171713"/>
                  </a:lnTo>
                  <a:lnTo>
                    <a:pt x="1280485" y="1200565"/>
                  </a:lnTo>
                  <a:lnTo>
                    <a:pt x="1321041" y="1229113"/>
                  </a:lnTo>
                  <a:lnTo>
                    <a:pt x="1361826" y="1257357"/>
                  </a:lnTo>
                  <a:lnTo>
                    <a:pt x="1402838" y="1285294"/>
                  </a:lnTo>
                  <a:lnTo>
                    <a:pt x="1444075" y="1312923"/>
                  </a:lnTo>
                  <a:lnTo>
                    <a:pt x="1485536" y="1340242"/>
                  </a:lnTo>
                  <a:lnTo>
                    <a:pt x="1527219" y="1367249"/>
                  </a:lnTo>
                  <a:lnTo>
                    <a:pt x="1569123" y="1393943"/>
                  </a:lnTo>
                  <a:lnTo>
                    <a:pt x="1611245" y="1420322"/>
                  </a:lnTo>
                  <a:lnTo>
                    <a:pt x="1653584" y="1446384"/>
                  </a:lnTo>
                  <a:lnTo>
                    <a:pt x="1696139" y="1472128"/>
                  </a:lnTo>
                  <a:lnTo>
                    <a:pt x="1738908" y="1497553"/>
                  </a:lnTo>
                  <a:lnTo>
                    <a:pt x="1781888" y="1522655"/>
                  </a:lnTo>
                  <a:lnTo>
                    <a:pt x="1825079" y="1547435"/>
                  </a:lnTo>
                  <a:lnTo>
                    <a:pt x="1868479" y="1571890"/>
                  </a:lnTo>
                  <a:lnTo>
                    <a:pt x="1912086" y="1596018"/>
                  </a:lnTo>
                  <a:lnTo>
                    <a:pt x="1955899" y="1619818"/>
                  </a:lnTo>
                  <a:lnTo>
                    <a:pt x="1999915" y="1643288"/>
                  </a:lnTo>
                  <a:lnTo>
                    <a:pt x="2044134" y="1666427"/>
                  </a:lnTo>
                  <a:lnTo>
                    <a:pt x="2088553" y="1689233"/>
                  </a:lnTo>
                  <a:lnTo>
                    <a:pt x="2133170" y="1711704"/>
                  </a:lnTo>
                  <a:lnTo>
                    <a:pt x="2177985" y="1733838"/>
                  </a:lnTo>
                  <a:lnTo>
                    <a:pt x="2222996" y="1755634"/>
                  </a:lnTo>
                  <a:lnTo>
                    <a:pt x="2268200" y="1777091"/>
                  </a:lnTo>
                  <a:lnTo>
                    <a:pt x="2313597" y="1798206"/>
                  </a:lnTo>
                  <a:lnTo>
                    <a:pt x="2359184" y="1818978"/>
                  </a:lnTo>
                  <a:lnTo>
                    <a:pt x="2404960" y="1839405"/>
                  </a:lnTo>
                  <a:lnTo>
                    <a:pt x="2450924" y="1859486"/>
                  </a:lnTo>
                  <a:lnTo>
                    <a:pt x="2497072" y="1879219"/>
                  </a:lnTo>
                  <a:lnTo>
                    <a:pt x="2543405" y="1898602"/>
                  </a:lnTo>
                  <a:lnTo>
                    <a:pt x="2589920" y="1917633"/>
                  </a:lnTo>
                  <a:lnTo>
                    <a:pt x="2636616" y="1936312"/>
                  </a:lnTo>
                  <a:lnTo>
                    <a:pt x="2683491" y="1954636"/>
                  </a:lnTo>
                  <a:lnTo>
                    <a:pt x="2730543" y="1972603"/>
                  </a:lnTo>
                  <a:lnTo>
                    <a:pt x="2777770" y="1990213"/>
                  </a:lnTo>
                  <a:lnTo>
                    <a:pt x="2825172" y="2007463"/>
                  </a:lnTo>
                  <a:lnTo>
                    <a:pt x="2872746" y="2024351"/>
                  </a:lnTo>
                  <a:lnTo>
                    <a:pt x="2920490" y="2040877"/>
                  </a:lnTo>
                  <a:lnTo>
                    <a:pt x="2968404" y="2057038"/>
                  </a:lnTo>
                  <a:lnTo>
                    <a:pt x="3016484" y="2072832"/>
                  </a:lnTo>
                  <a:lnTo>
                    <a:pt x="3064731" y="2088259"/>
                  </a:lnTo>
                  <a:lnTo>
                    <a:pt x="3113142" y="2103316"/>
                  </a:lnTo>
                  <a:lnTo>
                    <a:pt x="3161715" y="2118002"/>
                  </a:lnTo>
                  <a:lnTo>
                    <a:pt x="3210448" y="2132315"/>
                  </a:lnTo>
                  <a:lnTo>
                    <a:pt x="3259341" y="2146253"/>
                  </a:lnTo>
                  <a:lnTo>
                    <a:pt x="3308391" y="2159815"/>
                  </a:lnTo>
                  <a:lnTo>
                    <a:pt x="3357597" y="2172999"/>
                  </a:lnTo>
                  <a:lnTo>
                    <a:pt x="3406957" y="2185804"/>
                  </a:lnTo>
                  <a:lnTo>
                    <a:pt x="3456469" y="2198227"/>
                  </a:lnTo>
                  <a:lnTo>
                    <a:pt x="3506132" y="2210268"/>
                  </a:lnTo>
                  <a:lnTo>
                    <a:pt x="3555944" y="2221924"/>
                  </a:lnTo>
                  <a:lnTo>
                    <a:pt x="3605904" y="2233194"/>
                  </a:lnTo>
                  <a:lnTo>
                    <a:pt x="3656009" y="2244076"/>
                  </a:lnTo>
                  <a:lnTo>
                    <a:pt x="3706259" y="2254568"/>
                  </a:lnTo>
                  <a:lnTo>
                    <a:pt x="3756651" y="2264669"/>
                  </a:lnTo>
                  <a:lnTo>
                    <a:pt x="3807184" y="2274378"/>
                  </a:lnTo>
                  <a:lnTo>
                    <a:pt x="3857856" y="2283692"/>
                  </a:lnTo>
                  <a:lnTo>
                    <a:pt x="3908665" y="2292609"/>
                  </a:lnTo>
                  <a:lnTo>
                    <a:pt x="3959611" y="2301130"/>
                  </a:lnTo>
                  <a:lnTo>
                    <a:pt x="4010690" y="2309250"/>
                  </a:lnTo>
                  <a:lnTo>
                    <a:pt x="4061902" y="2316970"/>
                  </a:lnTo>
                  <a:lnTo>
                    <a:pt x="4113245" y="2324286"/>
                  </a:lnTo>
                  <a:lnTo>
                    <a:pt x="4164717" y="2331199"/>
                  </a:lnTo>
                  <a:lnTo>
                    <a:pt x="4216317" y="2337705"/>
                  </a:lnTo>
                  <a:lnTo>
                    <a:pt x="4268043" y="2343803"/>
                  </a:lnTo>
                  <a:lnTo>
                    <a:pt x="4319893" y="2349492"/>
                  </a:lnTo>
                  <a:lnTo>
                    <a:pt x="4371865" y="2354770"/>
                  </a:lnTo>
                  <a:lnTo>
                    <a:pt x="4423958" y="2359636"/>
                  </a:lnTo>
                  <a:lnTo>
                    <a:pt x="4476171" y="2364086"/>
                  </a:lnTo>
                  <a:lnTo>
                    <a:pt x="4528501" y="2368121"/>
                  </a:lnTo>
                  <a:lnTo>
                    <a:pt x="4580947" y="2371739"/>
                  </a:lnTo>
                  <a:lnTo>
                    <a:pt x="4633507" y="2374936"/>
                  </a:lnTo>
                  <a:lnTo>
                    <a:pt x="4686180" y="2377713"/>
                  </a:lnTo>
                  <a:lnTo>
                    <a:pt x="4738964" y="2380067"/>
                  </a:lnTo>
                  <a:lnTo>
                    <a:pt x="4791858" y="2381997"/>
                  </a:lnTo>
                  <a:lnTo>
                    <a:pt x="4844859" y="2383501"/>
                  </a:lnTo>
                  <a:lnTo>
                    <a:pt x="4897966" y="2384577"/>
                  </a:lnTo>
                  <a:lnTo>
                    <a:pt x="4951177" y="2385224"/>
                  </a:lnTo>
                  <a:lnTo>
                    <a:pt x="5004491" y="2385441"/>
                  </a:lnTo>
                  <a:lnTo>
                    <a:pt x="5057805" y="2385224"/>
                  </a:lnTo>
                  <a:lnTo>
                    <a:pt x="5111016" y="2384577"/>
                  </a:lnTo>
                  <a:lnTo>
                    <a:pt x="5164123" y="2383501"/>
                  </a:lnTo>
                  <a:lnTo>
                    <a:pt x="5217124" y="2381997"/>
                  </a:lnTo>
                  <a:lnTo>
                    <a:pt x="5270017" y="2380067"/>
                  </a:lnTo>
                  <a:lnTo>
                    <a:pt x="5322801" y="2377713"/>
                  </a:lnTo>
                  <a:lnTo>
                    <a:pt x="5375475" y="2374936"/>
                  </a:lnTo>
                  <a:lnTo>
                    <a:pt x="5428035" y="2371739"/>
                  </a:lnTo>
                  <a:lnTo>
                    <a:pt x="5480481" y="2368121"/>
                  </a:lnTo>
                  <a:lnTo>
                    <a:pt x="5532811" y="2364086"/>
                  </a:lnTo>
                  <a:lnTo>
                    <a:pt x="5585024" y="2359636"/>
                  </a:lnTo>
                  <a:lnTo>
                    <a:pt x="5637117" y="2354770"/>
                  </a:lnTo>
                  <a:lnTo>
                    <a:pt x="5689089" y="2349492"/>
                  </a:lnTo>
                  <a:lnTo>
                    <a:pt x="5740939" y="2343803"/>
                  </a:lnTo>
                  <a:lnTo>
                    <a:pt x="5792665" y="2337705"/>
                  </a:lnTo>
                  <a:lnTo>
                    <a:pt x="5844265" y="2331199"/>
                  </a:lnTo>
                  <a:lnTo>
                    <a:pt x="5895737" y="2324286"/>
                  </a:lnTo>
                  <a:lnTo>
                    <a:pt x="5947080" y="2316970"/>
                  </a:lnTo>
                  <a:lnTo>
                    <a:pt x="5998292" y="2309250"/>
                  </a:lnTo>
                  <a:lnTo>
                    <a:pt x="6049371" y="2301130"/>
                  </a:lnTo>
                  <a:lnTo>
                    <a:pt x="6100317" y="2292609"/>
                  </a:lnTo>
                  <a:lnTo>
                    <a:pt x="6151126" y="2283692"/>
                  </a:lnTo>
                  <a:lnTo>
                    <a:pt x="6201798" y="2274378"/>
                  </a:lnTo>
                  <a:lnTo>
                    <a:pt x="6252331" y="2264669"/>
                  </a:lnTo>
                  <a:lnTo>
                    <a:pt x="6302723" y="2254568"/>
                  </a:lnTo>
                  <a:lnTo>
                    <a:pt x="6352973" y="2244076"/>
                  </a:lnTo>
                  <a:lnTo>
                    <a:pt x="6403078" y="2233194"/>
                  </a:lnTo>
                  <a:lnTo>
                    <a:pt x="6453038" y="2221924"/>
                  </a:lnTo>
                  <a:lnTo>
                    <a:pt x="6502850" y="2210268"/>
                  </a:lnTo>
                  <a:lnTo>
                    <a:pt x="6552513" y="2198227"/>
                  </a:lnTo>
                  <a:lnTo>
                    <a:pt x="6602025" y="2185804"/>
                  </a:lnTo>
                  <a:lnTo>
                    <a:pt x="6651385" y="2172999"/>
                  </a:lnTo>
                  <a:lnTo>
                    <a:pt x="6700591" y="2159815"/>
                  </a:lnTo>
                  <a:lnTo>
                    <a:pt x="6749641" y="2146253"/>
                  </a:lnTo>
                  <a:lnTo>
                    <a:pt x="6798534" y="2132315"/>
                  </a:lnTo>
                  <a:lnTo>
                    <a:pt x="6847267" y="2118002"/>
                  </a:lnTo>
                  <a:lnTo>
                    <a:pt x="6895840" y="2103316"/>
                  </a:lnTo>
                  <a:lnTo>
                    <a:pt x="6944251" y="2088259"/>
                  </a:lnTo>
                  <a:lnTo>
                    <a:pt x="6992497" y="2072832"/>
                  </a:lnTo>
                  <a:lnTo>
                    <a:pt x="7040578" y="2057038"/>
                  </a:lnTo>
                  <a:lnTo>
                    <a:pt x="7088492" y="2040877"/>
                  </a:lnTo>
                  <a:lnTo>
                    <a:pt x="7136236" y="2024351"/>
                  </a:lnTo>
                  <a:lnTo>
                    <a:pt x="7183810" y="2007463"/>
                  </a:lnTo>
                  <a:lnTo>
                    <a:pt x="7231212" y="1990213"/>
                  </a:lnTo>
                  <a:lnTo>
                    <a:pt x="7278439" y="1972603"/>
                  </a:lnTo>
                  <a:lnTo>
                    <a:pt x="7325491" y="1954636"/>
                  </a:lnTo>
                  <a:lnTo>
                    <a:pt x="7372366" y="1936312"/>
                  </a:lnTo>
                  <a:lnTo>
                    <a:pt x="7419062" y="1917633"/>
                  </a:lnTo>
                  <a:lnTo>
                    <a:pt x="7465577" y="1898602"/>
                  </a:lnTo>
                  <a:lnTo>
                    <a:pt x="7511910" y="1879219"/>
                  </a:lnTo>
                  <a:lnTo>
                    <a:pt x="7558058" y="1859486"/>
                  </a:lnTo>
                  <a:lnTo>
                    <a:pt x="7604022" y="1839405"/>
                  </a:lnTo>
                  <a:lnTo>
                    <a:pt x="7649798" y="1818978"/>
                  </a:lnTo>
                  <a:lnTo>
                    <a:pt x="7695385" y="1798206"/>
                  </a:lnTo>
                  <a:lnTo>
                    <a:pt x="7740782" y="1777091"/>
                  </a:lnTo>
                  <a:lnTo>
                    <a:pt x="7785986" y="1755634"/>
                  </a:lnTo>
                  <a:lnTo>
                    <a:pt x="7830997" y="1733838"/>
                  </a:lnTo>
                  <a:lnTo>
                    <a:pt x="7875812" y="1711704"/>
                  </a:lnTo>
                  <a:lnTo>
                    <a:pt x="7920429" y="1689233"/>
                  </a:lnTo>
                  <a:lnTo>
                    <a:pt x="7964848" y="1666427"/>
                  </a:lnTo>
                  <a:lnTo>
                    <a:pt x="8009067" y="1643288"/>
                  </a:lnTo>
                  <a:lnTo>
                    <a:pt x="8053083" y="1619818"/>
                  </a:lnTo>
                  <a:lnTo>
                    <a:pt x="8096896" y="1596018"/>
                  </a:lnTo>
                  <a:lnTo>
                    <a:pt x="8140503" y="1571890"/>
                  </a:lnTo>
                  <a:lnTo>
                    <a:pt x="8183903" y="1547435"/>
                  </a:lnTo>
                  <a:lnTo>
                    <a:pt x="8227094" y="1522655"/>
                  </a:lnTo>
                  <a:lnTo>
                    <a:pt x="8270074" y="1497553"/>
                  </a:lnTo>
                  <a:lnTo>
                    <a:pt x="8312843" y="1472128"/>
                  </a:lnTo>
                  <a:lnTo>
                    <a:pt x="8355398" y="1446384"/>
                  </a:lnTo>
                  <a:lnTo>
                    <a:pt x="8397737" y="1420322"/>
                  </a:lnTo>
                  <a:lnTo>
                    <a:pt x="8439859" y="1393943"/>
                  </a:lnTo>
                  <a:lnTo>
                    <a:pt x="8481763" y="1367249"/>
                  </a:lnTo>
                  <a:lnTo>
                    <a:pt x="8523446" y="1340242"/>
                  </a:lnTo>
                  <a:lnTo>
                    <a:pt x="8564907" y="1312923"/>
                  </a:lnTo>
                  <a:lnTo>
                    <a:pt x="8606144" y="1285294"/>
                  </a:lnTo>
                  <a:lnTo>
                    <a:pt x="8647156" y="1257357"/>
                  </a:lnTo>
                  <a:lnTo>
                    <a:pt x="8687941" y="1229113"/>
                  </a:lnTo>
                  <a:lnTo>
                    <a:pt x="8728497" y="1200565"/>
                  </a:lnTo>
                  <a:lnTo>
                    <a:pt x="8768823" y="1171713"/>
                  </a:lnTo>
                  <a:lnTo>
                    <a:pt x="8808917" y="1142560"/>
                  </a:lnTo>
                  <a:lnTo>
                    <a:pt x="8848777" y="1113106"/>
                  </a:lnTo>
                  <a:lnTo>
                    <a:pt x="8888402" y="1083354"/>
                  </a:lnTo>
                  <a:lnTo>
                    <a:pt x="8927790" y="1053306"/>
                  </a:lnTo>
                  <a:lnTo>
                    <a:pt x="8966940" y="1022962"/>
                  </a:lnTo>
                  <a:lnTo>
                    <a:pt x="9005849" y="992325"/>
                  </a:lnTo>
                  <a:lnTo>
                    <a:pt x="9044516" y="961397"/>
                  </a:lnTo>
                  <a:lnTo>
                    <a:pt x="9082939" y="930178"/>
                  </a:lnTo>
                  <a:lnTo>
                    <a:pt x="9121117" y="898671"/>
                  </a:lnTo>
                  <a:lnTo>
                    <a:pt x="9159048" y="866877"/>
                  </a:lnTo>
                  <a:lnTo>
                    <a:pt x="9196731" y="834799"/>
                  </a:lnTo>
                  <a:lnTo>
                    <a:pt x="9234163" y="802436"/>
                  </a:lnTo>
                  <a:lnTo>
                    <a:pt x="9271344" y="769793"/>
                  </a:lnTo>
                  <a:lnTo>
                    <a:pt x="9308271" y="736868"/>
                  </a:lnTo>
                  <a:lnTo>
                    <a:pt x="9344943" y="703666"/>
                  </a:lnTo>
                  <a:lnTo>
                    <a:pt x="9381358" y="670187"/>
                  </a:lnTo>
                  <a:lnTo>
                    <a:pt x="9417514" y="636432"/>
                  </a:lnTo>
                  <a:lnTo>
                    <a:pt x="9453410" y="602405"/>
                  </a:lnTo>
                  <a:lnTo>
                    <a:pt x="9489044" y="568105"/>
                  </a:lnTo>
                  <a:lnTo>
                    <a:pt x="9524415" y="533535"/>
                  </a:lnTo>
                  <a:lnTo>
                    <a:pt x="9559521" y="498697"/>
                  </a:lnTo>
                  <a:lnTo>
                    <a:pt x="9594359" y="463592"/>
                  </a:lnTo>
                  <a:lnTo>
                    <a:pt x="9628930" y="428221"/>
                  </a:lnTo>
                  <a:lnTo>
                    <a:pt x="9663230" y="392587"/>
                  </a:lnTo>
                  <a:lnTo>
                    <a:pt x="9697258" y="356692"/>
                  </a:lnTo>
                  <a:lnTo>
                    <a:pt x="9731013" y="320536"/>
                  </a:lnTo>
                  <a:lnTo>
                    <a:pt x="9764493" y="284121"/>
                  </a:lnTo>
                  <a:lnTo>
                    <a:pt x="9797696" y="247450"/>
                  </a:lnTo>
                  <a:lnTo>
                    <a:pt x="9830620" y="210524"/>
                  </a:lnTo>
                  <a:lnTo>
                    <a:pt x="9863265" y="173344"/>
                  </a:lnTo>
                  <a:lnTo>
                    <a:pt x="9895628" y="135911"/>
                  </a:lnTo>
                  <a:lnTo>
                    <a:pt x="9927707" y="98229"/>
                  </a:lnTo>
                  <a:lnTo>
                    <a:pt x="9959501" y="60298"/>
                  </a:lnTo>
                  <a:lnTo>
                    <a:pt x="9991009" y="22120"/>
                  </a:lnTo>
                  <a:lnTo>
                    <a:pt x="10008982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499488" y="0"/>
              <a:ext cx="7289165" cy="1397000"/>
            </a:xfrm>
            <a:custGeom>
              <a:avLst/>
              <a:gdLst/>
              <a:ahLst/>
              <a:cxnLst/>
              <a:rect l="l" t="t" r="r" b="b"/>
              <a:pathLst>
                <a:path w="7289165" h="1397000">
                  <a:moveTo>
                    <a:pt x="7289022" y="0"/>
                  </a:moveTo>
                  <a:lnTo>
                    <a:pt x="0" y="0"/>
                  </a:lnTo>
                  <a:lnTo>
                    <a:pt x="33241" y="29645"/>
                  </a:lnTo>
                  <a:lnTo>
                    <a:pt x="66914" y="59186"/>
                  </a:lnTo>
                  <a:lnTo>
                    <a:pt x="100832" y="88453"/>
                  </a:lnTo>
                  <a:lnTo>
                    <a:pt x="134991" y="117446"/>
                  </a:lnTo>
                  <a:lnTo>
                    <a:pt x="169391" y="146163"/>
                  </a:lnTo>
                  <a:lnTo>
                    <a:pt x="204030" y="174602"/>
                  </a:lnTo>
                  <a:lnTo>
                    <a:pt x="238905" y="202760"/>
                  </a:lnTo>
                  <a:lnTo>
                    <a:pt x="274016" y="230638"/>
                  </a:lnTo>
                  <a:lnTo>
                    <a:pt x="309360" y="258231"/>
                  </a:lnTo>
                  <a:lnTo>
                    <a:pt x="344936" y="285540"/>
                  </a:lnTo>
                  <a:lnTo>
                    <a:pt x="380742" y="312563"/>
                  </a:lnTo>
                  <a:lnTo>
                    <a:pt x="416776" y="339296"/>
                  </a:lnTo>
                  <a:lnTo>
                    <a:pt x="453037" y="365740"/>
                  </a:lnTo>
                  <a:lnTo>
                    <a:pt x="489523" y="391892"/>
                  </a:lnTo>
                  <a:lnTo>
                    <a:pt x="526232" y="417750"/>
                  </a:lnTo>
                  <a:lnTo>
                    <a:pt x="563162" y="443313"/>
                  </a:lnTo>
                  <a:lnTo>
                    <a:pt x="600312" y="468579"/>
                  </a:lnTo>
                  <a:lnTo>
                    <a:pt x="637680" y="493546"/>
                  </a:lnTo>
                  <a:lnTo>
                    <a:pt x="675265" y="518213"/>
                  </a:lnTo>
                  <a:lnTo>
                    <a:pt x="713064" y="542578"/>
                  </a:lnTo>
                  <a:lnTo>
                    <a:pt x="751076" y="566639"/>
                  </a:lnTo>
                  <a:lnTo>
                    <a:pt x="789299" y="590394"/>
                  </a:lnTo>
                  <a:lnTo>
                    <a:pt x="827732" y="613842"/>
                  </a:lnTo>
                  <a:lnTo>
                    <a:pt x="866372" y="636980"/>
                  </a:lnTo>
                  <a:lnTo>
                    <a:pt x="905218" y="659809"/>
                  </a:lnTo>
                  <a:lnTo>
                    <a:pt x="944269" y="682324"/>
                  </a:lnTo>
                  <a:lnTo>
                    <a:pt x="983522" y="704526"/>
                  </a:lnTo>
                  <a:lnTo>
                    <a:pt x="1022976" y="726411"/>
                  </a:lnTo>
                  <a:lnTo>
                    <a:pt x="1062629" y="747979"/>
                  </a:lnTo>
                  <a:lnTo>
                    <a:pt x="1102480" y="769228"/>
                  </a:lnTo>
                  <a:lnTo>
                    <a:pt x="1142526" y="790156"/>
                  </a:lnTo>
                  <a:lnTo>
                    <a:pt x="1182767" y="810761"/>
                  </a:lnTo>
                  <a:lnTo>
                    <a:pt x="1223199" y="831041"/>
                  </a:lnTo>
                  <a:lnTo>
                    <a:pt x="1263822" y="850995"/>
                  </a:lnTo>
                  <a:lnTo>
                    <a:pt x="1304634" y="870621"/>
                  </a:lnTo>
                  <a:lnTo>
                    <a:pt x="1345634" y="889918"/>
                  </a:lnTo>
                  <a:lnTo>
                    <a:pt x="1386818" y="908884"/>
                  </a:lnTo>
                  <a:lnTo>
                    <a:pt x="1428187" y="927516"/>
                  </a:lnTo>
                  <a:lnTo>
                    <a:pt x="1469737" y="945813"/>
                  </a:lnTo>
                  <a:lnTo>
                    <a:pt x="1511467" y="963774"/>
                  </a:lnTo>
                  <a:lnTo>
                    <a:pt x="1553376" y="981397"/>
                  </a:lnTo>
                  <a:lnTo>
                    <a:pt x="1595462" y="998680"/>
                  </a:lnTo>
                  <a:lnTo>
                    <a:pt x="1637723" y="1015621"/>
                  </a:lnTo>
                  <a:lnTo>
                    <a:pt x="1680158" y="1032219"/>
                  </a:lnTo>
                  <a:lnTo>
                    <a:pt x="1722764" y="1048472"/>
                  </a:lnTo>
                  <a:lnTo>
                    <a:pt x="1765540" y="1064378"/>
                  </a:lnTo>
                  <a:lnTo>
                    <a:pt x="1808484" y="1079935"/>
                  </a:lnTo>
                  <a:lnTo>
                    <a:pt x="1851595" y="1095143"/>
                  </a:lnTo>
                  <a:lnTo>
                    <a:pt x="1894871" y="1109998"/>
                  </a:lnTo>
                  <a:lnTo>
                    <a:pt x="1938309" y="1124500"/>
                  </a:lnTo>
                  <a:lnTo>
                    <a:pt x="1981909" y="1138646"/>
                  </a:lnTo>
                  <a:lnTo>
                    <a:pt x="2025669" y="1152435"/>
                  </a:lnTo>
                  <a:lnTo>
                    <a:pt x="2069587" y="1165865"/>
                  </a:lnTo>
                  <a:lnTo>
                    <a:pt x="2113661" y="1178935"/>
                  </a:lnTo>
                  <a:lnTo>
                    <a:pt x="2157889" y="1191643"/>
                  </a:lnTo>
                  <a:lnTo>
                    <a:pt x="2202271" y="1203986"/>
                  </a:lnTo>
                  <a:lnTo>
                    <a:pt x="2246803" y="1215964"/>
                  </a:lnTo>
                  <a:lnTo>
                    <a:pt x="2291485" y="1227575"/>
                  </a:lnTo>
                  <a:lnTo>
                    <a:pt x="2336314" y="1238816"/>
                  </a:lnTo>
                  <a:lnTo>
                    <a:pt x="2381289" y="1249687"/>
                  </a:lnTo>
                  <a:lnTo>
                    <a:pt x="2426409" y="1260185"/>
                  </a:lnTo>
                  <a:lnTo>
                    <a:pt x="2471671" y="1270309"/>
                  </a:lnTo>
                  <a:lnTo>
                    <a:pt x="2517074" y="1280057"/>
                  </a:lnTo>
                  <a:lnTo>
                    <a:pt x="2562615" y="1289427"/>
                  </a:lnTo>
                  <a:lnTo>
                    <a:pt x="2608295" y="1298417"/>
                  </a:lnTo>
                  <a:lnTo>
                    <a:pt x="2654109" y="1307027"/>
                  </a:lnTo>
                  <a:lnTo>
                    <a:pt x="2700058" y="1315254"/>
                  </a:lnTo>
                  <a:lnTo>
                    <a:pt x="2746139" y="1323096"/>
                  </a:lnTo>
                  <a:lnTo>
                    <a:pt x="2792351" y="1330552"/>
                  </a:lnTo>
                  <a:lnTo>
                    <a:pt x="2838691" y="1337620"/>
                  </a:lnTo>
                  <a:lnTo>
                    <a:pt x="2885158" y="1344298"/>
                  </a:lnTo>
                  <a:lnTo>
                    <a:pt x="2931750" y="1350584"/>
                  </a:lnTo>
                  <a:lnTo>
                    <a:pt x="2978467" y="1356478"/>
                  </a:lnTo>
                  <a:lnTo>
                    <a:pt x="3025305" y="1361977"/>
                  </a:lnTo>
                  <a:lnTo>
                    <a:pt x="3072263" y="1367079"/>
                  </a:lnTo>
                  <a:lnTo>
                    <a:pt x="3119340" y="1371783"/>
                  </a:lnTo>
                  <a:lnTo>
                    <a:pt x="3166533" y="1376086"/>
                  </a:lnTo>
                  <a:lnTo>
                    <a:pt x="3213841" y="1379988"/>
                  </a:lnTo>
                  <a:lnTo>
                    <a:pt x="3261263" y="1383487"/>
                  </a:lnTo>
                  <a:lnTo>
                    <a:pt x="3308797" y="1386580"/>
                  </a:lnTo>
                  <a:lnTo>
                    <a:pt x="3356440" y="1389267"/>
                  </a:lnTo>
                  <a:lnTo>
                    <a:pt x="3404191" y="1391545"/>
                  </a:lnTo>
                  <a:lnTo>
                    <a:pt x="3452049" y="1393413"/>
                  </a:lnTo>
                  <a:lnTo>
                    <a:pt x="3500012" y="1394868"/>
                  </a:lnTo>
                  <a:lnTo>
                    <a:pt x="3548077" y="1395910"/>
                  </a:lnTo>
                  <a:lnTo>
                    <a:pt x="3596244" y="1396536"/>
                  </a:lnTo>
                  <a:lnTo>
                    <a:pt x="3644511" y="1396746"/>
                  </a:lnTo>
                  <a:lnTo>
                    <a:pt x="3692777" y="1396536"/>
                  </a:lnTo>
                  <a:lnTo>
                    <a:pt x="3740944" y="1395910"/>
                  </a:lnTo>
                  <a:lnTo>
                    <a:pt x="3789010" y="1394868"/>
                  </a:lnTo>
                  <a:lnTo>
                    <a:pt x="3836972" y="1393413"/>
                  </a:lnTo>
                  <a:lnTo>
                    <a:pt x="3884830" y="1391545"/>
                  </a:lnTo>
                  <a:lnTo>
                    <a:pt x="3932581" y="1389267"/>
                  </a:lnTo>
                  <a:lnTo>
                    <a:pt x="3980225" y="1386580"/>
                  </a:lnTo>
                  <a:lnTo>
                    <a:pt x="4027758" y="1383487"/>
                  </a:lnTo>
                  <a:lnTo>
                    <a:pt x="4075180" y="1379988"/>
                  </a:lnTo>
                  <a:lnTo>
                    <a:pt x="4122488" y="1376086"/>
                  </a:lnTo>
                  <a:lnTo>
                    <a:pt x="4169682" y="1371783"/>
                  </a:lnTo>
                  <a:lnTo>
                    <a:pt x="4216758" y="1367079"/>
                  </a:lnTo>
                  <a:lnTo>
                    <a:pt x="4263717" y="1361977"/>
                  </a:lnTo>
                  <a:lnTo>
                    <a:pt x="4310555" y="1356478"/>
                  </a:lnTo>
                  <a:lnTo>
                    <a:pt x="4357271" y="1350584"/>
                  </a:lnTo>
                  <a:lnTo>
                    <a:pt x="4403863" y="1344298"/>
                  </a:lnTo>
                  <a:lnTo>
                    <a:pt x="4450331" y="1337620"/>
                  </a:lnTo>
                  <a:lnTo>
                    <a:pt x="4496671" y="1330552"/>
                  </a:lnTo>
                  <a:lnTo>
                    <a:pt x="4542882" y="1323096"/>
                  </a:lnTo>
                  <a:lnTo>
                    <a:pt x="4588963" y="1315254"/>
                  </a:lnTo>
                  <a:lnTo>
                    <a:pt x="4634912" y="1307027"/>
                  </a:lnTo>
                  <a:lnTo>
                    <a:pt x="4680727" y="1298417"/>
                  </a:lnTo>
                  <a:lnTo>
                    <a:pt x="4726406" y="1289427"/>
                  </a:lnTo>
                  <a:lnTo>
                    <a:pt x="4771948" y="1280057"/>
                  </a:lnTo>
                  <a:lnTo>
                    <a:pt x="4817350" y="1270309"/>
                  </a:lnTo>
                  <a:lnTo>
                    <a:pt x="4862612" y="1260185"/>
                  </a:lnTo>
                  <a:lnTo>
                    <a:pt x="4907732" y="1249687"/>
                  </a:lnTo>
                  <a:lnTo>
                    <a:pt x="4952707" y="1238816"/>
                  </a:lnTo>
                  <a:lnTo>
                    <a:pt x="4997537" y="1227575"/>
                  </a:lnTo>
                  <a:lnTo>
                    <a:pt x="5042218" y="1215964"/>
                  </a:lnTo>
                  <a:lnTo>
                    <a:pt x="5086751" y="1203986"/>
                  </a:lnTo>
                  <a:lnTo>
                    <a:pt x="5131132" y="1191643"/>
                  </a:lnTo>
                  <a:lnTo>
                    <a:pt x="5175360" y="1178935"/>
                  </a:lnTo>
                  <a:lnTo>
                    <a:pt x="5219434" y="1165865"/>
                  </a:lnTo>
                  <a:lnTo>
                    <a:pt x="5263352" y="1152435"/>
                  </a:lnTo>
                  <a:lnTo>
                    <a:pt x="5307112" y="1138646"/>
                  </a:lnTo>
                  <a:lnTo>
                    <a:pt x="5350712" y="1124500"/>
                  </a:lnTo>
                  <a:lnTo>
                    <a:pt x="5394151" y="1109998"/>
                  </a:lnTo>
                  <a:lnTo>
                    <a:pt x="5437426" y="1095143"/>
                  </a:lnTo>
                  <a:lnTo>
                    <a:pt x="5480537" y="1079935"/>
                  </a:lnTo>
                  <a:lnTo>
                    <a:pt x="5523481" y="1064378"/>
                  </a:lnTo>
                  <a:lnTo>
                    <a:pt x="5566258" y="1048472"/>
                  </a:lnTo>
                  <a:lnTo>
                    <a:pt x="5608864" y="1032219"/>
                  </a:lnTo>
                  <a:lnTo>
                    <a:pt x="5651298" y="1015621"/>
                  </a:lnTo>
                  <a:lnTo>
                    <a:pt x="5693559" y="998680"/>
                  </a:lnTo>
                  <a:lnTo>
                    <a:pt x="5735645" y="981397"/>
                  </a:lnTo>
                  <a:lnTo>
                    <a:pt x="5777554" y="963774"/>
                  </a:lnTo>
                  <a:lnTo>
                    <a:pt x="5819285" y="945813"/>
                  </a:lnTo>
                  <a:lnTo>
                    <a:pt x="5860835" y="927516"/>
                  </a:lnTo>
                  <a:lnTo>
                    <a:pt x="5902203" y="908884"/>
                  </a:lnTo>
                  <a:lnTo>
                    <a:pt x="5943388" y="889918"/>
                  </a:lnTo>
                  <a:lnTo>
                    <a:pt x="5984387" y="870621"/>
                  </a:lnTo>
                  <a:lnTo>
                    <a:pt x="6025199" y="850995"/>
                  </a:lnTo>
                  <a:lnTo>
                    <a:pt x="6065822" y="831041"/>
                  </a:lnTo>
                  <a:lnTo>
                    <a:pt x="6106255" y="810761"/>
                  </a:lnTo>
                  <a:lnTo>
                    <a:pt x="6146495" y="790156"/>
                  </a:lnTo>
                  <a:lnTo>
                    <a:pt x="6186541" y="769228"/>
                  </a:lnTo>
                  <a:lnTo>
                    <a:pt x="6226392" y="747979"/>
                  </a:lnTo>
                  <a:lnTo>
                    <a:pt x="6266045" y="726411"/>
                  </a:lnTo>
                  <a:lnTo>
                    <a:pt x="6305499" y="704526"/>
                  </a:lnTo>
                  <a:lnTo>
                    <a:pt x="6344753" y="682324"/>
                  </a:lnTo>
                  <a:lnTo>
                    <a:pt x="6383803" y="659809"/>
                  </a:lnTo>
                  <a:lnTo>
                    <a:pt x="6422649" y="636980"/>
                  </a:lnTo>
                  <a:lnTo>
                    <a:pt x="6461290" y="613842"/>
                  </a:lnTo>
                  <a:lnTo>
                    <a:pt x="6499722" y="590394"/>
                  </a:lnTo>
                  <a:lnTo>
                    <a:pt x="6537945" y="566639"/>
                  </a:lnTo>
                  <a:lnTo>
                    <a:pt x="6575957" y="542578"/>
                  </a:lnTo>
                  <a:lnTo>
                    <a:pt x="6613757" y="518213"/>
                  </a:lnTo>
                  <a:lnTo>
                    <a:pt x="6651341" y="493546"/>
                  </a:lnTo>
                  <a:lnTo>
                    <a:pt x="6688709" y="468579"/>
                  </a:lnTo>
                  <a:lnTo>
                    <a:pt x="6725859" y="443313"/>
                  </a:lnTo>
                  <a:lnTo>
                    <a:pt x="6762790" y="417750"/>
                  </a:lnTo>
                  <a:lnTo>
                    <a:pt x="6799499" y="391892"/>
                  </a:lnTo>
                  <a:lnTo>
                    <a:pt x="6835984" y="365740"/>
                  </a:lnTo>
                  <a:lnTo>
                    <a:pt x="6872245" y="339296"/>
                  </a:lnTo>
                  <a:lnTo>
                    <a:pt x="6908280" y="312563"/>
                  </a:lnTo>
                  <a:lnTo>
                    <a:pt x="6944085" y="285540"/>
                  </a:lnTo>
                  <a:lnTo>
                    <a:pt x="6979661" y="258231"/>
                  </a:lnTo>
                  <a:lnTo>
                    <a:pt x="7015005" y="230638"/>
                  </a:lnTo>
                  <a:lnTo>
                    <a:pt x="7050116" y="202760"/>
                  </a:lnTo>
                  <a:lnTo>
                    <a:pt x="7084991" y="174602"/>
                  </a:lnTo>
                  <a:lnTo>
                    <a:pt x="7119630" y="146163"/>
                  </a:lnTo>
                  <a:lnTo>
                    <a:pt x="7154030" y="117446"/>
                  </a:lnTo>
                  <a:lnTo>
                    <a:pt x="7188189" y="88453"/>
                  </a:lnTo>
                  <a:lnTo>
                    <a:pt x="7222107" y="59186"/>
                  </a:lnTo>
                  <a:lnTo>
                    <a:pt x="7255781" y="29645"/>
                  </a:lnTo>
                  <a:lnTo>
                    <a:pt x="72890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7491837" y="8458454"/>
            <a:ext cx="796290" cy="800100"/>
          </a:xfrm>
          <a:custGeom>
            <a:avLst/>
            <a:gdLst/>
            <a:ahLst/>
            <a:cxnLst/>
            <a:rect l="l" t="t" r="r" b="b"/>
            <a:pathLst>
              <a:path w="796290" h="800100">
                <a:moveTo>
                  <a:pt x="796163" y="0"/>
                </a:moveTo>
                <a:lnTo>
                  <a:pt x="80009" y="0"/>
                </a:lnTo>
                <a:lnTo>
                  <a:pt x="64337" y="1543"/>
                </a:lnTo>
                <a:lnTo>
                  <a:pt x="23368" y="23368"/>
                </a:lnTo>
                <a:lnTo>
                  <a:pt x="1543" y="64337"/>
                </a:lnTo>
                <a:lnTo>
                  <a:pt x="0" y="80010"/>
                </a:lnTo>
                <a:lnTo>
                  <a:pt x="0" y="719797"/>
                </a:lnTo>
                <a:lnTo>
                  <a:pt x="13394" y="764210"/>
                </a:lnTo>
                <a:lnTo>
                  <a:pt x="49403" y="793753"/>
                </a:lnTo>
                <a:lnTo>
                  <a:pt x="80009" y="799846"/>
                </a:lnTo>
                <a:lnTo>
                  <a:pt x="796163" y="799846"/>
                </a:lnTo>
                <a:lnTo>
                  <a:pt x="796163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09108" y="392164"/>
            <a:ext cx="13335" cy="536575"/>
          </a:xfrm>
          <a:custGeom>
            <a:avLst/>
            <a:gdLst/>
            <a:ahLst/>
            <a:cxnLst/>
            <a:rect l="l" t="t" r="r" b="b"/>
            <a:pathLst>
              <a:path w="13334" h="536575">
                <a:moveTo>
                  <a:pt x="12864" y="0"/>
                </a:moveTo>
                <a:lnTo>
                  <a:pt x="0" y="0"/>
                </a:lnTo>
                <a:lnTo>
                  <a:pt x="0" y="536202"/>
                </a:lnTo>
                <a:lnTo>
                  <a:pt x="12864" y="536202"/>
                </a:lnTo>
                <a:lnTo>
                  <a:pt x="12864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661" y="534419"/>
            <a:ext cx="1009376" cy="26638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652747" y="444188"/>
            <a:ext cx="263525" cy="452755"/>
          </a:xfrm>
          <a:custGeom>
            <a:avLst/>
            <a:gdLst/>
            <a:ahLst/>
            <a:cxnLst/>
            <a:rect l="l" t="t" r="r" b="b"/>
            <a:pathLst>
              <a:path w="263525" h="452755">
                <a:moveTo>
                  <a:pt x="132977" y="206963"/>
                </a:moveTo>
                <a:lnTo>
                  <a:pt x="123364" y="210579"/>
                </a:lnTo>
                <a:lnTo>
                  <a:pt x="119459" y="214194"/>
                </a:lnTo>
                <a:lnTo>
                  <a:pt x="117356" y="218713"/>
                </a:lnTo>
                <a:lnTo>
                  <a:pt x="114052" y="225943"/>
                </a:lnTo>
                <a:lnTo>
                  <a:pt x="115387" y="233173"/>
                </a:lnTo>
                <a:lnTo>
                  <a:pt x="115498" y="233776"/>
                </a:lnTo>
                <a:lnTo>
                  <a:pt x="115554" y="234077"/>
                </a:lnTo>
                <a:lnTo>
                  <a:pt x="120661" y="239500"/>
                </a:lnTo>
                <a:lnTo>
                  <a:pt x="93727" y="288404"/>
                </a:lnTo>
                <a:lnTo>
                  <a:pt x="73271" y="334963"/>
                </a:lnTo>
                <a:lnTo>
                  <a:pt x="59912" y="377399"/>
                </a:lnTo>
                <a:lnTo>
                  <a:pt x="54270" y="413932"/>
                </a:lnTo>
                <a:lnTo>
                  <a:pt x="47962" y="414836"/>
                </a:lnTo>
                <a:lnTo>
                  <a:pt x="42554" y="418753"/>
                </a:lnTo>
                <a:lnTo>
                  <a:pt x="39550" y="424778"/>
                </a:lnTo>
                <a:lnTo>
                  <a:pt x="37801" y="432008"/>
                </a:lnTo>
                <a:lnTo>
                  <a:pt x="37752" y="432211"/>
                </a:lnTo>
                <a:lnTo>
                  <a:pt x="38912" y="439502"/>
                </a:lnTo>
                <a:lnTo>
                  <a:pt x="42719" y="445834"/>
                </a:lnTo>
                <a:lnTo>
                  <a:pt x="48863" y="450386"/>
                </a:lnTo>
                <a:lnTo>
                  <a:pt x="49163" y="450687"/>
                </a:lnTo>
                <a:lnTo>
                  <a:pt x="49764" y="450687"/>
                </a:lnTo>
                <a:lnTo>
                  <a:pt x="50065" y="450988"/>
                </a:lnTo>
                <a:lnTo>
                  <a:pt x="57204" y="452273"/>
                </a:lnTo>
                <a:lnTo>
                  <a:pt x="63585" y="450988"/>
                </a:lnTo>
                <a:lnTo>
                  <a:pt x="63970" y="450988"/>
                </a:lnTo>
                <a:lnTo>
                  <a:pt x="70131" y="447048"/>
                </a:lnTo>
                <a:lnTo>
                  <a:pt x="73969" y="441649"/>
                </a:lnTo>
                <a:lnTo>
                  <a:pt x="57575" y="441649"/>
                </a:lnTo>
                <a:lnTo>
                  <a:pt x="49764" y="438034"/>
                </a:lnTo>
                <a:lnTo>
                  <a:pt x="47962" y="433214"/>
                </a:lnTo>
                <a:lnTo>
                  <a:pt x="51567" y="425380"/>
                </a:lnTo>
                <a:lnTo>
                  <a:pt x="55772" y="423874"/>
                </a:lnTo>
                <a:lnTo>
                  <a:pt x="73439" y="423874"/>
                </a:lnTo>
                <a:lnTo>
                  <a:pt x="71314" y="420245"/>
                </a:lnTo>
                <a:lnTo>
                  <a:pt x="65385" y="415740"/>
                </a:lnTo>
                <a:lnTo>
                  <a:pt x="67235" y="397706"/>
                </a:lnTo>
                <a:lnTo>
                  <a:pt x="71394" y="377668"/>
                </a:lnTo>
                <a:lnTo>
                  <a:pt x="77805" y="355878"/>
                </a:lnTo>
                <a:lnTo>
                  <a:pt x="86364" y="332727"/>
                </a:lnTo>
                <a:lnTo>
                  <a:pt x="86414" y="332591"/>
                </a:lnTo>
                <a:lnTo>
                  <a:pt x="121265" y="332591"/>
                </a:lnTo>
                <a:lnTo>
                  <a:pt x="150937" y="322047"/>
                </a:lnTo>
                <a:lnTo>
                  <a:pt x="90620" y="322047"/>
                </a:lnTo>
                <a:lnTo>
                  <a:pt x="99012" y="303524"/>
                </a:lnTo>
                <a:lnTo>
                  <a:pt x="108304" y="284807"/>
                </a:lnTo>
                <a:lnTo>
                  <a:pt x="118839" y="265235"/>
                </a:lnTo>
                <a:lnTo>
                  <a:pt x="130274" y="245525"/>
                </a:lnTo>
                <a:lnTo>
                  <a:pt x="138351" y="245525"/>
                </a:lnTo>
                <a:lnTo>
                  <a:pt x="143041" y="244207"/>
                </a:lnTo>
                <a:lnTo>
                  <a:pt x="148355" y="240484"/>
                </a:lnTo>
                <a:lnTo>
                  <a:pt x="152204" y="234981"/>
                </a:lnTo>
                <a:lnTo>
                  <a:pt x="152276" y="234680"/>
                </a:lnTo>
                <a:lnTo>
                  <a:pt x="133278" y="234680"/>
                </a:lnTo>
                <a:lnTo>
                  <a:pt x="131475" y="233776"/>
                </a:lnTo>
                <a:lnTo>
                  <a:pt x="127570" y="231968"/>
                </a:lnTo>
                <a:lnTo>
                  <a:pt x="125768" y="227148"/>
                </a:lnTo>
                <a:lnTo>
                  <a:pt x="127570" y="223232"/>
                </a:lnTo>
                <a:lnTo>
                  <a:pt x="128471" y="221123"/>
                </a:lnTo>
                <a:lnTo>
                  <a:pt x="129973" y="219918"/>
                </a:lnTo>
                <a:lnTo>
                  <a:pt x="132076" y="219014"/>
                </a:lnTo>
                <a:lnTo>
                  <a:pt x="133879" y="218412"/>
                </a:lnTo>
                <a:lnTo>
                  <a:pt x="151732" y="218412"/>
                </a:lnTo>
                <a:lnTo>
                  <a:pt x="149035" y="213926"/>
                </a:lnTo>
                <a:lnTo>
                  <a:pt x="142891" y="209374"/>
                </a:lnTo>
                <a:lnTo>
                  <a:pt x="138632" y="207380"/>
                </a:lnTo>
                <a:lnTo>
                  <a:pt x="140458" y="207380"/>
                </a:lnTo>
                <a:lnTo>
                  <a:pt x="132977" y="206963"/>
                </a:lnTo>
                <a:close/>
              </a:path>
              <a:path w="263525" h="452755">
                <a:moveTo>
                  <a:pt x="73439" y="423874"/>
                </a:moveTo>
                <a:lnTo>
                  <a:pt x="55772" y="423874"/>
                </a:lnTo>
                <a:lnTo>
                  <a:pt x="59678" y="425079"/>
                </a:lnTo>
                <a:lnTo>
                  <a:pt x="59978" y="425079"/>
                </a:lnTo>
                <a:lnTo>
                  <a:pt x="60278" y="425380"/>
                </a:lnTo>
                <a:lnTo>
                  <a:pt x="64184" y="427188"/>
                </a:lnTo>
                <a:lnTo>
                  <a:pt x="65986" y="432009"/>
                </a:lnTo>
                <a:lnTo>
                  <a:pt x="62381" y="439841"/>
                </a:lnTo>
                <a:lnTo>
                  <a:pt x="57575" y="441649"/>
                </a:lnTo>
                <a:lnTo>
                  <a:pt x="73969" y="441649"/>
                </a:lnTo>
                <a:lnTo>
                  <a:pt x="74398" y="441047"/>
                </a:lnTo>
                <a:lnTo>
                  <a:pt x="76073" y="433661"/>
                </a:lnTo>
                <a:lnTo>
                  <a:pt x="75072" y="427188"/>
                </a:lnTo>
                <a:lnTo>
                  <a:pt x="74961" y="426473"/>
                </a:lnTo>
                <a:lnTo>
                  <a:pt x="73439" y="423874"/>
                </a:lnTo>
                <a:close/>
              </a:path>
              <a:path w="263525" h="452755">
                <a:moveTo>
                  <a:pt x="121265" y="332591"/>
                </a:moveTo>
                <a:lnTo>
                  <a:pt x="86414" y="332591"/>
                </a:lnTo>
                <a:lnTo>
                  <a:pt x="120881" y="332727"/>
                </a:lnTo>
                <a:lnTo>
                  <a:pt x="121265" y="332591"/>
                </a:lnTo>
                <a:close/>
              </a:path>
              <a:path w="263525" h="452755">
                <a:moveTo>
                  <a:pt x="223750" y="26812"/>
                </a:moveTo>
                <a:lnTo>
                  <a:pt x="210783" y="26812"/>
                </a:lnTo>
                <a:lnTo>
                  <a:pt x="242184" y="89793"/>
                </a:lnTo>
                <a:lnTo>
                  <a:pt x="251826" y="145210"/>
                </a:lnTo>
                <a:lnTo>
                  <a:pt x="246532" y="190897"/>
                </a:lnTo>
                <a:lnTo>
                  <a:pt x="246429" y="191791"/>
                </a:lnTo>
                <a:lnTo>
                  <a:pt x="232711" y="228265"/>
                </a:lnTo>
                <a:lnTo>
                  <a:pt x="188544" y="284808"/>
                </a:lnTo>
                <a:lnTo>
                  <a:pt x="155358" y="307925"/>
                </a:lnTo>
                <a:lnTo>
                  <a:pt x="90620" y="322047"/>
                </a:lnTo>
                <a:lnTo>
                  <a:pt x="150937" y="322047"/>
                </a:lnTo>
                <a:lnTo>
                  <a:pt x="194772" y="294589"/>
                </a:lnTo>
                <a:lnTo>
                  <a:pt x="226705" y="259986"/>
                </a:lnTo>
                <a:lnTo>
                  <a:pt x="253704" y="207380"/>
                </a:lnTo>
                <a:lnTo>
                  <a:pt x="263160" y="152242"/>
                </a:lnTo>
                <a:lnTo>
                  <a:pt x="263275" y="150933"/>
                </a:lnTo>
                <a:lnTo>
                  <a:pt x="251038" y="80174"/>
                </a:lnTo>
                <a:lnTo>
                  <a:pt x="235389" y="45260"/>
                </a:lnTo>
                <a:lnTo>
                  <a:pt x="223750" y="26812"/>
                </a:lnTo>
                <a:close/>
              </a:path>
              <a:path w="263525" h="452755">
                <a:moveTo>
                  <a:pt x="205977" y="0"/>
                </a:moveTo>
                <a:lnTo>
                  <a:pt x="172894" y="54378"/>
                </a:lnTo>
                <a:lnTo>
                  <a:pt x="88545" y="100725"/>
                </a:lnTo>
                <a:lnTo>
                  <a:pt x="61555" y="116815"/>
                </a:lnTo>
                <a:lnTo>
                  <a:pt x="20024" y="158766"/>
                </a:lnTo>
                <a:lnTo>
                  <a:pt x="272" y="216192"/>
                </a:lnTo>
                <a:lnTo>
                  <a:pt x="251" y="218411"/>
                </a:lnTo>
                <a:lnTo>
                  <a:pt x="125" y="231667"/>
                </a:lnTo>
                <a:lnTo>
                  <a:pt x="6205" y="272036"/>
                </a:lnTo>
                <a:lnTo>
                  <a:pt x="33960" y="310758"/>
                </a:lnTo>
                <a:lnTo>
                  <a:pt x="46460" y="317528"/>
                </a:lnTo>
                <a:lnTo>
                  <a:pt x="46760" y="317829"/>
                </a:lnTo>
                <a:lnTo>
                  <a:pt x="47361" y="317829"/>
                </a:lnTo>
                <a:lnTo>
                  <a:pt x="47661" y="318130"/>
                </a:lnTo>
                <a:lnTo>
                  <a:pt x="53069" y="319938"/>
                </a:lnTo>
                <a:lnTo>
                  <a:pt x="54871" y="314515"/>
                </a:lnTo>
                <a:lnTo>
                  <a:pt x="58767" y="305176"/>
                </a:lnTo>
                <a:lnTo>
                  <a:pt x="46159" y="305176"/>
                </a:lnTo>
                <a:lnTo>
                  <a:pt x="16719" y="268421"/>
                </a:lnTo>
                <a:lnTo>
                  <a:pt x="11130" y="244207"/>
                </a:lnTo>
                <a:lnTo>
                  <a:pt x="11239" y="225943"/>
                </a:lnTo>
                <a:lnTo>
                  <a:pt x="29637" y="164791"/>
                </a:lnTo>
                <a:lnTo>
                  <a:pt x="68878" y="126003"/>
                </a:lnTo>
                <a:lnTo>
                  <a:pt x="150246" y="82141"/>
                </a:lnTo>
                <a:lnTo>
                  <a:pt x="175898" y="66504"/>
                </a:lnTo>
                <a:lnTo>
                  <a:pt x="196763" y="48494"/>
                </a:lnTo>
                <a:lnTo>
                  <a:pt x="210783" y="26812"/>
                </a:lnTo>
                <a:lnTo>
                  <a:pt x="223750" y="26812"/>
                </a:lnTo>
                <a:lnTo>
                  <a:pt x="213487" y="10544"/>
                </a:lnTo>
                <a:lnTo>
                  <a:pt x="205977" y="0"/>
                </a:lnTo>
                <a:close/>
              </a:path>
              <a:path w="263525" h="452755">
                <a:moveTo>
                  <a:pt x="164807" y="113774"/>
                </a:moveTo>
                <a:lnTo>
                  <a:pt x="145653" y="132241"/>
                </a:lnTo>
                <a:lnTo>
                  <a:pt x="146195" y="137678"/>
                </a:lnTo>
                <a:lnTo>
                  <a:pt x="148899" y="142498"/>
                </a:lnTo>
                <a:lnTo>
                  <a:pt x="122285" y="170416"/>
                </a:lnTo>
                <a:lnTo>
                  <a:pt x="94150" y="209037"/>
                </a:lnTo>
                <a:lnTo>
                  <a:pt x="67704" y="255058"/>
                </a:lnTo>
                <a:lnTo>
                  <a:pt x="46159" y="305176"/>
                </a:lnTo>
                <a:lnTo>
                  <a:pt x="58767" y="305176"/>
                </a:lnTo>
                <a:lnTo>
                  <a:pt x="75947" y="263993"/>
                </a:lnTo>
                <a:lnTo>
                  <a:pt x="102486" y="217171"/>
                </a:lnTo>
                <a:lnTo>
                  <a:pt x="130828" y="177976"/>
                </a:lnTo>
                <a:lnTo>
                  <a:pt x="157311" y="150331"/>
                </a:lnTo>
                <a:lnTo>
                  <a:pt x="173810" y="150331"/>
                </a:lnTo>
                <a:lnTo>
                  <a:pt x="179470" y="146273"/>
                </a:lnTo>
                <a:lnTo>
                  <a:pt x="182338" y="141594"/>
                </a:lnTo>
                <a:lnTo>
                  <a:pt x="166924" y="141594"/>
                </a:lnTo>
                <a:lnTo>
                  <a:pt x="158512" y="138581"/>
                </a:lnTo>
                <a:lnTo>
                  <a:pt x="156710" y="134062"/>
                </a:lnTo>
                <a:lnTo>
                  <a:pt x="158212" y="129845"/>
                </a:lnTo>
                <a:lnTo>
                  <a:pt x="159598" y="126229"/>
                </a:lnTo>
                <a:lnTo>
                  <a:pt x="159685" y="126004"/>
                </a:lnTo>
                <a:lnTo>
                  <a:pt x="159553" y="126004"/>
                </a:lnTo>
                <a:lnTo>
                  <a:pt x="164220" y="123819"/>
                </a:lnTo>
                <a:lnTo>
                  <a:pt x="182185" y="123819"/>
                </a:lnTo>
                <a:lnTo>
                  <a:pt x="178799" y="119070"/>
                </a:lnTo>
                <a:lnTo>
                  <a:pt x="172430" y="115144"/>
                </a:lnTo>
                <a:lnTo>
                  <a:pt x="172683" y="115144"/>
                </a:lnTo>
                <a:lnTo>
                  <a:pt x="164807" y="113774"/>
                </a:lnTo>
                <a:close/>
              </a:path>
              <a:path w="263525" h="452755">
                <a:moveTo>
                  <a:pt x="138351" y="245525"/>
                </a:moveTo>
                <a:lnTo>
                  <a:pt x="130274" y="245525"/>
                </a:lnTo>
                <a:lnTo>
                  <a:pt x="136826" y="245954"/>
                </a:lnTo>
                <a:lnTo>
                  <a:pt x="138351" y="245525"/>
                </a:lnTo>
                <a:close/>
              </a:path>
              <a:path w="263525" h="452755">
                <a:moveTo>
                  <a:pt x="151732" y="218412"/>
                </a:moveTo>
                <a:lnTo>
                  <a:pt x="135681" y="218412"/>
                </a:lnTo>
                <a:lnTo>
                  <a:pt x="137484" y="219014"/>
                </a:lnTo>
                <a:lnTo>
                  <a:pt x="137784" y="219014"/>
                </a:lnTo>
                <a:lnTo>
                  <a:pt x="138084" y="219315"/>
                </a:lnTo>
                <a:lnTo>
                  <a:pt x="141990" y="221123"/>
                </a:lnTo>
                <a:lnTo>
                  <a:pt x="143792" y="225943"/>
                </a:lnTo>
                <a:lnTo>
                  <a:pt x="141990" y="229860"/>
                </a:lnTo>
                <a:lnTo>
                  <a:pt x="141088" y="231667"/>
                </a:lnTo>
                <a:lnTo>
                  <a:pt x="139586" y="233174"/>
                </a:lnTo>
                <a:lnTo>
                  <a:pt x="137484" y="234077"/>
                </a:lnTo>
                <a:lnTo>
                  <a:pt x="135381" y="234680"/>
                </a:lnTo>
                <a:lnTo>
                  <a:pt x="152276" y="234680"/>
                </a:lnTo>
                <a:lnTo>
                  <a:pt x="154001" y="227548"/>
                </a:lnTo>
                <a:lnTo>
                  <a:pt x="152842" y="220257"/>
                </a:lnTo>
                <a:lnTo>
                  <a:pt x="151732" y="218412"/>
                </a:lnTo>
                <a:close/>
              </a:path>
              <a:path w="263525" h="452755">
                <a:moveTo>
                  <a:pt x="173810" y="150331"/>
                </a:moveTo>
                <a:lnTo>
                  <a:pt x="157311" y="150331"/>
                </a:lnTo>
                <a:lnTo>
                  <a:pt x="158512" y="150933"/>
                </a:lnTo>
                <a:lnTo>
                  <a:pt x="158813" y="150933"/>
                </a:lnTo>
                <a:lnTo>
                  <a:pt x="166337" y="152242"/>
                </a:lnTo>
                <a:lnTo>
                  <a:pt x="173495" y="150557"/>
                </a:lnTo>
                <a:lnTo>
                  <a:pt x="173810" y="150331"/>
                </a:lnTo>
                <a:close/>
              </a:path>
              <a:path w="263525" h="452755">
                <a:moveTo>
                  <a:pt x="182185" y="123819"/>
                </a:moveTo>
                <a:lnTo>
                  <a:pt x="164220" y="123819"/>
                </a:lnTo>
                <a:lnTo>
                  <a:pt x="172631" y="126832"/>
                </a:lnTo>
                <a:lnTo>
                  <a:pt x="174434" y="131351"/>
                </a:lnTo>
                <a:lnTo>
                  <a:pt x="171430" y="139786"/>
                </a:lnTo>
                <a:lnTo>
                  <a:pt x="166924" y="141594"/>
                </a:lnTo>
                <a:lnTo>
                  <a:pt x="182338" y="141594"/>
                </a:lnTo>
                <a:lnTo>
                  <a:pt x="183446" y="139786"/>
                </a:lnTo>
                <a:lnTo>
                  <a:pt x="184751" y="132241"/>
                </a:lnTo>
                <a:lnTo>
                  <a:pt x="183132" y="125326"/>
                </a:lnTo>
                <a:lnTo>
                  <a:pt x="183071" y="125062"/>
                </a:lnTo>
                <a:lnTo>
                  <a:pt x="182185" y="123819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65365" y="3712083"/>
            <a:ext cx="7312659" cy="0"/>
          </a:xfrm>
          <a:custGeom>
            <a:avLst/>
            <a:gdLst/>
            <a:ahLst/>
            <a:cxnLst/>
            <a:rect l="l" t="t" r="r" b="b"/>
            <a:pathLst>
              <a:path w="7312659" h="0">
                <a:moveTo>
                  <a:pt x="0" y="0"/>
                </a:moveTo>
                <a:lnTo>
                  <a:pt x="7312291" y="0"/>
                </a:lnTo>
              </a:path>
            </a:pathLst>
          </a:custGeom>
          <a:ln w="19050">
            <a:solidFill>
              <a:srgbClr val="C2BC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720706" y="3698494"/>
            <a:ext cx="7312659" cy="0"/>
          </a:xfrm>
          <a:custGeom>
            <a:avLst/>
            <a:gdLst/>
            <a:ahLst/>
            <a:cxnLst/>
            <a:rect l="l" t="t" r="r" b="b"/>
            <a:pathLst>
              <a:path w="7312659" h="0">
                <a:moveTo>
                  <a:pt x="0" y="0"/>
                </a:moveTo>
                <a:lnTo>
                  <a:pt x="7312279" y="0"/>
                </a:lnTo>
              </a:path>
            </a:pathLst>
          </a:custGeom>
          <a:ln w="19050">
            <a:solidFill>
              <a:srgbClr val="C2BC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316098" y="4420615"/>
            <a:ext cx="4777105" cy="675005"/>
          </a:xfrm>
          <a:custGeom>
            <a:avLst/>
            <a:gdLst/>
            <a:ahLst/>
            <a:cxnLst/>
            <a:rect l="l" t="t" r="r" b="b"/>
            <a:pathLst>
              <a:path w="4777105" h="675004">
                <a:moveTo>
                  <a:pt x="4661154" y="0"/>
                </a:moveTo>
                <a:lnTo>
                  <a:pt x="115696" y="0"/>
                </a:lnTo>
                <a:lnTo>
                  <a:pt x="70669" y="9094"/>
                </a:lnTo>
                <a:lnTo>
                  <a:pt x="33893" y="33893"/>
                </a:lnTo>
                <a:lnTo>
                  <a:pt x="9094" y="70669"/>
                </a:lnTo>
                <a:lnTo>
                  <a:pt x="0" y="115697"/>
                </a:lnTo>
                <a:lnTo>
                  <a:pt x="0" y="559308"/>
                </a:lnTo>
                <a:lnTo>
                  <a:pt x="9094" y="604335"/>
                </a:lnTo>
                <a:lnTo>
                  <a:pt x="33893" y="641111"/>
                </a:lnTo>
                <a:lnTo>
                  <a:pt x="70669" y="665910"/>
                </a:lnTo>
                <a:lnTo>
                  <a:pt x="115696" y="675005"/>
                </a:lnTo>
                <a:lnTo>
                  <a:pt x="4661154" y="675005"/>
                </a:lnTo>
                <a:lnTo>
                  <a:pt x="4706181" y="665910"/>
                </a:lnTo>
                <a:lnTo>
                  <a:pt x="4742957" y="641111"/>
                </a:lnTo>
                <a:lnTo>
                  <a:pt x="4767756" y="604335"/>
                </a:lnTo>
                <a:lnTo>
                  <a:pt x="4776851" y="559308"/>
                </a:lnTo>
                <a:lnTo>
                  <a:pt x="4776851" y="115697"/>
                </a:lnTo>
                <a:lnTo>
                  <a:pt x="4767756" y="70669"/>
                </a:lnTo>
                <a:lnTo>
                  <a:pt x="4742957" y="33893"/>
                </a:lnTo>
                <a:lnTo>
                  <a:pt x="4706181" y="9094"/>
                </a:lnTo>
                <a:lnTo>
                  <a:pt x="4661154" y="0"/>
                </a:lnTo>
                <a:close/>
              </a:path>
            </a:pathLst>
          </a:custGeom>
          <a:solidFill>
            <a:srgbClr val="5591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009138" y="4552569"/>
            <a:ext cx="339090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40">
                <a:solidFill>
                  <a:srgbClr val="FFFFFF"/>
                </a:solidFill>
                <a:latin typeface="Arial Black"/>
                <a:cs typeface="Arial Black"/>
              </a:rPr>
              <a:t>Premium</a:t>
            </a:r>
            <a:r>
              <a:rPr dirty="0" sz="2200" spc="-20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200" spc="-70">
                <a:solidFill>
                  <a:srgbClr val="FFFFFF"/>
                </a:solidFill>
                <a:latin typeface="Arial Black"/>
                <a:cs typeface="Arial Black"/>
              </a:rPr>
              <a:t>Subscriptions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6975" y="2711272"/>
            <a:ext cx="1267460" cy="788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0" spc="-495">
                <a:solidFill>
                  <a:srgbClr val="5591A3"/>
                </a:solidFill>
                <a:latin typeface="Arial Black"/>
                <a:cs typeface="Arial Black"/>
              </a:rPr>
              <a:t>B2C</a:t>
            </a:r>
            <a:endParaRPr sz="5000">
              <a:latin typeface="Arial Black"/>
              <a:cs typeface="Arial Black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177117" y="2932543"/>
            <a:ext cx="584835" cy="584835"/>
          </a:xfrm>
          <a:custGeom>
            <a:avLst/>
            <a:gdLst/>
            <a:ahLst/>
            <a:cxnLst/>
            <a:rect l="l" t="t" r="r" b="b"/>
            <a:pathLst>
              <a:path w="584835" h="584835">
                <a:moveTo>
                  <a:pt x="113576" y="89065"/>
                </a:moveTo>
                <a:lnTo>
                  <a:pt x="109220" y="84696"/>
                </a:lnTo>
                <a:lnTo>
                  <a:pt x="41986" y="84696"/>
                </a:lnTo>
                <a:lnTo>
                  <a:pt x="37630" y="89065"/>
                </a:lnTo>
                <a:lnTo>
                  <a:pt x="37630" y="99822"/>
                </a:lnTo>
                <a:lnTo>
                  <a:pt x="41986" y="104190"/>
                </a:lnTo>
                <a:lnTo>
                  <a:pt x="109220" y="104190"/>
                </a:lnTo>
                <a:lnTo>
                  <a:pt x="113576" y="99834"/>
                </a:lnTo>
                <a:lnTo>
                  <a:pt x="113576" y="94449"/>
                </a:lnTo>
                <a:lnTo>
                  <a:pt x="113576" y="89065"/>
                </a:lnTo>
                <a:close/>
              </a:path>
              <a:path w="584835" h="584835">
                <a:moveTo>
                  <a:pt x="150901" y="89242"/>
                </a:moveTo>
                <a:lnTo>
                  <a:pt x="146685" y="85026"/>
                </a:lnTo>
                <a:lnTo>
                  <a:pt x="136283" y="85013"/>
                </a:lnTo>
                <a:lnTo>
                  <a:pt x="132067" y="89217"/>
                </a:lnTo>
                <a:lnTo>
                  <a:pt x="132067" y="99644"/>
                </a:lnTo>
                <a:lnTo>
                  <a:pt x="136271" y="103847"/>
                </a:lnTo>
                <a:lnTo>
                  <a:pt x="141465" y="103860"/>
                </a:lnTo>
                <a:lnTo>
                  <a:pt x="146659" y="103860"/>
                </a:lnTo>
                <a:lnTo>
                  <a:pt x="150888" y="99644"/>
                </a:lnTo>
                <a:lnTo>
                  <a:pt x="150901" y="89242"/>
                </a:lnTo>
                <a:close/>
              </a:path>
              <a:path w="584835" h="584835">
                <a:moveTo>
                  <a:pt x="259397" y="512292"/>
                </a:moveTo>
                <a:lnTo>
                  <a:pt x="255409" y="501129"/>
                </a:lnTo>
                <a:lnTo>
                  <a:pt x="241541" y="478294"/>
                </a:lnTo>
                <a:lnTo>
                  <a:pt x="241541" y="515848"/>
                </a:lnTo>
                <a:lnTo>
                  <a:pt x="239953" y="521919"/>
                </a:lnTo>
                <a:lnTo>
                  <a:pt x="236474" y="524002"/>
                </a:lnTo>
                <a:lnTo>
                  <a:pt x="234975" y="524916"/>
                </a:lnTo>
                <a:lnTo>
                  <a:pt x="179997" y="554151"/>
                </a:lnTo>
                <a:lnTo>
                  <a:pt x="175336" y="556856"/>
                </a:lnTo>
                <a:lnTo>
                  <a:pt x="169367" y="555282"/>
                </a:lnTo>
                <a:lnTo>
                  <a:pt x="163957" y="545973"/>
                </a:lnTo>
                <a:lnTo>
                  <a:pt x="165531" y="540004"/>
                </a:lnTo>
                <a:lnTo>
                  <a:pt x="170192" y="537298"/>
                </a:lnTo>
                <a:lnTo>
                  <a:pt x="183184" y="530377"/>
                </a:lnTo>
                <a:lnTo>
                  <a:pt x="190106" y="526961"/>
                </a:lnTo>
                <a:lnTo>
                  <a:pt x="190017" y="521919"/>
                </a:lnTo>
                <a:lnTo>
                  <a:pt x="189928" y="516178"/>
                </a:lnTo>
                <a:lnTo>
                  <a:pt x="182880" y="513016"/>
                </a:lnTo>
                <a:lnTo>
                  <a:pt x="140500" y="487527"/>
                </a:lnTo>
                <a:lnTo>
                  <a:pt x="108254" y="457250"/>
                </a:lnTo>
                <a:lnTo>
                  <a:pt x="85750" y="421525"/>
                </a:lnTo>
                <a:lnTo>
                  <a:pt x="72542" y="379679"/>
                </a:lnTo>
                <a:lnTo>
                  <a:pt x="68237" y="331063"/>
                </a:lnTo>
                <a:lnTo>
                  <a:pt x="68237" y="325678"/>
                </a:lnTo>
                <a:lnTo>
                  <a:pt x="72593" y="321310"/>
                </a:lnTo>
                <a:lnTo>
                  <a:pt x="83362" y="321310"/>
                </a:lnTo>
                <a:lnTo>
                  <a:pt x="87718" y="325678"/>
                </a:lnTo>
                <a:lnTo>
                  <a:pt x="87718" y="331063"/>
                </a:lnTo>
                <a:lnTo>
                  <a:pt x="93319" y="383197"/>
                </a:lnTo>
                <a:lnTo>
                  <a:pt x="110540" y="426491"/>
                </a:lnTo>
                <a:lnTo>
                  <a:pt x="140042" y="462051"/>
                </a:lnTo>
                <a:lnTo>
                  <a:pt x="182499" y="490994"/>
                </a:lnTo>
                <a:lnTo>
                  <a:pt x="188772" y="492010"/>
                </a:lnTo>
                <a:lnTo>
                  <a:pt x="194043" y="488975"/>
                </a:lnTo>
                <a:lnTo>
                  <a:pt x="196761" y="483539"/>
                </a:lnTo>
                <a:lnTo>
                  <a:pt x="195376" y="477329"/>
                </a:lnTo>
                <a:lnTo>
                  <a:pt x="183794" y="458241"/>
                </a:lnTo>
                <a:lnTo>
                  <a:pt x="183921" y="457733"/>
                </a:lnTo>
                <a:lnTo>
                  <a:pt x="185153" y="452716"/>
                </a:lnTo>
                <a:lnTo>
                  <a:pt x="185254" y="452259"/>
                </a:lnTo>
                <a:lnTo>
                  <a:pt x="189865" y="449453"/>
                </a:lnTo>
                <a:lnTo>
                  <a:pt x="194500" y="446747"/>
                </a:lnTo>
                <a:lnTo>
                  <a:pt x="200418" y="448195"/>
                </a:lnTo>
                <a:lnTo>
                  <a:pt x="203276" y="452716"/>
                </a:lnTo>
                <a:lnTo>
                  <a:pt x="238772" y="511200"/>
                </a:lnTo>
                <a:lnTo>
                  <a:pt x="241541" y="515848"/>
                </a:lnTo>
                <a:lnTo>
                  <a:pt x="241541" y="478294"/>
                </a:lnTo>
                <a:lnTo>
                  <a:pt x="222389" y="446747"/>
                </a:lnTo>
                <a:lnTo>
                  <a:pt x="219900" y="442645"/>
                </a:lnTo>
                <a:lnTo>
                  <a:pt x="212153" y="434187"/>
                </a:lnTo>
                <a:lnTo>
                  <a:pt x="201853" y="429488"/>
                </a:lnTo>
                <a:lnTo>
                  <a:pt x="190512" y="428942"/>
                </a:lnTo>
                <a:lnTo>
                  <a:pt x="179692" y="432904"/>
                </a:lnTo>
                <a:lnTo>
                  <a:pt x="165696" y="457733"/>
                </a:lnTo>
                <a:lnTo>
                  <a:pt x="139382" y="433539"/>
                </a:lnTo>
                <a:lnTo>
                  <a:pt x="121196" y="404901"/>
                </a:lnTo>
                <a:lnTo>
                  <a:pt x="110629" y="370992"/>
                </a:lnTo>
                <a:lnTo>
                  <a:pt x="107226" y="331063"/>
                </a:lnTo>
                <a:lnTo>
                  <a:pt x="105257" y="321310"/>
                </a:lnTo>
                <a:lnTo>
                  <a:pt x="104914" y="319633"/>
                </a:lnTo>
                <a:lnTo>
                  <a:pt x="98653" y="310337"/>
                </a:lnTo>
                <a:lnTo>
                  <a:pt x="89357" y="304063"/>
                </a:lnTo>
                <a:lnTo>
                  <a:pt x="77978" y="301764"/>
                </a:lnTo>
                <a:lnTo>
                  <a:pt x="66598" y="304063"/>
                </a:lnTo>
                <a:lnTo>
                  <a:pt x="57302" y="310337"/>
                </a:lnTo>
                <a:lnTo>
                  <a:pt x="51041" y="319633"/>
                </a:lnTo>
                <a:lnTo>
                  <a:pt x="48742" y="331063"/>
                </a:lnTo>
                <a:lnTo>
                  <a:pt x="52882" y="379679"/>
                </a:lnTo>
                <a:lnTo>
                  <a:pt x="52959" y="380631"/>
                </a:lnTo>
                <a:lnTo>
                  <a:pt x="65773" y="424167"/>
                </a:lnTo>
                <a:lnTo>
                  <a:pt x="85280" y="458241"/>
                </a:lnTo>
                <a:lnTo>
                  <a:pt x="118110" y="494449"/>
                </a:lnTo>
                <a:lnTo>
                  <a:pt x="158089" y="521919"/>
                </a:lnTo>
                <a:lnTo>
                  <a:pt x="150406" y="530377"/>
                </a:lnTo>
                <a:lnTo>
                  <a:pt x="150279" y="530504"/>
                </a:lnTo>
                <a:lnTo>
                  <a:pt x="146507" y="541058"/>
                </a:lnTo>
                <a:lnTo>
                  <a:pt x="146951" y="552259"/>
                </a:lnTo>
                <a:lnTo>
                  <a:pt x="151841" y="562800"/>
                </a:lnTo>
                <a:lnTo>
                  <a:pt x="159499" y="570026"/>
                </a:lnTo>
                <a:lnTo>
                  <a:pt x="168910" y="574001"/>
                </a:lnTo>
                <a:lnTo>
                  <a:pt x="179133" y="574497"/>
                </a:lnTo>
                <a:lnTo>
                  <a:pt x="189153" y="571284"/>
                </a:lnTo>
                <a:lnTo>
                  <a:pt x="216293" y="556856"/>
                </a:lnTo>
                <a:lnTo>
                  <a:pt x="244157" y="542048"/>
                </a:lnTo>
                <a:lnTo>
                  <a:pt x="253276" y="534492"/>
                </a:lnTo>
                <a:lnTo>
                  <a:pt x="258521" y="524002"/>
                </a:lnTo>
                <a:lnTo>
                  <a:pt x="259334" y="513016"/>
                </a:lnTo>
                <a:lnTo>
                  <a:pt x="259397" y="512292"/>
                </a:lnTo>
                <a:close/>
              </a:path>
              <a:path w="584835" h="584835">
                <a:moveTo>
                  <a:pt x="292404" y="76276"/>
                </a:moveTo>
                <a:lnTo>
                  <a:pt x="290436" y="66522"/>
                </a:lnTo>
                <a:lnTo>
                  <a:pt x="290106" y="64884"/>
                </a:lnTo>
                <a:lnTo>
                  <a:pt x="283845" y="55587"/>
                </a:lnTo>
                <a:lnTo>
                  <a:pt x="274548" y="49326"/>
                </a:lnTo>
                <a:lnTo>
                  <a:pt x="272910" y="48996"/>
                </a:lnTo>
                <a:lnTo>
                  <a:pt x="272910" y="70891"/>
                </a:lnTo>
                <a:lnTo>
                  <a:pt x="272910" y="178816"/>
                </a:lnTo>
                <a:lnTo>
                  <a:pt x="272910" y="198310"/>
                </a:lnTo>
                <a:lnTo>
                  <a:pt x="272910" y="259181"/>
                </a:lnTo>
                <a:lnTo>
                  <a:pt x="268541" y="263537"/>
                </a:lnTo>
                <a:lnTo>
                  <a:pt x="23863" y="263537"/>
                </a:lnTo>
                <a:lnTo>
                  <a:pt x="19494" y="259181"/>
                </a:lnTo>
                <a:lnTo>
                  <a:pt x="19494" y="198310"/>
                </a:lnTo>
                <a:lnTo>
                  <a:pt x="54546" y="198310"/>
                </a:lnTo>
                <a:lnTo>
                  <a:pt x="54660" y="201091"/>
                </a:lnTo>
                <a:lnTo>
                  <a:pt x="56515" y="211366"/>
                </a:lnTo>
                <a:lnTo>
                  <a:pt x="62204" y="220192"/>
                </a:lnTo>
                <a:lnTo>
                  <a:pt x="62318" y="220370"/>
                </a:lnTo>
                <a:lnTo>
                  <a:pt x="71069" y="226542"/>
                </a:lnTo>
                <a:lnTo>
                  <a:pt x="81889" y="228968"/>
                </a:lnTo>
                <a:lnTo>
                  <a:pt x="92811" y="226999"/>
                </a:lnTo>
                <a:lnTo>
                  <a:pt x="101815" y="221195"/>
                </a:lnTo>
                <a:lnTo>
                  <a:pt x="107988" y="212445"/>
                </a:lnTo>
                <a:lnTo>
                  <a:pt x="108673" y="209384"/>
                </a:lnTo>
                <a:lnTo>
                  <a:pt x="110401" y="201612"/>
                </a:lnTo>
                <a:lnTo>
                  <a:pt x="110401" y="198310"/>
                </a:lnTo>
                <a:lnTo>
                  <a:pt x="181952" y="198310"/>
                </a:lnTo>
                <a:lnTo>
                  <a:pt x="181952" y="200444"/>
                </a:lnTo>
                <a:lnTo>
                  <a:pt x="183654" y="208889"/>
                </a:lnTo>
                <a:lnTo>
                  <a:pt x="184175" y="211366"/>
                </a:lnTo>
                <a:lnTo>
                  <a:pt x="190131" y="220205"/>
                </a:lnTo>
                <a:lnTo>
                  <a:pt x="198996" y="226187"/>
                </a:lnTo>
                <a:lnTo>
                  <a:pt x="209867" y="228384"/>
                </a:lnTo>
                <a:lnTo>
                  <a:pt x="220738" y="226187"/>
                </a:lnTo>
                <a:lnTo>
                  <a:pt x="237794" y="200444"/>
                </a:lnTo>
                <a:lnTo>
                  <a:pt x="237794" y="198310"/>
                </a:lnTo>
                <a:lnTo>
                  <a:pt x="272910" y="198310"/>
                </a:lnTo>
                <a:lnTo>
                  <a:pt x="272910" y="178816"/>
                </a:lnTo>
                <a:lnTo>
                  <a:pt x="237820" y="178816"/>
                </a:lnTo>
                <a:lnTo>
                  <a:pt x="237820" y="164338"/>
                </a:lnTo>
                <a:lnTo>
                  <a:pt x="233451" y="159981"/>
                </a:lnTo>
                <a:lnTo>
                  <a:pt x="218313" y="159981"/>
                </a:lnTo>
                <a:lnTo>
                  <a:pt x="218313" y="179476"/>
                </a:lnTo>
                <a:lnTo>
                  <a:pt x="218313" y="205105"/>
                </a:lnTo>
                <a:lnTo>
                  <a:pt x="214528" y="208889"/>
                </a:lnTo>
                <a:lnTo>
                  <a:pt x="205219" y="208889"/>
                </a:lnTo>
                <a:lnTo>
                  <a:pt x="201447" y="205105"/>
                </a:lnTo>
                <a:lnTo>
                  <a:pt x="201447" y="198310"/>
                </a:lnTo>
                <a:lnTo>
                  <a:pt x="201447" y="179476"/>
                </a:lnTo>
                <a:lnTo>
                  <a:pt x="218313" y="179476"/>
                </a:lnTo>
                <a:lnTo>
                  <a:pt x="218313" y="159981"/>
                </a:lnTo>
                <a:lnTo>
                  <a:pt x="186321" y="159981"/>
                </a:lnTo>
                <a:lnTo>
                  <a:pt x="181952" y="164338"/>
                </a:lnTo>
                <a:lnTo>
                  <a:pt x="181952" y="178816"/>
                </a:lnTo>
                <a:lnTo>
                  <a:pt x="110401" y="178816"/>
                </a:lnTo>
                <a:lnTo>
                  <a:pt x="110401" y="164338"/>
                </a:lnTo>
                <a:lnTo>
                  <a:pt x="106045" y="159981"/>
                </a:lnTo>
                <a:lnTo>
                  <a:pt x="91097" y="159981"/>
                </a:lnTo>
                <a:lnTo>
                  <a:pt x="91097" y="205105"/>
                </a:lnTo>
                <a:lnTo>
                  <a:pt x="87464" y="209029"/>
                </a:lnTo>
                <a:lnTo>
                  <a:pt x="78143" y="209384"/>
                </a:lnTo>
                <a:lnTo>
                  <a:pt x="74218" y="205752"/>
                </a:lnTo>
                <a:lnTo>
                  <a:pt x="74066" y="201612"/>
                </a:lnTo>
                <a:lnTo>
                  <a:pt x="74041" y="198310"/>
                </a:lnTo>
                <a:lnTo>
                  <a:pt x="74041" y="179476"/>
                </a:lnTo>
                <a:lnTo>
                  <a:pt x="90919" y="179476"/>
                </a:lnTo>
                <a:lnTo>
                  <a:pt x="90957" y="201612"/>
                </a:lnTo>
                <a:lnTo>
                  <a:pt x="91097" y="205105"/>
                </a:lnTo>
                <a:lnTo>
                  <a:pt x="91097" y="159981"/>
                </a:lnTo>
                <a:lnTo>
                  <a:pt x="58915" y="159981"/>
                </a:lnTo>
                <a:lnTo>
                  <a:pt x="54546" y="164338"/>
                </a:lnTo>
                <a:lnTo>
                  <a:pt x="54546" y="178816"/>
                </a:lnTo>
                <a:lnTo>
                  <a:pt x="19494" y="178816"/>
                </a:lnTo>
                <a:lnTo>
                  <a:pt x="19494" y="70891"/>
                </a:lnTo>
                <a:lnTo>
                  <a:pt x="23863" y="66522"/>
                </a:lnTo>
                <a:lnTo>
                  <a:pt x="268541" y="66522"/>
                </a:lnTo>
                <a:lnTo>
                  <a:pt x="272910" y="70891"/>
                </a:lnTo>
                <a:lnTo>
                  <a:pt x="272910" y="48996"/>
                </a:lnTo>
                <a:lnTo>
                  <a:pt x="263156" y="47028"/>
                </a:lnTo>
                <a:lnTo>
                  <a:pt x="217106" y="47028"/>
                </a:lnTo>
                <a:lnTo>
                  <a:pt x="217106" y="24803"/>
                </a:lnTo>
                <a:lnTo>
                  <a:pt x="197599" y="1600"/>
                </a:lnTo>
                <a:lnTo>
                  <a:pt x="197599" y="22364"/>
                </a:lnTo>
                <a:lnTo>
                  <a:pt x="197599" y="47028"/>
                </a:lnTo>
                <a:lnTo>
                  <a:pt x="94754" y="47028"/>
                </a:lnTo>
                <a:lnTo>
                  <a:pt x="94754" y="22364"/>
                </a:lnTo>
                <a:lnTo>
                  <a:pt x="98717" y="19494"/>
                </a:lnTo>
                <a:lnTo>
                  <a:pt x="193636" y="19494"/>
                </a:lnTo>
                <a:lnTo>
                  <a:pt x="197599" y="22364"/>
                </a:lnTo>
                <a:lnTo>
                  <a:pt x="197599" y="1600"/>
                </a:lnTo>
                <a:lnTo>
                  <a:pt x="188544" y="0"/>
                </a:lnTo>
                <a:lnTo>
                  <a:pt x="103822" y="0"/>
                </a:lnTo>
                <a:lnTo>
                  <a:pt x="92722" y="1955"/>
                </a:lnTo>
                <a:lnTo>
                  <a:pt x="83642" y="7264"/>
                </a:lnTo>
                <a:lnTo>
                  <a:pt x="77508" y="15151"/>
                </a:lnTo>
                <a:lnTo>
                  <a:pt x="75260" y="24803"/>
                </a:lnTo>
                <a:lnTo>
                  <a:pt x="75260" y="47028"/>
                </a:lnTo>
                <a:lnTo>
                  <a:pt x="29248" y="47028"/>
                </a:lnTo>
                <a:lnTo>
                  <a:pt x="17868" y="49326"/>
                </a:lnTo>
                <a:lnTo>
                  <a:pt x="8572" y="55587"/>
                </a:lnTo>
                <a:lnTo>
                  <a:pt x="2298" y="64884"/>
                </a:lnTo>
                <a:lnTo>
                  <a:pt x="0" y="76276"/>
                </a:lnTo>
                <a:lnTo>
                  <a:pt x="0" y="253796"/>
                </a:lnTo>
                <a:lnTo>
                  <a:pt x="2298" y="265176"/>
                </a:lnTo>
                <a:lnTo>
                  <a:pt x="8572" y="274472"/>
                </a:lnTo>
                <a:lnTo>
                  <a:pt x="17868" y="280733"/>
                </a:lnTo>
                <a:lnTo>
                  <a:pt x="29248" y="283032"/>
                </a:lnTo>
                <a:lnTo>
                  <a:pt x="263156" y="283032"/>
                </a:lnTo>
                <a:lnTo>
                  <a:pt x="274548" y="280733"/>
                </a:lnTo>
                <a:lnTo>
                  <a:pt x="283845" y="274472"/>
                </a:lnTo>
                <a:lnTo>
                  <a:pt x="290106" y="265176"/>
                </a:lnTo>
                <a:lnTo>
                  <a:pt x="290436" y="263537"/>
                </a:lnTo>
                <a:lnTo>
                  <a:pt x="292404" y="253796"/>
                </a:lnTo>
                <a:lnTo>
                  <a:pt x="292404" y="198310"/>
                </a:lnTo>
                <a:lnTo>
                  <a:pt x="292404" y="179476"/>
                </a:lnTo>
                <a:lnTo>
                  <a:pt x="292404" y="178816"/>
                </a:lnTo>
                <a:lnTo>
                  <a:pt x="292404" y="76276"/>
                </a:lnTo>
                <a:close/>
              </a:path>
              <a:path w="584835" h="584835">
                <a:moveTo>
                  <a:pt x="536067" y="253136"/>
                </a:moveTo>
                <a:lnTo>
                  <a:pt x="531926" y="204482"/>
                </a:lnTo>
                <a:lnTo>
                  <a:pt x="531837" y="203504"/>
                </a:lnTo>
                <a:lnTo>
                  <a:pt x="519023" y="159956"/>
                </a:lnTo>
                <a:lnTo>
                  <a:pt x="516572" y="155676"/>
                </a:lnTo>
                <a:lnTo>
                  <a:pt x="516572" y="253136"/>
                </a:lnTo>
                <a:lnTo>
                  <a:pt x="516572" y="258470"/>
                </a:lnTo>
                <a:lnTo>
                  <a:pt x="512203" y="262826"/>
                </a:lnTo>
                <a:lnTo>
                  <a:pt x="501446" y="262826"/>
                </a:lnTo>
                <a:lnTo>
                  <a:pt x="497078" y="258470"/>
                </a:lnTo>
                <a:lnTo>
                  <a:pt x="497078" y="253136"/>
                </a:lnTo>
                <a:lnTo>
                  <a:pt x="491490" y="200952"/>
                </a:lnTo>
                <a:lnTo>
                  <a:pt x="474268" y="157657"/>
                </a:lnTo>
                <a:lnTo>
                  <a:pt x="448348" y="126415"/>
                </a:lnTo>
                <a:lnTo>
                  <a:pt x="402297" y="93154"/>
                </a:lnTo>
                <a:lnTo>
                  <a:pt x="396036" y="92151"/>
                </a:lnTo>
                <a:lnTo>
                  <a:pt x="390766" y="95186"/>
                </a:lnTo>
                <a:lnTo>
                  <a:pt x="388035" y="100622"/>
                </a:lnTo>
                <a:lnTo>
                  <a:pt x="389420" y="106819"/>
                </a:lnTo>
                <a:lnTo>
                  <a:pt x="400989" y="125907"/>
                </a:lnTo>
                <a:lnTo>
                  <a:pt x="399643" y="131432"/>
                </a:lnTo>
                <a:lnTo>
                  <a:pt x="399529" y="131914"/>
                </a:lnTo>
                <a:lnTo>
                  <a:pt x="394944" y="134708"/>
                </a:lnTo>
                <a:lnTo>
                  <a:pt x="390309" y="137401"/>
                </a:lnTo>
                <a:lnTo>
                  <a:pt x="384390" y="135953"/>
                </a:lnTo>
                <a:lnTo>
                  <a:pt x="381520" y="131432"/>
                </a:lnTo>
                <a:lnTo>
                  <a:pt x="343217" y="68351"/>
                </a:lnTo>
                <a:lnTo>
                  <a:pt x="344678" y="62357"/>
                </a:lnTo>
                <a:lnTo>
                  <a:pt x="349275" y="59575"/>
                </a:lnTo>
                <a:lnTo>
                  <a:pt x="409511" y="27520"/>
                </a:lnTo>
                <a:lnTo>
                  <a:pt x="415417" y="29324"/>
                </a:lnTo>
                <a:lnTo>
                  <a:pt x="420471" y="38823"/>
                </a:lnTo>
                <a:lnTo>
                  <a:pt x="418655" y="44742"/>
                </a:lnTo>
                <a:lnTo>
                  <a:pt x="401561" y="53822"/>
                </a:lnTo>
                <a:lnTo>
                  <a:pt x="394639" y="57213"/>
                </a:lnTo>
                <a:lnTo>
                  <a:pt x="394728" y="62204"/>
                </a:lnTo>
                <a:lnTo>
                  <a:pt x="394817" y="68021"/>
                </a:lnTo>
                <a:lnTo>
                  <a:pt x="401853" y="71183"/>
                </a:lnTo>
                <a:lnTo>
                  <a:pt x="444271" y="96659"/>
                </a:lnTo>
                <a:lnTo>
                  <a:pt x="476529" y="126936"/>
                </a:lnTo>
                <a:lnTo>
                  <a:pt x="499059" y="162648"/>
                </a:lnTo>
                <a:lnTo>
                  <a:pt x="512267" y="204482"/>
                </a:lnTo>
                <a:lnTo>
                  <a:pt x="516572" y="253136"/>
                </a:lnTo>
                <a:lnTo>
                  <a:pt x="516572" y="155676"/>
                </a:lnTo>
                <a:lnTo>
                  <a:pt x="497370" y="122135"/>
                </a:lnTo>
                <a:lnTo>
                  <a:pt x="466661" y="89674"/>
                </a:lnTo>
                <a:lnTo>
                  <a:pt x="426681" y="62204"/>
                </a:lnTo>
                <a:lnTo>
                  <a:pt x="433819" y="54673"/>
                </a:lnTo>
                <a:lnTo>
                  <a:pt x="437794" y="45135"/>
                </a:lnTo>
                <a:lnTo>
                  <a:pt x="438340" y="34823"/>
                </a:lnTo>
                <a:lnTo>
                  <a:pt x="435978" y="27520"/>
                </a:lnTo>
                <a:lnTo>
                  <a:pt x="435140" y="24930"/>
                </a:lnTo>
                <a:lnTo>
                  <a:pt x="427774" y="15951"/>
                </a:lnTo>
                <a:lnTo>
                  <a:pt x="417880" y="10693"/>
                </a:lnTo>
                <a:lnTo>
                  <a:pt x="406730" y="9512"/>
                </a:lnTo>
                <a:lnTo>
                  <a:pt x="395605" y="12827"/>
                </a:lnTo>
                <a:lnTo>
                  <a:pt x="340626" y="42062"/>
                </a:lnTo>
                <a:lnTo>
                  <a:pt x="331470" y="49618"/>
                </a:lnTo>
                <a:lnTo>
                  <a:pt x="326212" y="60134"/>
                </a:lnTo>
                <a:lnTo>
                  <a:pt x="325399" y="71183"/>
                </a:lnTo>
                <a:lnTo>
                  <a:pt x="325348" y="71869"/>
                </a:lnTo>
                <a:lnTo>
                  <a:pt x="364845" y="141554"/>
                </a:lnTo>
                <a:lnTo>
                  <a:pt x="394220" y="155333"/>
                </a:lnTo>
                <a:lnTo>
                  <a:pt x="405041" y="151384"/>
                </a:lnTo>
                <a:lnTo>
                  <a:pt x="410921" y="146672"/>
                </a:lnTo>
                <a:lnTo>
                  <a:pt x="415340" y="140741"/>
                </a:lnTo>
                <a:lnTo>
                  <a:pt x="416699" y="137401"/>
                </a:lnTo>
                <a:lnTo>
                  <a:pt x="418134" y="133883"/>
                </a:lnTo>
                <a:lnTo>
                  <a:pt x="419036" y="126936"/>
                </a:lnTo>
                <a:lnTo>
                  <a:pt x="419112" y="126415"/>
                </a:lnTo>
                <a:lnTo>
                  <a:pt x="445414" y="150622"/>
                </a:lnTo>
                <a:lnTo>
                  <a:pt x="463600" y="179260"/>
                </a:lnTo>
                <a:lnTo>
                  <a:pt x="474167" y="213156"/>
                </a:lnTo>
                <a:lnTo>
                  <a:pt x="477583" y="253136"/>
                </a:lnTo>
                <a:lnTo>
                  <a:pt x="479882" y="264515"/>
                </a:lnTo>
                <a:lnTo>
                  <a:pt x="486143" y="273812"/>
                </a:lnTo>
                <a:lnTo>
                  <a:pt x="495439" y="280085"/>
                </a:lnTo>
                <a:lnTo>
                  <a:pt x="506831" y="282371"/>
                </a:lnTo>
                <a:lnTo>
                  <a:pt x="518210" y="280085"/>
                </a:lnTo>
                <a:lnTo>
                  <a:pt x="527507" y="273812"/>
                </a:lnTo>
                <a:lnTo>
                  <a:pt x="533768" y="264515"/>
                </a:lnTo>
                <a:lnTo>
                  <a:pt x="534111" y="262826"/>
                </a:lnTo>
                <a:lnTo>
                  <a:pt x="536067" y="253136"/>
                </a:lnTo>
                <a:close/>
              </a:path>
              <a:path w="584835" h="584835">
                <a:moveTo>
                  <a:pt x="560412" y="481634"/>
                </a:moveTo>
                <a:lnTo>
                  <a:pt x="556044" y="477278"/>
                </a:lnTo>
                <a:lnTo>
                  <a:pt x="545274" y="477278"/>
                </a:lnTo>
                <a:lnTo>
                  <a:pt x="540918" y="481634"/>
                </a:lnTo>
                <a:lnTo>
                  <a:pt x="540918" y="492404"/>
                </a:lnTo>
                <a:lnTo>
                  <a:pt x="545274" y="496773"/>
                </a:lnTo>
                <a:lnTo>
                  <a:pt x="556044" y="496773"/>
                </a:lnTo>
                <a:lnTo>
                  <a:pt x="560412" y="492404"/>
                </a:lnTo>
                <a:lnTo>
                  <a:pt x="560412" y="487019"/>
                </a:lnTo>
                <a:lnTo>
                  <a:pt x="560412" y="481634"/>
                </a:lnTo>
                <a:close/>
              </a:path>
              <a:path w="584835" h="584835">
                <a:moveTo>
                  <a:pt x="584796" y="574776"/>
                </a:moveTo>
                <a:lnTo>
                  <a:pt x="584403" y="564997"/>
                </a:lnTo>
                <a:lnTo>
                  <a:pt x="584212" y="560209"/>
                </a:lnTo>
                <a:lnTo>
                  <a:pt x="582409" y="545769"/>
                </a:lnTo>
                <a:lnTo>
                  <a:pt x="579386" y="531533"/>
                </a:lnTo>
                <a:lnTo>
                  <a:pt x="575170" y="517575"/>
                </a:lnTo>
                <a:lnTo>
                  <a:pt x="573405" y="512495"/>
                </a:lnTo>
                <a:lnTo>
                  <a:pt x="567855" y="509803"/>
                </a:lnTo>
                <a:lnTo>
                  <a:pt x="557657" y="513372"/>
                </a:lnTo>
                <a:lnTo>
                  <a:pt x="555002" y="518922"/>
                </a:lnTo>
                <a:lnTo>
                  <a:pt x="556780" y="524002"/>
                </a:lnTo>
                <a:lnTo>
                  <a:pt x="559892" y="534022"/>
                </a:lnTo>
                <a:lnTo>
                  <a:pt x="562305" y="544220"/>
                </a:lnTo>
                <a:lnTo>
                  <a:pt x="564019" y="554558"/>
                </a:lnTo>
                <a:lnTo>
                  <a:pt x="564997" y="564997"/>
                </a:lnTo>
                <a:lnTo>
                  <a:pt x="312153" y="564997"/>
                </a:lnTo>
                <a:lnTo>
                  <a:pt x="319900" y="525170"/>
                </a:lnTo>
                <a:lnTo>
                  <a:pt x="337159" y="490258"/>
                </a:lnTo>
                <a:lnTo>
                  <a:pt x="362661" y="462178"/>
                </a:lnTo>
                <a:lnTo>
                  <a:pt x="395109" y="442849"/>
                </a:lnTo>
                <a:lnTo>
                  <a:pt x="415086" y="455104"/>
                </a:lnTo>
                <a:lnTo>
                  <a:pt x="438569" y="459181"/>
                </a:lnTo>
                <a:lnTo>
                  <a:pt x="461987" y="455104"/>
                </a:lnTo>
                <a:lnTo>
                  <a:pt x="463778" y="454037"/>
                </a:lnTo>
                <a:lnTo>
                  <a:pt x="482041" y="442849"/>
                </a:lnTo>
                <a:lnTo>
                  <a:pt x="491642" y="447255"/>
                </a:lnTo>
                <a:lnTo>
                  <a:pt x="500811" y="452437"/>
                </a:lnTo>
                <a:lnTo>
                  <a:pt x="509498" y="458393"/>
                </a:lnTo>
                <a:lnTo>
                  <a:pt x="517664" y="465074"/>
                </a:lnTo>
                <a:lnTo>
                  <a:pt x="521716" y="468655"/>
                </a:lnTo>
                <a:lnTo>
                  <a:pt x="527875" y="468261"/>
                </a:lnTo>
                <a:lnTo>
                  <a:pt x="535012" y="460197"/>
                </a:lnTo>
                <a:lnTo>
                  <a:pt x="534695" y="455104"/>
                </a:lnTo>
                <a:lnTo>
                  <a:pt x="534631" y="454037"/>
                </a:lnTo>
                <a:lnTo>
                  <a:pt x="530593" y="450456"/>
                </a:lnTo>
                <a:lnTo>
                  <a:pt x="521576" y="443103"/>
                </a:lnTo>
                <a:lnTo>
                  <a:pt x="521233" y="442849"/>
                </a:lnTo>
                <a:lnTo>
                  <a:pt x="516420" y="439547"/>
                </a:lnTo>
                <a:lnTo>
                  <a:pt x="512013" y="436511"/>
                </a:lnTo>
                <a:lnTo>
                  <a:pt x="501954" y="430720"/>
                </a:lnTo>
                <a:lnTo>
                  <a:pt x="491426" y="425767"/>
                </a:lnTo>
                <a:lnTo>
                  <a:pt x="491794" y="424180"/>
                </a:lnTo>
                <a:lnTo>
                  <a:pt x="491896" y="423710"/>
                </a:lnTo>
                <a:lnTo>
                  <a:pt x="492125" y="421881"/>
                </a:lnTo>
                <a:lnTo>
                  <a:pt x="492201" y="359625"/>
                </a:lnTo>
                <a:lnTo>
                  <a:pt x="488061" y="344081"/>
                </a:lnTo>
                <a:lnTo>
                  <a:pt x="483946" y="339547"/>
                </a:lnTo>
                <a:lnTo>
                  <a:pt x="476669" y="331520"/>
                </a:lnTo>
                <a:lnTo>
                  <a:pt x="472706" y="329565"/>
                </a:lnTo>
                <a:lnTo>
                  <a:pt x="472706" y="359625"/>
                </a:lnTo>
                <a:lnTo>
                  <a:pt x="472668" y="421881"/>
                </a:lnTo>
                <a:lnTo>
                  <a:pt x="472084" y="423710"/>
                </a:lnTo>
                <a:lnTo>
                  <a:pt x="471970" y="424053"/>
                </a:lnTo>
                <a:lnTo>
                  <a:pt x="471932" y="424180"/>
                </a:lnTo>
                <a:lnTo>
                  <a:pt x="438594" y="439547"/>
                </a:lnTo>
                <a:lnTo>
                  <a:pt x="427393" y="438391"/>
                </a:lnTo>
                <a:lnTo>
                  <a:pt x="405320" y="424180"/>
                </a:lnTo>
                <a:lnTo>
                  <a:pt x="405231" y="424053"/>
                </a:lnTo>
                <a:lnTo>
                  <a:pt x="404545" y="421881"/>
                </a:lnTo>
                <a:lnTo>
                  <a:pt x="404482" y="359625"/>
                </a:lnTo>
                <a:lnTo>
                  <a:pt x="406984" y="352475"/>
                </a:lnTo>
                <a:lnTo>
                  <a:pt x="414007" y="346024"/>
                </a:lnTo>
                <a:lnTo>
                  <a:pt x="424789" y="341337"/>
                </a:lnTo>
                <a:lnTo>
                  <a:pt x="438594" y="339547"/>
                </a:lnTo>
                <a:lnTo>
                  <a:pt x="452412" y="341337"/>
                </a:lnTo>
                <a:lnTo>
                  <a:pt x="463194" y="346024"/>
                </a:lnTo>
                <a:lnTo>
                  <a:pt x="470204" y="352475"/>
                </a:lnTo>
                <a:lnTo>
                  <a:pt x="472706" y="359625"/>
                </a:lnTo>
                <a:lnTo>
                  <a:pt x="472706" y="329565"/>
                </a:lnTo>
                <a:lnTo>
                  <a:pt x="459651" y="323113"/>
                </a:lnTo>
                <a:lnTo>
                  <a:pt x="438594" y="320052"/>
                </a:lnTo>
                <a:lnTo>
                  <a:pt x="417550" y="323113"/>
                </a:lnTo>
                <a:lnTo>
                  <a:pt x="400532" y="331520"/>
                </a:lnTo>
                <a:lnTo>
                  <a:pt x="389140" y="344081"/>
                </a:lnTo>
                <a:lnTo>
                  <a:pt x="384987" y="359625"/>
                </a:lnTo>
                <a:lnTo>
                  <a:pt x="385051" y="421881"/>
                </a:lnTo>
                <a:lnTo>
                  <a:pt x="385254" y="423710"/>
                </a:lnTo>
                <a:lnTo>
                  <a:pt x="385686" y="425767"/>
                </a:lnTo>
                <a:lnTo>
                  <a:pt x="347433" y="449643"/>
                </a:lnTo>
                <a:lnTo>
                  <a:pt x="317982" y="484111"/>
                </a:lnTo>
                <a:lnTo>
                  <a:pt x="299085" y="526643"/>
                </a:lnTo>
                <a:lnTo>
                  <a:pt x="292404" y="574776"/>
                </a:lnTo>
                <a:lnTo>
                  <a:pt x="292404" y="580161"/>
                </a:lnTo>
                <a:lnTo>
                  <a:pt x="296773" y="584517"/>
                </a:lnTo>
                <a:lnTo>
                  <a:pt x="580428" y="584517"/>
                </a:lnTo>
                <a:lnTo>
                  <a:pt x="584796" y="580161"/>
                </a:lnTo>
                <a:lnTo>
                  <a:pt x="584796" y="574776"/>
                </a:lnTo>
                <a:close/>
              </a:path>
            </a:pathLst>
          </a:custGeom>
          <a:solidFill>
            <a:srgbClr val="5591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287780" y="5574791"/>
            <a:ext cx="2986405" cy="1744980"/>
          </a:xfrm>
          <a:custGeom>
            <a:avLst/>
            <a:gdLst/>
            <a:ahLst/>
            <a:cxnLst/>
            <a:rect l="l" t="t" r="r" b="b"/>
            <a:pathLst>
              <a:path w="2986404" h="1744979">
                <a:moveTo>
                  <a:pt x="2841497" y="0"/>
                </a:moveTo>
                <a:lnTo>
                  <a:pt x="144653" y="0"/>
                </a:lnTo>
                <a:lnTo>
                  <a:pt x="116302" y="2803"/>
                </a:lnTo>
                <a:lnTo>
                  <a:pt x="64410" y="24270"/>
                </a:lnTo>
                <a:lnTo>
                  <a:pt x="24324" y="64337"/>
                </a:lnTo>
                <a:lnTo>
                  <a:pt x="2805" y="116193"/>
                </a:lnTo>
                <a:lnTo>
                  <a:pt x="0" y="144525"/>
                </a:lnTo>
                <a:lnTo>
                  <a:pt x="0" y="1599819"/>
                </a:lnTo>
                <a:lnTo>
                  <a:pt x="11017" y="1655175"/>
                </a:lnTo>
                <a:lnTo>
                  <a:pt x="42417" y="1702054"/>
                </a:lnTo>
                <a:lnTo>
                  <a:pt x="89296" y="1733454"/>
                </a:lnTo>
                <a:lnTo>
                  <a:pt x="144653" y="1744472"/>
                </a:lnTo>
                <a:lnTo>
                  <a:pt x="2841497" y="1744472"/>
                </a:lnTo>
                <a:lnTo>
                  <a:pt x="2896854" y="1733454"/>
                </a:lnTo>
                <a:lnTo>
                  <a:pt x="2943733" y="1702054"/>
                </a:lnTo>
                <a:lnTo>
                  <a:pt x="2975133" y="1655175"/>
                </a:lnTo>
                <a:lnTo>
                  <a:pt x="2986150" y="1599819"/>
                </a:lnTo>
                <a:lnTo>
                  <a:pt x="2986150" y="144525"/>
                </a:lnTo>
                <a:lnTo>
                  <a:pt x="2975133" y="89217"/>
                </a:lnTo>
                <a:lnTo>
                  <a:pt x="2943733" y="42291"/>
                </a:lnTo>
                <a:lnTo>
                  <a:pt x="2896854" y="11001"/>
                </a:lnTo>
                <a:lnTo>
                  <a:pt x="2841497" y="0"/>
                </a:lnTo>
                <a:close/>
              </a:path>
            </a:pathLst>
          </a:custGeom>
          <a:solidFill>
            <a:srgbClr val="5591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35117" y="5574791"/>
            <a:ext cx="2986405" cy="1744980"/>
          </a:xfrm>
          <a:custGeom>
            <a:avLst/>
            <a:gdLst/>
            <a:ahLst/>
            <a:cxnLst/>
            <a:rect l="l" t="t" r="r" b="b"/>
            <a:pathLst>
              <a:path w="2986404" h="1744979">
                <a:moveTo>
                  <a:pt x="2841371" y="0"/>
                </a:moveTo>
                <a:lnTo>
                  <a:pt x="144526" y="0"/>
                </a:lnTo>
                <a:lnTo>
                  <a:pt x="116193" y="2803"/>
                </a:lnTo>
                <a:lnTo>
                  <a:pt x="64337" y="24270"/>
                </a:lnTo>
                <a:lnTo>
                  <a:pt x="24270" y="64337"/>
                </a:lnTo>
                <a:lnTo>
                  <a:pt x="2803" y="116193"/>
                </a:lnTo>
                <a:lnTo>
                  <a:pt x="0" y="144525"/>
                </a:lnTo>
                <a:lnTo>
                  <a:pt x="0" y="1599819"/>
                </a:lnTo>
                <a:lnTo>
                  <a:pt x="11001" y="1655175"/>
                </a:lnTo>
                <a:lnTo>
                  <a:pt x="42291" y="1702054"/>
                </a:lnTo>
                <a:lnTo>
                  <a:pt x="89217" y="1733454"/>
                </a:lnTo>
                <a:lnTo>
                  <a:pt x="144526" y="1744472"/>
                </a:lnTo>
                <a:lnTo>
                  <a:pt x="2841371" y="1744472"/>
                </a:lnTo>
                <a:lnTo>
                  <a:pt x="2896790" y="1733454"/>
                </a:lnTo>
                <a:lnTo>
                  <a:pt x="2943733" y="1702054"/>
                </a:lnTo>
                <a:lnTo>
                  <a:pt x="2975022" y="1655175"/>
                </a:lnTo>
                <a:lnTo>
                  <a:pt x="2986024" y="1599819"/>
                </a:lnTo>
                <a:lnTo>
                  <a:pt x="2986024" y="144525"/>
                </a:lnTo>
                <a:lnTo>
                  <a:pt x="2975022" y="89217"/>
                </a:lnTo>
                <a:lnTo>
                  <a:pt x="2943733" y="42291"/>
                </a:lnTo>
                <a:lnTo>
                  <a:pt x="2896790" y="11001"/>
                </a:lnTo>
                <a:lnTo>
                  <a:pt x="2841371" y="0"/>
                </a:lnTo>
                <a:close/>
              </a:path>
            </a:pathLst>
          </a:custGeom>
          <a:solidFill>
            <a:srgbClr val="5591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912558" y="2923247"/>
            <a:ext cx="584835" cy="584835"/>
          </a:xfrm>
          <a:custGeom>
            <a:avLst/>
            <a:gdLst/>
            <a:ahLst/>
            <a:cxnLst/>
            <a:rect l="l" t="t" r="r" b="b"/>
            <a:pathLst>
              <a:path w="584834" h="584835">
                <a:moveTo>
                  <a:pt x="113525" y="89027"/>
                </a:moveTo>
                <a:lnTo>
                  <a:pt x="109169" y="84670"/>
                </a:lnTo>
                <a:lnTo>
                  <a:pt x="41973" y="84670"/>
                </a:lnTo>
                <a:lnTo>
                  <a:pt x="37617" y="89027"/>
                </a:lnTo>
                <a:lnTo>
                  <a:pt x="37617" y="99783"/>
                </a:lnTo>
                <a:lnTo>
                  <a:pt x="41973" y="104152"/>
                </a:lnTo>
                <a:lnTo>
                  <a:pt x="109169" y="104152"/>
                </a:lnTo>
                <a:lnTo>
                  <a:pt x="113525" y="99783"/>
                </a:lnTo>
                <a:lnTo>
                  <a:pt x="113525" y="94411"/>
                </a:lnTo>
                <a:lnTo>
                  <a:pt x="113525" y="89027"/>
                </a:lnTo>
                <a:close/>
              </a:path>
              <a:path w="584834" h="584835">
                <a:moveTo>
                  <a:pt x="150837" y="89217"/>
                </a:moveTo>
                <a:lnTo>
                  <a:pt x="146634" y="84988"/>
                </a:lnTo>
                <a:lnTo>
                  <a:pt x="136232" y="84975"/>
                </a:lnTo>
                <a:lnTo>
                  <a:pt x="132003" y="89179"/>
                </a:lnTo>
                <a:lnTo>
                  <a:pt x="132003" y="99606"/>
                </a:lnTo>
                <a:lnTo>
                  <a:pt x="136220" y="103809"/>
                </a:lnTo>
                <a:lnTo>
                  <a:pt x="141401" y="103822"/>
                </a:lnTo>
                <a:lnTo>
                  <a:pt x="146596" y="103822"/>
                </a:lnTo>
                <a:lnTo>
                  <a:pt x="150825" y="99606"/>
                </a:lnTo>
                <a:lnTo>
                  <a:pt x="150837" y="89217"/>
                </a:lnTo>
                <a:close/>
              </a:path>
              <a:path w="584834" h="584835">
                <a:moveTo>
                  <a:pt x="259295" y="512089"/>
                </a:moveTo>
                <a:lnTo>
                  <a:pt x="255308" y="500938"/>
                </a:lnTo>
                <a:lnTo>
                  <a:pt x="241452" y="478129"/>
                </a:lnTo>
                <a:lnTo>
                  <a:pt x="241452" y="515645"/>
                </a:lnTo>
                <a:lnTo>
                  <a:pt x="239852" y="521716"/>
                </a:lnTo>
                <a:lnTo>
                  <a:pt x="236385" y="523786"/>
                </a:lnTo>
                <a:lnTo>
                  <a:pt x="234886" y="524713"/>
                </a:lnTo>
                <a:lnTo>
                  <a:pt x="179920" y="553935"/>
                </a:lnTo>
                <a:lnTo>
                  <a:pt x="175260" y="556641"/>
                </a:lnTo>
                <a:lnTo>
                  <a:pt x="169303" y="555066"/>
                </a:lnTo>
                <a:lnTo>
                  <a:pt x="163893" y="545757"/>
                </a:lnTo>
                <a:lnTo>
                  <a:pt x="165468" y="539800"/>
                </a:lnTo>
                <a:lnTo>
                  <a:pt x="170129" y="537095"/>
                </a:lnTo>
                <a:lnTo>
                  <a:pt x="183108" y="530161"/>
                </a:lnTo>
                <a:lnTo>
                  <a:pt x="190030" y="526757"/>
                </a:lnTo>
                <a:lnTo>
                  <a:pt x="189953" y="521716"/>
                </a:lnTo>
                <a:lnTo>
                  <a:pt x="189852" y="515975"/>
                </a:lnTo>
                <a:lnTo>
                  <a:pt x="182816" y="512813"/>
                </a:lnTo>
                <a:lnTo>
                  <a:pt x="140449" y="487337"/>
                </a:lnTo>
                <a:lnTo>
                  <a:pt x="108216" y="457073"/>
                </a:lnTo>
                <a:lnTo>
                  <a:pt x="85712" y="421360"/>
                </a:lnTo>
                <a:lnTo>
                  <a:pt x="72517" y="379526"/>
                </a:lnTo>
                <a:lnTo>
                  <a:pt x="68199" y="330936"/>
                </a:lnTo>
                <a:lnTo>
                  <a:pt x="68199" y="325551"/>
                </a:lnTo>
                <a:lnTo>
                  <a:pt x="72567" y="321195"/>
                </a:lnTo>
                <a:lnTo>
                  <a:pt x="83324" y="321195"/>
                </a:lnTo>
                <a:lnTo>
                  <a:pt x="87693" y="325551"/>
                </a:lnTo>
                <a:lnTo>
                  <a:pt x="87693" y="330936"/>
                </a:lnTo>
                <a:lnTo>
                  <a:pt x="93281" y="383057"/>
                </a:lnTo>
                <a:lnTo>
                  <a:pt x="110490" y="426326"/>
                </a:lnTo>
                <a:lnTo>
                  <a:pt x="139992" y="461860"/>
                </a:lnTo>
                <a:lnTo>
                  <a:pt x="182422" y="490804"/>
                </a:lnTo>
                <a:lnTo>
                  <a:pt x="188696" y="491820"/>
                </a:lnTo>
                <a:lnTo>
                  <a:pt x="193967" y="488784"/>
                </a:lnTo>
                <a:lnTo>
                  <a:pt x="196684" y="483349"/>
                </a:lnTo>
                <a:lnTo>
                  <a:pt x="195300" y="477139"/>
                </a:lnTo>
                <a:lnTo>
                  <a:pt x="183730" y="458063"/>
                </a:lnTo>
                <a:lnTo>
                  <a:pt x="183857" y="457542"/>
                </a:lnTo>
                <a:lnTo>
                  <a:pt x="185077" y="452539"/>
                </a:lnTo>
                <a:lnTo>
                  <a:pt x="185191" y="452081"/>
                </a:lnTo>
                <a:lnTo>
                  <a:pt x="189788" y="449275"/>
                </a:lnTo>
                <a:lnTo>
                  <a:pt x="194424" y="446582"/>
                </a:lnTo>
                <a:lnTo>
                  <a:pt x="200342" y="448017"/>
                </a:lnTo>
                <a:lnTo>
                  <a:pt x="203200" y="452539"/>
                </a:lnTo>
                <a:lnTo>
                  <a:pt x="238683" y="510997"/>
                </a:lnTo>
                <a:lnTo>
                  <a:pt x="241452" y="515645"/>
                </a:lnTo>
                <a:lnTo>
                  <a:pt x="241452" y="478129"/>
                </a:lnTo>
                <a:lnTo>
                  <a:pt x="222300" y="446582"/>
                </a:lnTo>
                <a:lnTo>
                  <a:pt x="219811" y="442480"/>
                </a:lnTo>
                <a:lnTo>
                  <a:pt x="212077" y="434009"/>
                </a:lnTo>
                <a:lnTo>
                  <a:pt x="201777" y="429323"/>
                </a:lnTo>
                <a:lnTo>
                  <a:pt x="190449" y="428777"/>
                </a:lnTo>
                <a:lnTo>
                  <a:pt x="179628" y="432727"/>
                </a:lnTo>
                <a:lnTo>
                  <a:pt x="173799" y="437413"/>
                </a:lnTo>
                <a:lnTo>
                  <a:pt x="169392" y="443318"/>
                </a:lnTo>
                <a:lnTo>
                  <a:pt x="166624" y="450138"/>
                </a:lnTo>
                <a:lnTo>
                  <a:pt x="165696" y="457073"/>
                </a:lnTo>
                <a:lnTo>
                  <a:pt x="165633" y="457542"/>
                </a:lnTo>
                <a:lnTo>
                  <a:pt x="139331" y="433374"/>
                </a:lnTo>
                <a:lnTo>
                  <a:pt x="121145" y="404749"/>
                </a:lnTo>
                <a:lnTo>
                  <a:pt x="110591" y="370852"/>
                </a:lnTo>
                <a:lnTo>
                  <a:pt x="107175" y="330936"/>
                </a:lnTo>
                <a:lnTo>
                  <a:pt x="105219" y="321195"/>
                </a:lnTo>
                <a:lnTo>
                  <a:pt x="104876" y="319506"/>
                </a:lnTo>
                <a:lnTo>
                  <a:pt x="98615" y="310210"/>
                </a:lnTo>
                <a:lnTo>
                  <a:pt x="89319" y="303949"/>
                </a:lnTo>
                <a:lnTo>
                  <a:pt x="77952" y="301650"/>
                </a:lnTo>
                <a:lnTo>
                  <a:pt x="66573" y="303949"/>
                </a:lnTo>
                <a:lnTo>
                  <a:pt x="57277" y="310210"/>
                </a:lnTo>
                <a:lnTo>
                  <a:pt x="51015" y="319506"/>
                </a:lnTo>
                <a:lnTo>
                  <a:pt x="48717" y="330936"/>
                </a:lnTo>
                <a:lnTo>
                  <a:pt x="52857" y="379526"/>
                </a:lnTo>
                <a:lnTo>
                  <a:pt x="52933" y="380479"/>
                </a:lnTo>
                <a:lnTo>
                  <a:pt x="65747" y="424002"/>
                </a:lnTo>
                <a:lnTo>
                  <a:pt x="85242" y="458063"/>
                </a:lnTo>
                <a:lnTo>
                  <a:pt x="118071" y="494245"/>
                </a:lnTo>
                <a:lnTo>
                  <a:pt x="158026" y="521716"/>
                </a:lnTo>
                <a:lnTo>
                  <a:pt x="150342" y="530161"/>
                </a:lnTo>
                <a:lnTo>
                  <a:pt x="150215" y="530301"/>
                </a:lnTo>
                <a:lnTo>
                  <a:pt x="146443" y="540854"/>
                </a:lnTo>
                <a:lnTo>
                  <a:pt x="146900" y="552043"/>
                </a:lnTo>
                <a:lnTo>
                  <a:pt x="151777" y="562571"/>
                </a:lnTo>
                <a:lnTo>
                  <a:pt x="159435" y="569798"/>
                </a:lnTo>
                <a:lnTo>
                  <a:pt x="168846" y="573773"/>
                </a:lnTo>
                <a:lnTo>
                  <a:pt x="179057" y="574268"/>
                </a:lnTo>
                <a:lnTo>
                  <a:pt x="189090" y="571068"/>
                </a:lnTo>
                <a:lnTo>
                  <a:pt x="216204" y="556641"/>
                </a:lnTo>
                <a:lnTo>
                  <a:pt x="244055" y="541832"/>
                </a:lnTo>
                <a:lnTo>
                  <a:pt x="253187" y="534289"/>
                </a:lnTo>
                <a:lnTo>
                  <a:pt x="258419" y="523786"/>
                </a:lnTo>
                <a:lnTo>
                  <a:pt x="259232" y="512813"/>
                </a:lnTo>
                <a:lnTo>
                  <a:pt x="259295" y="512089"/>
                </a:lnTo>
                <a:close/>
              </a:path>
              <a:path w="584834" h="584835">
                <a:moveTo>
                  <a:pt x="292290" y="76238"/>
                </a:moveTo>
                <a:lnTo>
                  <a:pt x="290322" y="66497"/>
                </a:lnTo>
                <a:lnTo>
                  <a:pt x="289991" y="64858"/>
                </a:lnTo>
                <a:lnTo>
                  <a:pt x="283730" y="55575"/>
                </a:lnTo>
                <a:lnTo>
                  <a:pt x="274434" y="49314"/>
                </a:lnTo>
                <a:lnTo>
                  <a:pt x="272796" y="48983"/>
                </a:lnTo>
                <a:lnTo>
                  <a:pt x="272796" y="70866"/>
                </a:lnTo>
                <a:lnTo>
                  <a:pt x="272796" y="178739"/>
                </a:lnTo>
                <a:lnTo>
                  <a:pt x="272796" y="198234"/>
                </a:lnTo>
                <a:lnTo>
                  <a:pt x="272796" y="259080"/>
                </a:lnTo>
                <a:lnTo>
                  <a:pt x="268439" y="263436"/>
                </a:lnTo>
                <a:lnTo>
                  <a:pt x="23850" y="263436"/>
                </a:lnTo>
                <a:lnTo>
                  <a:pt x="19494" y="259080"/>
                </a:lnTo>
                <a:lnTo>
                  <a:pt x="19494" y="198234"/>
                </a:lnTo>
                <a:lnTo>
                  <a:pt x="54521" y="198234"/>
                </a:lnTo>
                <a:lnTo>
                  <a:pt x="54648" y="201015"/>
                </a:lnTo>
                <a:lnTo>
                  <a:pt x="56489" y="211289"/>
                </a:lnTo>
                <a:lnTo>
                  <a:pt x="62179" y="220116"/>
                </a:lnTo>
                <a:lnTo>
                  <a:pt x="62293" y="220281"/>
                </a:lnTo>
                <a:lnTo>
                  <a:pt x="71043" y="226453"/>
                </a:lnTo>
                <a:lnTo>
                  <a:pt x="81864" y="228879"/>
                </a:lnTo>
                <a:lnTo>
                  <a:pt x="92773" y="226910"/>
                </a:lnTo>
                <a:lnTo>
                  <a:pt x="101777" y="221107"/>
                </a:lnTo>
                <a:lnTo>
                  <a:pt x="107950" y="212356"/>
                </a:lnTo>
                <a:lnTo>
                  <a:pt x="108623" y="209296"/>
                </a:lnTo>
                <a:lnTo>
                  <a:pt x="110363" y="201536"/>
                </a:lnTo>
                <a:lnTo>
                  <a:pt x="110363" y="198234"/>
                </a:lnTo>
                <a:lnTo>
                  <a:pt x="181876" y="198234"/>
                </a:lnTo>
                <a:lnTo>
                  <a:pt x="181876" y="200367"/>
                </a:lnTo>
                <a:lnTo>
                  <a:pt x="183578" y="208800"/>
                </a:lnTo>
                <a:lnTo>
                  <a:pt x="184099" y="211289"/>
                </a:lnTo>
                <a:lnTo>
                  <a:pt x="190055" y="220116"/>
                </a:lnTo>
                <a:lnTo>
                  <a:pt x="198920" y="226098"/>
                </a:lnTo>
                <a:lnTo>
                  <a:pt x="209791" y="228295"/>
                </a:lnTo>
                <a:lnTo>
                  <a:pt x="220649" y="226098"/>
                </a:lnTo>
                <a:lnTo>
                  <a:pt x="229527" y="220116"/>
                </a:lnTo>
                <a:lnTo>
                  <a:pt x="235483" y="211289"/>
                </a:lnTo>
                <a:lnTo>
                  <a:pt x="235902" y="209308"/>
                </a:lnTo>
                <a:lnTo>
                  <a:pt x="236004" y="208800"/>
                </a:lnTo>
                <a:lnTo>
                  <a:pt x="237705" y="200367"/>
                </a:lnTo>
                <a:lnTo>
                  <a:pt x="237705" y="198234"/>
                </a:lnTo>
                <a:lnTo>
                  <a:pt x="272796" y="198234"/>
                </a:lnTo>
                <a:lnTo>
                  <a:pt x="272796" y="178739"/>
                </a:lnTo>
                <a:lnTo>
                  <a:pt x="237731" y="178739"/>
                </a:lnTo>
                <a:lnTo>
                  <a:pt x="237731" y="164274"/>
                </a:lnTo>
                <a:lnTo>
                  <a:pt x="233362" y="159918"/>
                </a:lnTo>
                <a:lnTo>
                  <a:pt x="218224" y="159918"/>
                </a:lnTo>
                <a:lnTo>
                  <a:pt x="218224" y="179400"/>
                </a:lnTo>
                <a:lnTo>
                  <a:pt x="218224" y="205028"/>
                </a:lnTo>
                <a:lnTo>
                  <a:pt x="214452" y="208800"/>
                </a:lnTo>
                <a:lnTo>
                  <a:pt x="205143" y="208800"/>
                </a:lnTo>
                <a:lnTo>
                  <a:pt x="201358" y="205028"/>
                </a:lnTo>
                <a:lnTo>
                  <a:pt x="201358" y="198234"/>
                </a:lnTo>
                <a:lnTo>
                  <a:pt x="201358" y="179400"/>
                </a:lnTo>
                <a:lnTo>
                  <a:pt x="218224" y="179400"/>
                </a:lnTo>
                <a:lnTo>
                  <a:pt x="218224" y="159918"/>
                </a:lnTo>
                <a:lnTo>
                  <a:pt x="186245" y="159918"/>
                </a:lnTo>
                <a:lnTo>
                  <a:pt x="181876" y="164274"/>
                </a:lnTo>
                <a:lnTo>
                  <a:pt x="181876" y="178739"/>
                </a:lnTo>
                <a:lnTo>
                  <a:pt x="110363" y="178739"/>
                </a:lnTo>
                <a:lnTo>
                  <a:pt x="110363" y="164274"/>
                </a:lnTo>
                <a:lnTo>
                  <a:pt x="106006" y="159918"/>
                </a:lnTo>
                <a:lnTo>
                  <a:pt x="91059" y="159918"/>
                </a:lnTo>
                <a:lnTo>
                  <a:pt x="91059" y="205028"/>
                </a:lnTo>
                <a:lnTo>
                  <a:pt x="87426" y="208953"/>
                </a:lnTo>
                <a:lnTo>
                  <a:pt x="78105" y="209296"/>
                </a:lnTo>
                <a:lnTo>
                  <a:pt x="74193" y="205663"/>
                </a:lnTo>
                <a:lnTo>
                  <a:pt x="74028" y="201536"/>
                </a:lnTo>
                <a:lnTo>
                  <a:pt x="74015" y="198234"/>
                </a:lnTo>
                <a:lnTo>
                  <a:pt x="74015" y="179400"/>
                </a:lnTo>
                <a:lnTo>
                  <a:pt x="90881" y="179400"/>
                </a:lnTo>
                <a:lnTo>
                  <a:pt x="90919" y="201536"/>
                </a:lnTo>
                <a:lnTo>
                  <a:pt x="91059" y="205028"/>
                </a:lnTo>
                <a:lnTo>
                  <a:pt x="91059" y="159918"/>
                </a:lnTo>
                <a:lnTo>
                  <a:pt x="58889" y="159918"/>
                </a:lnTo>
                <a:lnTo>
                  <a:pt x="54521" y="164274"/>
                </a:lnTo>
                <a:lnTo>
                  <a:pt x="54521" y="178739"/>
                </a:lnTo>
                <a:lnTo>
                  <a:pt x="19494" y="178739"/>
                </a:lnTo>
                <a:lnTo>
                  <a:pt x="19494" y="70866"/>
                </a:lnTo>
                <a:lnTo>
                  <a:pt x="23850" y="66497"/>
                </a:lnTo>
                <a:lnTo>
                  <a:pt x="268439" y="66497"/>
                </a:lnTo>
                <a:lnTo>
                  <a:pt x="272796" y="70866"/>
                </a:lnTo>
                <a:lnTo>
                  <a:pt x="272796" y="48983"/>
                </a:lnTo>
                <a:lnTo>
                  <a:pt x="263055" y="47015"/>
                </a:lnTo>
                <a:lnTo>
                  <a:pt x="217017" y="47015"/>
                </a:lnTo>
                <a:lnTo>
                  <a:pt x="217017" y="24790"/>
                </a:lnTo>
                <a:lnTo>
                  <a:pt x="215785" y="19481"/>
                </a:lnTo>
                <a:lnTo>
                  <a:pt x="214782" y="15151"/>
                </a:lnTo>
                <a:lnTo>
                  <a:pt x="208648" y="7264"/>
                </a:lnTo>
                <a:lnTo>
                  <a:pt x="199567" y="1955"/>
                </a:lnTo>
                <a:lnTo>
                  <a:pt x="197523" y="1600"/>
                </a:lnTo>
                <a:lnTo>
                  <a:pt x="197523" y="22364"/>
                </a:lnTo>
                <a:lnTo>
                  <a:pt x="197523" y="47015"/>
                </a:lnTo>
                <a:lnTo>
                  <a:pt x="94716" y="47015"/>
                </a:lnTo>
                <a:lnTo>
                  <a:pt x="94716" y="22364"/>
                </a:lnTo>
                <a:lnTo>
                  <a:pt x="98679" y="19481"/>
                </a:lnTo>
                <a:lnTo>
                  <a:pt x="193560" y="19481"/>
                </a:lnTo>
                <a:lnTo>
                  <a:pt x="197523" y="22364"/>
                </a:lnTo>
                <a:lnTo>
                  <a:pt x="197523" y="1600"/>
                </a:lnTo>
                <a:lnTo>
                  <a:pt x="188468" y="0"/>
                </a:lnTo>
                <a:lnTo>
                  <a:pt x="103784" y="0"/>
                </a:lnTo>
                <a:lnTo>
                  <a:pt x="92684" y="1955"/>
                </a:lnTo>
                <a:lnTo>
                  <a:pt x="83604" y="7264"/>
                </a:lnTo>
                <a:lnTo>
                  <a:pt x="77482" y="15151"/>
                </a:lnTo>
                <a:lnTo>
                  <a:pt x="75234" y="24790"/>
                </a:lnTo>
                <a:lnTo>
                  <a:pt x="75234" y="47015"/>
                </a:lnTo>
                <a:lnTo>
                  <a:pt x="29235" y="47015"/>
                </a:lnTo>
                <a:lnTo>
                  <a:pt x="17856" y="49314"/>
                </a:lnTo>
                <a:lnTo>
                  <a:pt x="8559" y="55575"/>
                </a:lnTo>
                <a:lnTo>
                  <a:pt x="2298" y="64858"/>
                </a:lnTo>
                <a:lnTo>
                  <a:pt x="0" y="76238"/>
                </a:lnTo>
                <a:lnTo>
                  <a:pt x="0" y="253695"/>
                </a:lnTo>
                <a:lnTo>
                  <a:pt x="2298" y="265074"/>
                </a:lnTo>
                <a:lnTo>
                  <a:pt x="8559" y="274358"/>
                </a:lnTo>
                <a:lnTo>
                  <a:pt x="17856" y="280631"/>
                </a:lnTo>
                <a:lnTo>
                  <a:pt x="29235" y="282930"/>
                </a:lnTo>
                <a:lnTo>
                  <a:pt x="263055" y="282930"/>
                </a:lnTo>
                <a:lnTo>
                  <a:pt x="274434" y="280631"/>
                </a:lnTo>
                <a:lnTo>
                  <a:pt x="283730" y="274358"/>
                </a:lnTo>
                <a:lnTo>
                  <a:pt x="289991" y="265074"/>
                </a:lnTo>
                <a:lnTo>
                  <a:pt x="290322" y="263436"/>
                </a:lnTo>
                <a:lnTo>
                  <a:pt x="292290" y="253695"/>
                </a:lnTo>
                <a:lnTo>
                  <a:pt x="292290" y="198234"/>
                </a:lnTo>
                <a:lnTo>
                  <a:pt x="292290" y="179400"/>
                </a:lnTo>
                <a:lnTo>
                  <a:pt x="292290" y="178739"/>
                </a:lnTo>
                <a:lnTo>
                  <a:pt x="292290" y="76238"/>
                </a:lnTo>
                <a:close/>
              </a:path>
              <a:path w="584834" h="584835">
                <a:moveTo>
                  <a:pt x="446125" y="391274"/>
                </a:moveTo>
                <a:lnTo>
                  <a:pt x="441921" y="387057"/>
                </a:lnTo>
                <a:lnTo>
                  <a:pt x="431533" y="387057"/>
                </a:lnTo>
                <a:lnTo>
                  <a:pt x="427329" y="391274"/>
                </a:lnTo>
                <a:lnTo>
                  <a:pt x="427329" y="401650"/>
                </a:lnTo>
                <a:lnTo>
                  <a:pt x="431533" y="405866"/>
                </a:lnTo>
                <a:lnTo>
                  <a:pt x="441921" y="405866"/>
                </a:lnTo>
                <a:lnTo>
                  <a:pt x="446125" y="401650"/>
                </a:lnTo>
                <a:lnTo>
                  <a:pt x="446125" y="396455"/>
                </a:lnTo>
                <a:lnTo>
                  <a:pt x="446125" y="391274"/>
                </a:lnTo>
                <a:close/>
              </a:path>
              <a:path w="584834" h="584835">
                <a:moveTo>
                  <a:pt x="535851" y="253034"/>
                </a:moveTo>
                <a:lnTo>
                  <a:pt x="531710" y="204406"/>
                </a:lnTo>
                <a:lnTo>
                  <a:pt x="531634" y="203415"/>
                </a:lnTo>
                <a:lnTo>
                  <a:pt x="518820" y="159893"/>
                </a:lnTo>
                <a:lnTo>
                  <a:pt x="516369" y="155625"/>
                </a:lnTo>
                <a:lnTo>
                  <a:pt x="516369" y="253034"/>
                </a:lnTo>
                <a:lnTo>
                  <a:pt x="516369" y="258368"/>
                </a:lnTo>
                <a:lnTo>
                  <a:pt x="512000" y="262724"/>
                </a:lnTo>
                <a:lnTo>
                  <a:pt x="501243" y="262724"/>
                </a:lnTo>
                <a:lnTo>
                  <a:pt x="496887" y="258368"/>
                </a:lnTo>
                <a:lnTo>
                  <a:pt x="496887" y="253034"/>
                </a:lnTo>
                <a:lnTo>
                  <a:pt x="491299" y="200875"/>
                </a:lnTo>
                <a:lnTo>
                  <a:pt x="474078" y="157607"/>
                </a:lnTo>
                <a:lnTo>
                  <a:pt x="448170" y="126365"/>
                </a:lnTo>
                <a:lnTo>
                  <a:pt x="402145" y="93116"/>
                </a:lnTo>
                <a:lnTo>
                  <a:pt x="395884" y="92113"/>
                </a:lnTo>
                <a:lnTo>
                  <a:pt x="390613" y="95148"/>
                </a:lnTo>
                <a:lnTo>
                  <a:pt x="387883" y="100584"/>
                </a:lnTo>
                <a:lnTo>
                  <a:pt x="389267" y="106781"/>
                </a:lnTo>
                <a:lnTo>
                  <a:pt x="400837" y="125869"/>
                </a:lnTo>
                <a:lnTo>
                  <a:pt x="399491" y="131381"/>
                </a:lnTo>
                <a:lnTo>
                  <a:pt x="399376" y="131864"/>
                </a:lnTo>
                <a:lnTo>
                  <a:pt x="394792" y="134658"/>
                </a:lnTo>
                <a:lnTo>
                  <a:pt x="390156" y="137337"/>
                </a:lnTo>
                <a:lnTo>
                  <a:pt x="384238" y="135902"/>
                </a:lnTo>
                <a:lnTo>
                  <a:pt x="381368" y="131381"/>
                </a:lnTo>
                <a:lnTo>
                  <a:pt x="343077" y="68326"/>
                </a:lnTo>
                <a:lnTo>
                  <a:pt x="344538" y="62331"/>
                </a:lnTo>
                <a:lnTo>
                  <a:pt x="349135" y="59550"/>
                </a:lnTo>
                <a:lnTo>
                  <a:pt x="409346" y="27508"/>
                </a:lnTo>
                <a:lnTo>
                  <a:pt x="415251" y="29311"/>
                </a:lnTo>
                <a:lnTo>
                  <a:pt x="420306" y="38811"/>
                </a:lnTo>
                <a:lnTo>
                  <a:pt x="418490" y="44716"/>
                </a:lnTo>
                <a:lnTo>
                  <a:pt x="401408" y="53797"/>
                </a:lnTo>
                <a:lnTo>
                  <a:pt x="394487" y="57188"/>
                </a:lnTo>
                <a:lnTo>
                  <a:pt x="394563" y="62179"/>
                </a:lnTo>
                <a:lnTo>
                  <a:pt x="394665" y="67995"/>
                </a:lnTo>
                <a:lnTo>
                  <a:pt x="401701" y="71158"/>
                </a:lnTo>
                <a:lnTo>
                  <a:pt x="444093" y="96621"/>
                </a:lnTo>
                <a:lnTo>
                  <a:pt x="476338" y="126885"/>
                </a:lnTo>
                <a:lnTo>
                  <a:pt x="498856" y="162585"/>
                </a:lnTo>
                <a:lnTo>
                  <a:pt x="512064" y="204406"/>
                </a:lnTo>
                <a:lnTo>
                  <a:pt x="516369" y="253034"/>
                </a:lnTo>
                <a:lnTo>
                  <a:pt x="516369" y="155625"/>
                </a:lnTo>
                <a:lnTo>
                  <a:pt x="497166" y="122085"/>
                </a:lnTo>
                <a:lnTo>
                  <a:pt x="466483" y="89636"/>
                </a:lnTo>
                <a:lnTo>
                  <a:pt x="426516" y="62179"/>
                </a:lnTo>
                <a:lnTo>
                  <a:pt x="433654" y="54648"/>
                </a:lnTo>
                <a:lnTo>
                  <a:pt x="437629" y="45123"/>
                </a:lnTo>
                <a:lnTo>
                  <a:pt x="438162" y="34798"/>
                </a:lnTo>
                <a:lnTo>
                  <a:pt x="435800" y="27508"/>
                </a:lnTo>
                <a:lnTo>
                  <a:pt x="434962" y="24917"/>
                </a:lnTo>
                <a:lnTo>
                  <a:pt x="427609" y="15951"/>
                </a:lnTo>
                <a:lnTo>
                  <a:pt x="417715" y="10680"/>
                </a:lnTo>
                <a:lnTo>
                  <a:pt x="406577" y="9512"/>
                </a:lnTo>
                <a:lnTo>
                  <a:pt x="395452" y="12814"/>
                </a:lnTo>
                <a:lnTo>
                  <a:pt x="340487" y="42049"/>
                </a:lnTo>
                <a:lnTo>
                  <a:pt x="331330" y="49593"/>
                </a:lnTo>
                <a:lnTo>
                  <a:pt x="326085" y="60109"/>
                </a:lnTo>
                <a:lnTo>
                  <a:pt x="325272" y="71158"/>
                </a:lnTo>
                <a:lnTo>
                  <a:pt x="325221" y="71831"/>
                </a:lnTo>
                <a:lnTo>
                  <a:pt x="364693" y="141490"/>
                </a:lnTo>
                <a:lnTo>
                  <a:pt x="394068" y="155270"/>
                </a:lnTo>
                <a:lnTo>
                  <a:pt x="404888" y="151320"/>
                </a:lnTo>
                <a:lnTo>
                  <a:pt x="410756" y="146621"/>
                </a:lnTo>
                <a:lnTo>
                  <a:pt x="415175" y="140677"/>
                </a:lnTo>
                <a:lnTo>
                  <a:pt x="416534" y="137337"/>
                </a:lnTo>
                <a:lnTo>
                  <a:pt x="417969" y="133832"/>
                </a:lnTo>
                <a:lnTo>
                  <a:pt x="418871" y="126885"/>
                </a:lnTo>
                <a:lnTo>
                  <a:pt x="418947" y="126365"/>
                </a:lnTo>
                <a:lnTo>
                  <a:pt x="445236" y="150558"/>
                </a:lnTo>
                <a:lnTo>
                  <a:pt x="463423" y="179184"/>
                </a:lnTo>
                <a:lnTo>
                  <a:pt x="473989" y="213067"/>
                </a:lnTo>
                <a:lnTo>
                  <a:pt x="477393" y="253034"/>
                </a:lnTo>
                <a:lnTo>
                  <a:pt x="479691" y="264414"/>
                </a:lnTo>
                <a:lnTo>
                  <a:pt x="485952" y="273710"/>
                </a:lnTo>
                <a:lnTo>
                  <a:pt x="495249" y="279971"/>
                </a:lnTo>
                <a:lnTo>
                  <a:pt x="506628" y="282270"/>
                </a:lnTo>
                <a:lnTo>
                  <a:pt x="518007" y="279971"/>
                </a:lnTo>
                <a:lnTo>
                  <a:pt x="527291" y="273710"/>
                </a:lnTo>
                <a:lnTo>
                  <a:pt x="533565" y="264414"/>
                </a:lnTo>
                <a:lnTo>
                  <a:pt x="533895" y="262724"/>
                </a:lnTo>
                <a:lnTo>
                  <a:pt x="535851" y="253034"/>
                </a:lnTo>
                <a:close/>
              </a:path>
              <a:path w="584834" h="584835">
                <a:moveTo>
                  <a:pt x="540537" y="391083"/>
                </a:moveTo>
                <a:lnTo>
                  <a:pt x="536168" y="386715"/>
                </a:lnTo>
                <a:lnTo>
                  <a:pt x="468960" y="386715"/>
                </a:lnTo>
                <a:lnTo>
                  <a:pt x="464604" y="391083"/>
                </a:lnTo>
                <a:lnTo>
                  <a:pt x="464604" y="401840"/>
                </a:lnTo>
                <a:lnTo>
                  <a:pt x="468960" y="406196"/>
                </a:lnTo>
                <a:lnTo>
                  <a:pt x="474345" y="406196"/>
                </a:lnTo>
                <a:lnTo>
                  <a:pt x="536168" y="406196"/>
                </a:lnTo>
                <a:lnTo>
                  <a:pt x="540537" y="401840"/>
                </a:lnTo>
                <a:lnTo>
                  <a:pt x="540537" y="391083"/>
                </a:lnTo>
                <a:close/>
              </a:path>
              <a:path w="584834" h="584835">
                <a:moveTo>
                  <a:pt x="584568" y="377926"/>
                </a:moveTo>
                <a:lnTo>
                  <a:pt x="582599" y="368185"/>
                </a:lnTo>
                <a:lnTo>
                  <a:pt x="582269" y="366547"/>
                </a:lnTo>
                <a:lnTo>
                  <a:pt x="576008" y="357251"/>
                </a:lnTo>
                <a:lnTo>
                  <a:pt x="566724" y="350989"/>
                </a:lnTo>
                <a:lnTo>
                  <a:pt x="565099" y="350672"/>
                </a:lnTo>
                <a:lnTo>
                  <a:pt x="565099" y="560438"/>
                </a:lnTo>
                <a:lnTo>
                  <a:pt x="560755" y="564807"/>
                </a:lnTo>
                <a:lnTo>
                  <a:pt x="316496" y="564807"/>
                </a:lnTo>
                <a:lnTo>
                  <a:pt x="312140" y="560438"/>
                </a:lnTo>
                <a:lnTo>
                  <a:pt x="312140" y="499719"/>
                </a:lnTo>
                <a:lnTo>
                  <a:pt x="347091" y="499719"/>
                </a:lnTo>
                <a:lnTo>
                  <a:pt x="347091" y="501865"/>
                </a:lnTo>
                <a:lnTo>
                  <a:pt x="348792" y="510286"/>
                </a:lnTo>
                <a:lnTo>
                  <a:pt x="349313" y="512775"/>
                </a:lnTo>
                <a:lnTo>
                  <a:pt x="355269" y="521601"/>
                </a:lnTo>
                <a:lnTo>
                  <a:pt x="364134" y="527583"/>
                </a:lnTo>
                <a:lnTo>
                  <a:pt x="375005" y="529780"/>
                </a:lnTo>
                <a:lnTo>
                  <a:pt x="385864" y="527583"/>
                </a:lnTo>
                <a:lnTo>
                  <a:pt x="394741" y="521601"/>
                </a:lnTo>
                <a:lnTo>
                  <a:pt x="400697" y="512775"/>
                </a:lnTo>
                <a:lnTo>
                  <a:pt x="401116" y="510794"/>
                </a:lnTo>
                <a:lnTo>
                  <a:pt x="401218" y="510286"/>
                </a:lnTo>
                <a:lnTo>
                  <a:pt x="402920" y="501865"/>
                </a:lnTo>
                <a:lnTo>
                  <a:pt x="402920" y="499719"/>
                </a:lnTo>
                <a:lnTo>
                  <a:pt x="474218" y="499719"/>
                </a:lnTo>
                <a:lnTo>
                  <a:pt x="474332" y="502500"/>
                </a:lnTo>
                <a:lnTo>
                  <a:pt x="476186" y="512775"/>
                </a:lnTo>
                <a:lnTo>
                  <a:pt x="481876" y="521601"/>
                </a:lnTo>
                <a:lnTo>
                  <a:pt x="481990" y="521779"/>
                </a:lnTo>
                <a:lnTo>
                  <a:pt x="490728" y="527939"/>
                </a:lnTo>
                <a:lnTo>
                  <a:pt x="501548" y="530364"/>
                </a:lnTo>
                <a:lnTo>
                  <a:pt x="512470" y="528396"/>
                </a:lnTo>
                <a:lnTo>
                  <a:pt x="521474" y="522605"/>
                </a:lnTo>
                <a:lnTo>
                  <a:pt x="527634" y="513854"/>
                </a:lnTo>
                <a:lnTo>
                  <a:pt x="528320" y="510794"/>
                </a:lnTo>
                <a:lnTo>
                  <a:pt x="530059" y="503034"/>
                </a:lnTo>
                <a:lnTo>
                  <a:pt x="530059" y="499719"/>
                </a:lnTo>
                <a:lnTo>
                  <a:pt x="565086" y="499719"/>
                </a:lnTo>
                <a:lnTo>
                  <a:pt x="565099" y="560438"/>
                </a:lnTo>
                <a:lnTo>
                  <a:pt x="565099" y="350672"/>
                </a:lnTo>
                <a:lnTo>
                  <a:pt x="565086" y="372541"/>
                </a:lnTo>
                <a:lnTo>
                  <a:pt x="565086" y="480237"/>
                </a:lnTo>
                <a:lnTo>
                  <a:pt x="530085" y="480237"/>
                </a:lnTo>
                <a:lnTo>
                  <a:pt x="530085" y="465785"/>
                </a:lnTo>
                <a:lnTo>
                  <a:pt x="525716" y="461429"/>
                </a:lnTo>
                <a:lnTo>
                  <a:pt x="510781" y="461429"/>
                </a:lnTo>
                <a:lnTo>
                  <a:pt x="510781" y="506514"/>
                </a:lnTo>
                <a:lnTo>
                  <a:pt x="507149" y="510438"/>
                </a:lnTo>
                <a:lnTo>
                  <a:pt x="497827" y="510794"/>
                </a:lnTo>
                <a:lnTo>
                  <a:pt x="493915" y="507161"/>
                </a:lnTo>
                <a:lnTo>
                  <a:pt x="493750" y="503034"/>
                </a:lnTo>
                <a:lnTo>
                  <a:pt x="493725" y="499719"/>
                </a:lnTo>
                <a:lnTo>
                  <a:pt x="493725" y="480910"/>
                </a:lnTo>
                <a:lnTo>
                  <a:pt x="510590" y="480910"/>
                </a:lnTo>
                <a:lnTo>
                  <a:pt x="510641" y="503034"/>
                </a:lnTo>
                <a:lnTo>
                  <a:pt x="510781" y="506514"/>
                </a:lnTo>
                <a:lnTo>
                  <a:pt x="510781" y="461429"/>
                </a:lnTo>
                <a:lnTo>
                  <a:pt x="478612" y="461429"/>
                </a:lnTo>
                <a:lnTo>
                  <a:pt x="474243" y="465785"/>
                </a:lnTo>
                <a:lnTo>
                  <a:pt x="474243" y="480237"/>
                </a:lnTo>
                <a:lnTo>
                  <a:pt x="402932" y="480237"/>
                </a:lnTo>
                <a:lnTo>
                  <a:pt x="402932" y="465785"/>
                </a:lnTo>
                <a:lnTo>
                  <a:pt x="398576" y="461429"/>
                </a:lnTo>
                <a:lnTo>
                  <a:pt x="383451" y="461429"/>
                </a:lnTo>
                <a:lnTo>
                  <a:pt x="383451" y="480910"/>
                </a:lnTo>
                <a:lnTo>
                  <a:pt x="383451" y="506514"/>
                </a:lnTo>
                <a:lnTo>
                  <a:pt x="379679" y="510286"/>
                </a:lnTo>
                <a:lnTo>
                  <a:pt x="370370" y="510286"/>
                </a:lnTo>
                <a:lnTo>
                  <a:pt x="366598" y="506514"/>
                </a:lnTo>
                <a:lnTo>
                  <a:pt x="366598" y="499719"/>
                </a:lnTo>
                <a:lnTo>
                  <a:pt x="366598" y="480910"/>
                </a:lnTo>
                <a:lnTo>
                  <a:pt x="383451" y="480910"/>
                </a:lnTo>
                <a:lnTo>
                  <a:pt x="383451" y="461429"/>
                </a:lnTo>
                <a:lnTo>
                  <a:pt x="351459" y="461429"/>
                </a:lnTo>
                <a:lnTo>
                  <a:pt x="347091" y="465785"/>
                </a:lnTo>
                <a:lnTo>
                  <a:pt x="347091" y="480237"/>
                </a:lnTo>
                <a:lnTo>
                  <a:pt x="312140" y="480237"/>
                </a:lnTo>
                <a:lnTo>
                  <a:pt x="312140" y="372541"/>
                </a:lnTo>
                <a:lnTo>
                  <a:pt x="316496" y="368185"/>
                </a:lnTo>
                <a:lnTo>
                  <a:pt x="560717" y="368185"/>
                </a:lnTo>
                <a:lnTo>
                  <a:pt x="565086" y="372541"/>
                </a:lnTo>
                <a:lnTo>
                  <a:pt x="565086" y="350659"/>
                </a:lnTo>
                <a:lnTo>
                  <a:pt x="555345" y="348691"/>
                </a:lnTo>
                <a:lnTo>
                  <a:pt x="509384" y="348691"/>
                </a:lnTo>
                <a:lnTo>
                  <a:pt x="509384" y="326491"/>
                </a:lnTo>
                <a:lnTo>
                  <a:pt x="489927" y="303301"/>
                </a:lnTo>
                <a:lnTo>
                  <a:pt x="489927" y="324053"/>
                </a:lnTo>
                <a:lnTo>
                  <a:pt x="489927" y="348691"/>
                </a:lnTo>
                <a:lnTo>
                  <a:pt x="387273" y="348691"/>
                </a:lnTo>
                <a:lnTo>
                  <a:pt x="387273" y="324053"/>
                </a:lnTo>
                <a:lnTo>
                  <a:pt x="391223" y="321195"/>
                </a:lnTo>
                <a:lnTo>
                  <a:pt x="485978" y="321195"/>
                </a:lnTo>
                <a:lnTo>
                  <a:pt x="489927" y="324053"/>
                </a:lnTo>
                <a:lnTo>
                  <a:pt x="489927" y="303301"/>
                </a:lnTo>
                <a:lnTo>
                  <a:pt x="480860" y="301701"/>
                </a:lnTo>
                <a:lnTo>
                  <a:pt x="396303" y="301701"/>
                </a:lnTo>
                <a:lnTo>
                  <a:pt x="385203" y="303657"/>
                </a:lnTo>
                <a:lnTo>
                  <a:pt x="376135" y="308978"/>
                </a:lnTo>
                <a:lnTo>
                  <a:pt x="370014" y="316852"/>
                </a:lnTo>
                <a:lnTo>
                  <a:pt x="367779" y="326491"/>
                </a:lnTo>
                <a:lnTo>
                  <a:pt x="367779" y="348691"/>
                </a:lnTo>
                <a:lnTo>
                  <a:pt x="321881" y="348691"/>
                </a:lnTo>
                <a:lnTo>
                  <a:pt x="310502" y="350989"/>
                </a:lnTo>
                <a:lnTo>
                  <a:pt x="301205" y="357251"/>
                </a:lnTo>
                <a:lnTo>
                  <a:pt x="294944" y="366547"/>
                </a:lnTo>
                <a:lnTo>
                  <a:pt x="292658" y="377926"/>
                </a:lnTo>
                <a:lnTo>
                  <a:pt x="292658" y="555066"/>
                </a:lnTo>
                <a:lnTo>
                  <a:pt x="294944" y="566420"/>
                </a:lnTo>
                <a:lnTo>
                  <a:pt x="301205" y="575703"/>
                </a:lnTo>
                <a:lnTo>
                  <a:pt x="310502" y="581964"/>
                </a:lnTo>
                <a:lnTo>
                  <a:pt x="321881" y="584263"/>
                </a:lnTo>
                <a:lnTo>
                  <a:pt x="555345" y="584263"/>
                </a:lnTo>
                <a:lnTo>
                  <a:pt x="584568" y="555066"/>
                </a:lnTo>
                <a:lnTo>
                  <a:pt x="584568" y="499719"/>
                </a:lnTo>
                <a:lnTo>
                  <a:pt x="584568" y="480910"/>
                </a:lnTo>
                <a:lnTo>
                  <a:pt x="584568" y="480237"/>
                </a:lnTo>
                <a:lnTo>
                  <a:pt x="584568" y="377926"/>
                </a:lnTo>
                <a:close/>
              </a:path>
            </a:pathLst>
          </a:custGeom>
          <a:solidFill>
            <a:srgbClr val="04AB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2534645" y="2711272"/>
            <a:ext cx="1202055" cy="788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0" spc="-675">
                <a:solidFill>
                  <a:srgbClr val="04ABC4"/>
                </a:solidFill>
                <a:latin typeface="Arial Black"/>
                <a:cs typeface="Arial Black"/>
              </a:rPr>
              <a:t>B2B</a:t>
            </a:r>
            <a:endParaRPr sz="5000">
              <a:latin typeface="Arial Black"/>
              <a:cs typeface="Arial Black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077704" y="4459985"/>
            <a:ext cx="2986405" cy="1744980"/>
          </a:xfrm>
          <a:custGeom>
            <a:avLst/>
            <a:gdLst/>
            <a:ahLst/>
            <a:cxnLst/>
            <a:rect l="l" t="t" r="r" b="b"/>
            <a:pathLst>
              <a:path w="2986405" h="1744979">
                <a:moveTo>
                  <a:pt x="2841498" y="0"/>
                </a:moveTo>
                <a:lnTo>
                  <a:pt x="144652" y="0"/>
                </a:lnTo>
                <a:lnTo>
                  <a:pt x="116300" y="2803"/>
                </a:lnTo>
                <a:lnTo>
                  <a:pt x="64357" y="24270"/>
                </a:lnTo>
                <a:lnTo>
                  <a:pt x="24270" y="64357"/>
                </a:lnTo>
                <a:lnTo>
                  <a:pt x="2803" y="116300"/>
                </a:lnTo>
                <a:lnTo>
                  <a:pt x="0" y="144652"/>
                </a:lnTo>
                <a:lnTo>
                  <a:pt x="0" y="1599818"/>
                </a:lnTo>
                <a:lnTo>
                  <a:pt x="11001" y="1655190"/>
                </a:lnTo>
                <a:lnTo>
                  <a:pt x="42291" y="1702180"/>
                </a:lnTo>
                <a:lnTo>
                  <a:pt x="89281" y="1733470"/>
                </a:lnTo>
                <a:lnTo>
                  <a:pt x="144652" y="1744472"/>
                </a:lnTo>
                <a:lnTo>
                  <a:pt x="2841498" y="1744472"/>
                </a:lnTo>
                <a:lnTo>
                  <a:pt x="2896806" y="1733470"/>
                </a:lnTo>
                <a:lnTo>
                  <a:pt x="2943732" y="1702180"/>
                </a:lnTo>
                <a:lnTo>
                  <a:pt x="2975022" y="1655190"/>
                </a:lnTo>
                <a:lnTo>
                  <a:pt x="2986024" y="1599818"/>
                </a:lnTo>
                <a:lnTo>
                  <a:pt x="2986024" y="144652"/>
                </a:lnTo>
                <a:lnTo>
                  <a:pt x="2975022" y="89281"/>
                </a:lnTo>
                <a:lnTo>
                  <a:pt x="2943732" y="42290"/>
                </a:lnTo>
                <a:lnTo>
                  <a:pt x="2896806" y="11001"/>
                </a:lnTo>
                <a:lnTo>
                  <a:pt x="2841498" y="0"/>
                </a:lnTo>
                <a:close/>
              </a:path>
            </a:pathLst>
          </a:custGeom>
          <a:solidFill>
            <a:srgbClr val="04AB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4164437" y="4459985"/>
            <a:ext cx="2986405" cy="1744980"/>
          </a:xfrm>
          <a:custGeom>
            <a:avLst/>
            <a:gdLst/>
            <a:ahLst/>
            <a:cxnLst/>
            <a:rect l="l" t="t" r="r" b="b"/>
            <a:pathLst>
              <a:path w="2986405" h="1744979">
                <a:moveTo>
                  <a:pt x="2841498" y="0"/>
                </a:moveTo>
                <a:lnTo>
                  <a:pt x="144526" y="0"/>
                </a:lnTo>
                <a:lnTo>
                  <a:pt x="116193" y="2803"/>
                </a:lnTo>
                <a:lnTo>
                  <a:pt x="64337" y="24270"/>
                </a:lnTo>
                <a:lnTo>
                  <a:pt x="24270" y="64357"/>
                </a:lnTo>
                <a:lnTo>
                  <a:pt x="2803" y="116300"/>
                </a:lnTo>
                <a:lnTo>
                  <a:pt x="0" y="144652"/>
                </a:lnTo>
                <a:lnTo>
                  <a:pt x="0" y="1599818"/>
                </a:lnTo>
                <a:lnTo>
                  <a:pt x="11001" y="1655190"/>
                </a:lnTo>
                <a:lnTo>
                  <a:pt x="42291" y="1702180"/>
                </a:lnTo>
                <a:lnTo>
                  <a:pt x="89217" y="1733470"/>
                </a:lnTo>
                <a:lnTo>
                  <a:pt x="144526" y="1744472"/>
                </a:lnTo>
                <a:lnTo>
                  <a:pt x="2841498" y="1744472"/>
                </a:lnTo>
                <a:lnTo>
                  <a:pt x="2896806" y="1733470"/>
                </a:lnTo>
                <a:lnTo>
                  <a:pt x="2943732" y="1702180"/>
                </a:lnTo>
                <a:lnTo>
                  <a:pt x="2975022" y="1655190"/>
                </a:lnTo>
                <a:lnTo>
                  <a:pt x="2986024" y="1599818"/>
                </a:lnTo>
                <a:lnTo>
                  <a:pt x="2986024" y="144652"/>
                </a:lnTo>
                <a:lnTo>
                  <a:pt x="2975022" y="89281"/>
                </a:lnTo>
                <a:lnTo>
                  <a:pt x="2943732" y="42290"/>
                </a:lnTo>
                <a:lnTo>
                  <a:pt x="2896806" y="11001"/>
                </a:lnTo>
                <a:lnTo>
                  <a:pt x="2841498" y="0"/>
                </a:lnTo>
                <a:close/>
              </a:path>
            </a:pathLst>
          </a:custGeom>
          <a:solidFill>
            <a:srgbClr val="04AB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8" rIns="0" bIns="0" rtlCol="0" vert="horz">
            <a:spAutoFit/>
          </a:bodyPr>
          <a:lstStyle/>
          <a:p>
            <a:pPr marL="2639695">
              <a:lnSpc>
                <a:spcPct val="100000"/>
              </a:lnSpc>
              <a:spcBef>
                <a:spcPts val="100"/>
              </a:spcBef>
            </a:pPr>
            <a:r>
              <a:rPr dirty="0" sz="6000" spc="-385"/>
              <a:t>Business</a:t>
            </a:r>
            <a:r>
              <a:rPr dirty="0" sz="6000" spc="-925"/>
              <a:t> </a:t>
            </a:r>
            <a:r>
              <a:rPr dirty="0" sz="6000" spc="-285"/>
              <a:t>Model</a:t>
            </a:r>
            <a:endParaRPr sz="6000"/>
          </a:p>
        </p:txBody>
      </p:sp>
      <p:sp>
        <p:nvSpPr>
          <p:cNvPr id="22" name="object 22"/>
          <p:cNvSpPr txBox="1"/>
          <p:nvPr/>
        </p:nvSpPr>
        <p:spPr>
          <a:xfrm>
            <a:off x="2155698" y="5938576"/>
            <a:ext cx="1311275" cy="85280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dirty="0" sz="3400" spc="-75">
                <a:solidFill>
                  <a:srgbClr val="F1F1F1"/>
                </a:solidFill>
                <a:latin typeface="Arial Black"/>
                <a:cs typeface="Arial Black"/>
              </a:rPr>
              <a:t>4.99</a:t>
            </a:r>
            <a:r>
              <a:rPr dirty="0" sz="3400" spc="-75" b="1">
                <a:solidFill>
                  <a:srgbClr val="F1F1F1"/>
                </a:solidFill>
                <a:latin typeface="Times New Roman"/>
                <a:cs typeface="Times New Roman"/>
              </a:rPr>
              <a:t>₼</a:t>
            </a:r>
            <a:endParaRPr sz="3400">
              <a:latin typeface="Times New Roman"/>
              <a:cs typeface="Times New Roman"/>
            </a:endParaRPr>
          </a:p>
          <a:p>
            <a:pPr algn="ctr" marL="5080">
              <a:lnSpc>
                <a:spcPct val="100000"/>
              </a:lnSpc>
              <a:spcBef>
                <a:spcPts val="125"/>
              </a:spcBef>
            </a:pPr>
            <a:r>
              <a:rPr dirty="0" sz="1700" spc="-10">
                <a:solidFill>
                  <a:srgbClr val="F1F1F1"/>
                </a:solidFill>
                <a:latin typeface="Lucida Sans Unicode"/>
                <a:cs typeface="Lucida Sans Unicode"/>
              </a:rPr>
              <a:t>monthly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32246" y="5938576"/>
            <a:ext cx="2149475" cy="85280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243840">
              <a:lnSpc>
                <a:spcPct val="100000"/>
              </a:lnSpc>
              <a:spcBef>
                <a:spcPts val="365"/>
              </a:spcBef>
            </a:pPr>
            <a:r>
              <a:rPr dirty="0" sz="3400" spc="-10">
                <a:solidFill>
                  <a:srgbClr val="F1F1F1"/>
                </a:solidFill>
                <a:latin typeface="Arial Black"/>
                <a:cs typeface="Arial Black"/>
              </a:rPr>
              <a:t>50.90</a:t>
            </a:r>
            <a:r>
              <a:rPr dirty="0" sz="3400" spc="-10" b="1">
                <a:solidFill>
                  <a:srgbClr val="F1F1F1"/>
                </a:solidFill>
                <a:latin typeface="Times New Roman"/>
                <a:cs typeface="Times New Roman"/>
              </a:rPr>
              <a:t>₼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50">
                <a:solidFill>
                  <a:srgbClr val="F1F1F1"/>
                </a:solidFill>
                <a:latin typeface="Lucida Sans Unicode"/>
                <a:cs typeface="Lucida Sans Unicode"/>
              </a:rPr>
              <a:t>annually</a:t>
            </a:r>
            <a:r>
              <a:rPr dirty="0" sz="1700" spc="-60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220">
                <a:solidFill>
                  <a:srgbClr val="F1F1F1"/>
                </a:solidFill>
                <a:latin typeface="Lucida Sans Unicode"/>
                <a:cs typeface="Lucida Sans Unicode"/>
              </a:rPr>
              <a:t>\</a:t>
            </a:r>
            <a:r>
              <a:rPr dirty="0" sz="1700" spc="-85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95">
                <a:solidFill>
                  <a:srgbClr val="F1F1F1"/>
                </a:solidFill>
                <a:latin typeface="Lucida Sans Unicode"/>
                <a:cs typeface="Lucida Sans Unicode"/>
              </a:rPr>
              <a:t>save</a:t>
            </a:r>
            <a:r>
              <a:rPr dirty="0" sz="1700" spc="-75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110">
                <a:solidFill>
                  <a:srgbClr val="F1F1F1"/>
                </a:solidFill>
                <a:latin typeface="Lucida Sans Unicode"/>
                <a:cs typeface="Lucida Sans Unicode"/>
              </a:rPr>
              <a:t>15%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748009" y="4496015"/>
            <a:ext cx="1557655" cy="131635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dirty="0" sz="2000" spc="-95">
                <a:solidFill>
                  <a:srgbClr val="F1F1F1"/>
                </a:solidFill>
                <a:latin typeface="Arial Black"/>
                <a:cs typeface="Arial Black"/>
              </a:rPr>
              <a:t>Referral</a:t>
            </a:r>
            <a:r>
              <a:rPr dirty="0" sz="2000" spc="-21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000" spc="-95">
                <a:solidFill>
                  <a:srgbClr val="F1F1F1"/>
                </a:solidFill>
                <a:latin typeface="Arial Black"/>
                <a:cs typeface="Arial Black"/>
              </a:rPr>
              <a:t>Fee</a:t>
            </a:r>
            <a:endParaRPr sz="2000">
              <a:latin typeface="Arial Black"/>
              <a:cs typeface="Arial Black"/>
            </a:endParaRPr>
          </a:p>
          <a:p>
            <a:pPr algn="ctr" marR="53340">
              <a:lnSpc>
                <a:spcPct val="100000"/>
              </a:lnSpc>
              <a:spcBef>
                <a:spcPts val="805"/>
              </a:spcBef>
            </a:pPr>
            <a:r>
              <a:rPr dirty="0" sz="3400" spc="-385">
                <a:solidFill>
                  <a:srgbClr val="F1F1F1"/>
                </a:solidFill>
                <a:latin typeface="Arial Black"/>
                <a:cs typeface="Arial Black"/>
              </a:rPr>
              <a:t>10</a:t>
            </a:r>
            <a:r>
              <a:rPr dirty="0" sz="3400" spc="-385" b="1">
                <a:solidFill>
                  <a:srgbClr val="F1F1F1"/>
                </a:solidFill>
                <a:latin typeface="Times New Roman"/>
                <a:cs typeface="Times New Roman"/>
              </a:rPr>
              <a:t>₼</a:t>
            </a:r>
            <a:endParaRPr sz="3400">
              <a:latin typeface="Times New Roman"/>
              <a:cs typeface="Times New Roman"/>
            </a:endParaRPr>
          </a:p>
          <a:p>
            <a:pPr algn="ctr" marL="52069">
              <a:lnSpc>
                <a:spcPct val="100000"/>
              </a:lnSpc>
              <a:spcBef>
                <a:spcPts val="375"/>
              </a:spcBef>
            </a:pPr>
            <a:r>
              <a:rPr dirty="0" sz="1700">
                <a:solidFill>
                  <a:srgbClr val="F1F1F1"/>
                </a:solidFill>
                <a:latin typeface="Lucida Sans Unicode"/>
                <a:cs typeface="Lucida Sans Unicode"/>
              </a:rPr>
              <a:t>per</a:t>
            </a:r>
            <a:r>
              <a:rPr dirty="0" sz="1700" spc="-10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20">
                <a:solidFill>
                  <a:srgbClr val="F1F1F1"/>
                </a:solidFill>
                <a:latin typeface="Lucida Sans Unicode"/>
                <a:cs typeface="Lucida Sans Unicode"/>
              </a:rPr>
              <a:t>user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871572" y="4507636"/>
            <a:ext cx="1543050" cy="128016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dirty="0" sz="2000" spc="-40">
                <a:solidFill>
                  <a:srgbClr val="F1F1F1"/>
                </a:solidFill>
                <a:latin typeface="Arial Black"/>
                <a:cs typeface="Arial Black"/>
              </a:rPr>
              <a:t>Advertising</a:t>
            </a:r>
            <a:endParaRPr sz="2000">
              <a:latin typeface="Arial Black"/>
              <a:cs typeface="Arial Black"/>
            </a:endParaRPr>
          </a:p>
          <a:p>
            <a:pPr algn="ctr" marL="31115">
              <a:lnSpc>
                <a:spcPct val="100000"/>
              </a:lnSpc>
              <a:spcBef>
                <a:spcPts val="645"/>
              </a:spcBef>
            </a:pPr>
            <a:r>
              <a:rPr dirty="0" sz="3400" spc="-20">
                <a:solidFill>
                  <a:srgbClr val="F1F1F1"/>
                </a:solidFill>
                <a:latin typeface="Arial Black"/>
                <a:cs typeface="Arial Black"/>
              </a:rPr>
              <a:t>350</a:t>
            </a:r>
            <a:r>
              <a:rPr dirty="0" sz="3400" spc="-20" b="1">
                <a:solidFill>
                  <a:srgbClr val="F1F1F1"/>
                </a:solidFill>
                <a:latin typeface="Times New Roman"/>
                <a:cs typeface="Times New Roman"/>
              </a:rPr>
              <a:t>₼</a:t>
            </a:r>
            <a:endParaRPr sz="3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1700" spc="-10">
                <a:solidFill>
                  <a:srgbClr val="F1F1F1"/>
                </a:solidFill>
                <a:latin typeface="Lucida Sans Unicode"/>
                <a:cs typeface="Lucida Sans Unicode"/>
              </a:rPr>
              <a:t>monthly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2212955" y="6956932"/>
            <a:ext cx="2986405" cy="1744980"/>
          </a:xfrm>
          <a:custGeom>
            <a:avLst/>
            <a:gdLst/>
            <a:ahLst/>
            <a:cxnLst/>
            <a:rect l="l" t="t" r="r" b="b"/>
            <a:pathLst>
              <a:path w="2986405" h="1744979">
                <a:moveTo>
                  <a:pt x="2841498" y="0"/>
                </a:moveTo>
                <a:lnTo>
                  <a:pt x="144652" y="0"/>
                </a:lnTo>
                <a:lnTo>
                  <a:pt x="116302" y="2805"/>
                </a:lnTo>
                <a:lnTo>
                  <a:pt x="64410" y="24324"/>
                </a:lnTo>
                <a:lnTo>
                  <a:pt x="24324" y="64410"/>
                </a:lnTo>
                <a:lnTo>
                  <a:pt x="2805" y="116302"/>
                </a:lnTo>
                <a:lnTo>
                  <a:pt x="0" y="144653"/>
                </a:lnTo>
                <a:lnTo>
                  <a:pt x="0" y="1599946"/>
                </a:lnTo>
                <a:lnTo>
                  <a:pt x="11017" y="1655254"/>
                </a:lnTo>
                <a:lnTo>
                  <a:pt x="42418" y="1702181"/>
                </a:lnTo>
                <a:lnTo>
                  <a:pt x="89296" y="1733470"/>
                </a:lnTo>
                <a:lnTo>
                  <a:pt x="144652" y="1744472"/>
                </a:lnTo>
                <a:lnTo>
                  <a:pt x="2841498" y="1744472"/>
                </a:lnTo>
                <a:lnTo>
                  <a:pt x="2896854" y="1733470"/>
                </a:lnTo>
                <a:lnTo>
                  <a:pt x="2943733" y="1702181"/>
                </a:lnTo>
                <a:lnTo>
                  <a:pt x="2975133" y="1655254"/>
                </a:lnTo>
                <a:lnTo>
                  <a:pt x="2986151" y="1599946"/>
                </a:lnTo>
                <a:lnTo>
                  <a:pt x="2986151" y="144653"/>
                </a:lnTo>
                <a:lnTo>
                  <a:pt x="2975133" y="89296"/>
                </a:lnTo>
                <a:lnTo>
                  <a:pt x="2943733" y="42418"/>
                </a:lnTo>
                <a:lnTo>
                  <a:pt x="2896854" y="11017"/>
                </a:lnTo>
                <a:lnTo>
                  <a:pt x="2841498" y="0"/>
                </a:lnTo>
                <a:close/>
              </a:path>
            </a:pathLst>
          </a:custGeom>
          <a:solidFill>
            <a:srgbClr val="04AB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2329286" y="6988110"/>
            <a:ext cx="2754630" cy="132207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000" spc="60">
                <a:solidFill>
                  <a:srgbClr val="F1F1F1"/>
                </a:solidFill>
                <a:latin typeface="Arial Black"/>
                <a:cs typeface="Arial Black"/>
              </a:rPr>
              <a:t>Data-</a:t>
            </a:r>
            <a:r>
              <a:rPr dirty="0" sz="2000" spc="-65">
                <a:solidFill>
                  <a:srgbClr val="F1F1F1"/>
                </a:solidFill>
                <a:latin typeface="Arial Black"/>
                <a:cs typeface="Arial Black"/>
              </a:rPr>
              <a:t>Driven</a:t>
            </a:r>
            <a:r>
              <a:rPr dirty="0" sz="2000" spc="-21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F1F1F1"/>
                </a:solidFill>
                <a:latin typeface="Arial Black"/>
                <a:cs typeface="Arial Black"/>
              </a:rPr>
              <a:t>Insights</a:t>
            </a:r>
            <a:endParaRPr sz="2000">
              <a:latin typeface="Arial Black"/>
              <a:cs typeface="Arial Black"/>
            </a:endParaRPr>
          </a:p>
          <a:p>
            <a:pPr marL="1042669">
              <a:lnSpc>
                <a:spcPct val="100000"/>
              </a:lnSpc>
              <a:spcBef>
                <a:spcPts val="894"/>
              </a:spcBef>
            </a:pPr>
            <a:r>
              <a:rPr dirty="0" sz="3400" spc="-540">
                <a:solidFill>
                  <a:srgbClr val="F1F1F1"/>
                </a:solidFill>
                <a:latin typeface="Arial Black"/>
                <a:cs typeface="Arial Black"/>
              </a:rPr>
              <a:t>1</a:t>
            </a:r>
            <a:r>
              <a:rPr dirty="0" sz="3400" spc="-540" b="1">
                <a:solidFill>
                  <a:srgbClr val="F1F1F1"/>
                </a:solidFill>
                <a:latin typeface="Times New Roman"/>
                <a:cs typeface="Times New Roman"/>
              </a:rPr>
              <a:t>₼</a:t>
            </a:r>
            <a:endParaRPr sz="3400">
              <a:latin typeface="Times New Roman"/>
              <a:cs typeface="Times New Roman"/>
            </a:endParaRPr>
          </a:p>
          <a:p>
            <a:pPr marL="920115">
              <a:lnSpc>
                <a:spcPct val="100000"/>
              </a:lnSpc>
              <a:spcBef>
                <a:spcPts val="275"/>
              </a:spcBef>
            </a:pPr>
            <a:r>
              <a:rPr dirty="0" sz="1700">
                <a:solidFill>
                  <a:srgbClr val="F1F1F1"/>
                </a:solidFill>
                <a:latin typeface="Lucida Sans Unicode"/>
                <a:cs typeface="Lucida Sans Unicode"/>
              </a:rPr>
              <a:t>per</a:t>
            </a:r>
            <a:r>
              <a:rPr dirty="0" sz="1700" spc="-15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20">
                <a:solidFill>
                  <a:srgbClr val="F1F1F1"/>
                </a:solidFill>
                <a:latin typeface="Lucida Sans Unicode"/>
                <a:cs typeface="Lucida Sans Unicode"/>
              </a:rPr>
              <a:t>user</a:t>
            </a:r>
            <a:endParaRPr sz="1700">
              <a:latin typeface="Lucida Sans Unicode"/>
              <a:cs typeface="Lucida Sans Unicode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9412872"/>
            <a:ext cx="733425" cy="874394"/>
            <a:chOff x="0" y="9412872"/>
            <a:chExt cx="733425" cy="874394"/>
          </a:xfrm>
        </p:grpSpPr>
        <p:sp>
          <p:nvSpPr>
            <p:cNvPr id="29" name="object 29"/>
            <p:cNvSpPr/>
            <p:nvPr/>
          </p:nvSpPr>
          <p:spPr>
            <a:xfrm>
              <a:off x="78359" y="9819652"/>
              <a:ext cx="475615" cy="463550"/>
            </a:xfrm>
            <a:custGeom>
              <a:avLst/>
              <a:gdLst/>
              <a:ahLst/>
              <a:cxnLst/>
              <a:rect l="l" t="t" r="r" b="b"/>
              <a:pathLst>
                <a:path w="475615" h="463550">
                  <a:moveTo>
                    <a:pt x="42811" y="442010"/>
                  </a:moveTo>
                  <a:lnTo>
                    <a:pt x="41135" y="433666"/>
                  </a:lnTo>
                  <a:lnTo>
                    <a:pt x="36550" y="426847"/>
                  </a:lnTo>
                  <a:lnTo>
                    <a:pt x="29743" y="422249"/>
                  </a:lnTo>
                  <a:lnTo>
                    <a:pt x="21412" y="420560"/>
                  </a:lnTo>
                  <a:lnTo>
                    <a:pt x="13081" y="422249"/>
                  </a:lnTo>
                  <a:lnTo>
                    <a:pt x="6273" y="426847"/>
                  </a:lnTo>
                  <a:lnTo>
                    <a:pt x="1689" y="433666"/>
                  </a:lnTo>
                  <a:lnTo>
                    <a:pt x="0" y="442010"/>
                  </a:lnTo>
                  <a:lnTo>
                    <a:pt x="1689" y="450367"/>
                  </a:lnTo>
                  <a:lnTo>
                    <a:pt x="6273" y="457187"/>
                  </a:lnTo>
                  <a:lnTo>
                    <a:pt x="13081" y="461784"/>
                  </a:lnTo>
                  <a:lnTo>
                    <a:pt x="21412" y="463461"/>
                  </a:lnTo>
                  <a:lnTo>
                    <a:pt x="29743" y="461784"/>
                  </a:lnTo>
                  <a:lnTo>
                    <a:pt x="36550" y="457187"/>
                  </a:lnTo>
                  <a:lnTo>
                    <a:pt x="41135" y="450367"/>
                  </a:lnTo>
                  <a:lnTo>
                    <a:pt x="42811" y="442010"/>
                  </a:lnTo>
                  <a:close/>
                </a:path>
                <a:path w="475615" h="463550">
                  <a:moveTo>
                    <a:pt x="42811" y="301828"/>
                  </a:moveTo>
                  <a:lnTo>
                    <a:pt x="41135" y="293484"/>
                  </a:lnTo>
                  <a:lnTo>
                    <a:pt x="36550" y="286664"/>
                  </a:lnTo>
                  <a:lnTo>
                    <a:pt x="29743" y="282067"/>
                  </a:lnTo>
                  <a:lnTo>
                    <a:pt x="21412" y="280377"/>
                  </a:lnTo>
                  <a:lnTo>
                    <a:pt x="13081" y="282067"/>
                  </a:lnTo>
                  <a:lnTo>
                    <a:pt x="6273" y="286664"/>
                  </a:lnTo>
                  <a:lnTo>
                    <a:pt x="1689" y="293484"/>
                  </a:lnTo>
                  <a:lnTo>
                    <a:pt x="0" y="301828"/>
                  </a:lnTo>
                  <a:lnTo>
                    <a:pt x="1689" y="310184"/>
                  </a:lnTo>
                  <a:lnTo>
                    <a:pt x="6273" y="316992"/>
                  </a:lnTo>
                  <a:lnTo>
                    <a:pt x="13081" y="321589"/>
                  </a:lnTo>
                  <a:lnTo>
                    <a:pt x="21412" y="323278"/>
                  </a:lnTo>
                  <a:lnTo>
                    <a:pt x="29743" y="321589"/>
                  </a:lnTo>
                  <a:lnTo>
                    <a:pt x="36550" y="316992"/>
                  </a:lnTo>
                  <a:lnTo>
                    <a:pt x="41135" y="310184"/>
                  </a:lnTo>
                  <a:lnTo>
                    <a:pt x="42811" y="301828"/>
                  </a:lnTo>
                  <a:close/>
                </a:path>
                <a:path w="475615" h="463550">
                  <a:moveTo>
                    <a:pt x="42811" y="161645"/>
                  </a:moveTo>
                  <a:lnTo>
                    <a:pt x="41135" y="153289"/>
                  </a:lnTo>
                  <a:lnTo>
                    <a:pt x="36550" y="146469"/>
                  </a:lnTo>
                  <a:lnTo>
                    <a:pt x="29743" y="141871"/>
                  </a:lnTo>
                  <a:lnTo>
                    <a:pt x="21412" y="140195"/>
                  </a:lnTo>
                  <a:lnTo>
                    <a:pt x="13081" y="141871"/>
                  </a:lnTo>
                  <a:lnTo>
                    <a:pt x="6273" y="146469"/>
                  </a:lnTo>
                  <a:lnTo>
                    <a:pt x="1689" y="153289"/>
                  </a:lnTo>
                  <a:lnTo>
                    <a:pt x="0" y="161645"/>
                  </a:lnTo>
                  <a:lnTo>
                    <a:pt x="1689" y="169989"/>
                  </a:lnTo>
                  <a:lnTo>
                    <a:pt x="6273" y="176809"/>
                  </a:lnTo>
                  <a:lnTo>
                    <a:pt x="13081" y="181406"/>
                  </a:lnTo>
                  <a:lnTo>
                    <a:pt x="21412" y="183095"/>
                  </a:lnTo>
                  <a:lnTo>
                    <a:pt x="29743" y="181406"/>
                  </a:lnTo>
                  <a:lnTo>
                    <a:pt x="36550" y="176809"/>
                  </a:lnTo>
                  <a:lnTo>
                    <a:pt x="41135" y="169989"/>
                  </a:lnTo>
                  <a:lnTo>
                    <a:pt x="42811" y="161645"/>
                  </a:lnTo>
                  <a:close/>
                </a:path>
                <a:path w="475615" h="463550">
                  <a:moveTo>
                    <a:pt x="42811" y="21450"/>
                  </a:moveTo>
                  <a:lnTo>
                    <a:pt x="41135" y="13106"/>
                  </a:lnTo>
                  <a:lnTo>
                    <a:pt x="36550" y="6286"/>
                  </a:lnTo>
                  <a:lnTo>
                    <a:pt x="29743" y="1689"/>
                  </a:lnTo>
                  <a:lnTo>
                    <a:pt x="21412" y="0"/>
                  </a:lnTo>
                  <a:lnTo>
                    <a:pt x="13081" y="1689"/>
                  </a:lnTo>
                  <a:lnTo>
                    <a:pt x="6273" y="6286"/>
                  </a:lnTo>
                  <a:lnTo>
                    <a:pt x="1689" y="13106"/>
                  </a:lnTo>
                  <a:lnTo>
                    <a:pt x="0" y="21450"/>
                  </a:lnTo>
                  <a:lnTo>
                    <a:pt x="1689" y="29806"/>
                  </a:lnTo>
                  <a:lnTo>
                    <a:pt x="6273" y="36626"/>
                  </a:lnTo>
                  <a:lnTo>
                    <a:pt x="13081" y="41224"/>
                  </a:lnTo>
                  <a:lnTo>
                    <a:pt x="21412" y="42900"/>
                  </a:lnTo>
                  <a:lnTo>
                    <a:pt x="29743" y="41224"/>
                  </a:lnTo>
                  <a:lnTo>
                    <a:pt x="36550" y="36626"/>
                  </a:lnTo>
                  <a:lnTo>
                    <a:pt x="41135" y="29806"/>
                  </a:lnTo>
                  <a:lnTo>
                    <a:pt x="42811" y="21450"/>
                  </a:lnTo>
                  <a:close/>
                </a:path>
                <a:path w="475615" h="463550">
                  <a:moveTo>
                    <a:pt x="186931" y="442010"/>
                  </a:moveTo>
                  <a:lnTo>
                    <a:pt x="185242" y="433666"/>
                  </a:lnTo>
                  <a:lnTo>
                    <a:pt x="180657" y="426847"/>
                  </a:lnTo>
                  <a:lnTo>
                    <a:pt x="173863" y="422249"/>
                  </a:lnTo>
                  <a:lnTo>
                    <a:pt x="165531" y="420560"/>
                  </a:lnTo>
                  <a:lnTo>
                    <a:pt x="157187" y="422249"/>
                  </a:lnTo>
                  <a:lnTo>
                    <a:pt x="150380" y="426847"/>
                  </a:lnTo>
                  <a:lnTo>
                    <a:pt x="145796" y="433666"/>
                  </a:lnTo>
                  <a:lnTo>
                    <a:pt x="144119" y="442010"/>
                  </a:lnTo>
                  <a:lnTo>
                    <a:pt x="145796" y="450367"/>
                  </a:lnTo>
                  <a:lnTo>
                    <a:pt x="150380" y="457187"/>
                  </a:lnTo>
                  <a:lnTo>
                    <a:pt x="157187" y="461784"/>
                  </a:lnTo>
                  <a:lnTo>
                    <a:pt x="165531" y="463461"/>
                  </a:lnTo>
                  <a:lnTo>
                    <a:pt x="173863" y="461784"/>
                  </a:lnTo>
                  <a:lnTo>
                    <a:pt x="180657" y="457187"/>
                  </a:lnTo>
                  <a:lnTo>
                    <a:pt x="185242" y="450367"/>
                  </a:lnTo>
                  <a:lnTo>
                    <a:pt x="186931" y="442010"/>
                  </a:lnTo>
                  <a:close/>
                </a:path>
                <a:path w="475615" h="463550">
                  <a:moveTo>
                    <a:pt x="186931" y="301828"/>
                  </a:moveTo>
                  <a:lnTo>
                    <a:pt x="185242" y="293484"/>
                  </a:lnTo>
                  <a:lnTo>
                    <a:pt x="180657" y="286664"/>
                  </a:lnTo>
                  <a:lnTo>
                    <a:pt x="173863" y="282067"/>
                  </a:lnTo>
                  <a:lnTo>
                    <a:pt x="165531" y="280377"/>
                  </a:lnTo>
                  <a:lnTo>
                    <a:pt x="157187" y="282067"/>
                  </a:lnTo>
                  <a:lnTo>
                    <a:pt x="150380" y="286664"/>
                  </a:lnTo>
                  <a:lnTo>
                    <a:pt x="145796" y="293484"/>
                  </a:lnTo>
                  <a:lnTo>
                    <a:pt x="144119" y="301828"/>
                  </a:lnTo>
                  <a:lnTo>
                    <a:pt x="145796" y="310184"/>
                  </a:lnTo>
                  <a:lnTo>
                    <a:pt x="150380" y="316992"/>
                  </a:lnTo>
                  <a:lnTo>
                    <a:pt x="157187" y="321589"/>
                  </a:lnTo>
                  <a:lnTo>
                    <a:pt x="165531" y="323278"/>
                  </a:lnTo>
                  <a:lnTo>
                    <a:pt x="173863" y="321589"/>
                  </a:lnTo>
                  <a:lnTo>
                    <a:pt x="180657" y="316992"/>
                  </a:lnTo>
                  <a:lnTo>
                    <a:pt x="185242" y="310184"/>
                  </a:lnTo>
                  <a:lnTo>
                    <a:pt x="186931" y="301828"/>
                  </a:lnTo>
                  <a:close/>
                </a:path>
                <a:path w="475615" h="463550">
                  <a:moveTo>
                    <a:pt x="186931" y="161645"/>
                  </a:moveTo>
                  <a:lnTo>
                    <a:pt x="185242" y="153289"/>
                  </a:lnTo>
                  <a:lnTo>
                    <a:pt x="180657" y="146469"/>
                  </a:lnTo>
                  <a:lnTo>
                    <a:pt x="173863" y="141871"/>
                  </a:lnTo>
                  <a:lnTo>
                    <a:pt x="165531" y="140195"/>
                  </a:lnTo>
                  <a:lnTo>
                    <a:pt x="157187" y="141871"/>
                  </a:lnTo>
                  <a:lnTo>
                    <a:pt x="150380" y="146469"/>
                  </a:lnTo>
                  <a:lnTo>
                    <a:pt x="145796" y="153289"/>
                  </a:lnTo>
                  <a:lnTo>
                    <a:pt x="144119" y="161645"/>
                  </a:lnTo>
                  <a:lnTo>
                    <a:pt x="145796" y="169989"/>
                  </a:lnTo>
                  <a:lnTo>
                    <a:pt x="150380" y="176809"/>
                  </a:lnTo>
                  <a:lnTo>
                    <a:pt x="157187" y="181406"/>
                  </a:lnTo>
                  <a:lnTo>
                    <a:pt x="165531" y="183095"/>
                  </a:lnTo>
                  <a:lnTo>
                    <a:pt x="173863" y="181406"/>
                  </a:lnTo>
                  <a:lnTo>
                    <a:pt x="180657" y="176809"/>
                  </a:lnTo>
                  <a:lnTo>
                    <a:pt x="185242" y="169989"/>
                  </a:lnTo>
                  <a:lnTo>
                    <a:pt x="186931" y="161645"/>
                  </a:lnTo>
                  <a:close/>
                </a:path>
                <a:path w="475615" h="463550">
                  <a:moveTo>
                    <a:pt x="186931" y="21450"/>
                  </a:moveTo>
                  <a:lnTo>
                    <a:pt x="185242" y="13106"/>
                  </a:lnTo>
                  <a:lnTo>
                    <a:pt x="180657" y="6286"/>
                  </a:lnTo>
                  <a:lnTo>
                    <a:pt x="173863" y="1689"/>
                  </a:lnTo>
                  <a:lnTo>
                    <a:pt x="165531" y="0"/>
                  </a:lnTo>
                  <a:lnTo>
                    <a:pt x="157187" y="1689"/>
                  </a:lnTo>
                  <a:lnTo>
                    <a:pt x="150380" y="6286"/>
                  </a:lnTo>
                  <a:lnTo>
                    <a:pt x="145796" y="13106"/>
                  </a:lnTo>
                  <a:lnTo>
                    <a:pt x="144119" y="21450"/>
                  </a:lnTo>
                  <a:lnTo>
                    <a:pt x="145796" y="29806"/>
                  </a:lnTo>
                  <a:lnTo>
                    <a:pt x="150380" y="36626"/>
                  </a:lnTo>
                  <a:lnTo>
                    <a:pt x="157187" y="41224"/>
                  </a:lnTo>
                  <a:lnTo>
                    <a:pt x="165531" y="42900"/>
                  </a:lnTo>
                  <a:lnTo>
                    <a:pt x="173863" y="41224"/>
                  </a:lnTo>
                  <a:lnTo>
                    <a:pt x="180657" y="36626"/>
                  </a:lnTo>
                  <a:lnTo>
                    <a:pt x="185242" y="29806"/>
                  </a:lnTo>
                  <a:lnTo>
                    <a:pt x="186931" y="21450"/>
                  </a:lnTo>
                  <a:close/>
                </a:path>
                <a:path w="475615" h="463550">
                  <a:moveTo>
                    <a:pt x="331076" y="442010"/>
                  </a:moveTo>
                  <a:lnTo>
                    <a:pt x="329387" y="433666"/>
                  </a:lnTo>
                  <a:lnTo>
                    <a:pt x="324802" y="426847"/>
                  </a:lnTo>
                  <a:lnTo>
                    <a:pt x="318008" y="422249"/>
                  </a:lnTo>
                  <a:lnTo>
                    <a:pt x="309664" y="420560"/>
                  </a:lnTo>
                  <a:lnTo>
                    <a:pt x="301332" y="422249"/>
                  </a:lnTo>
                  <a:lnTo>
                    <a:pt x="294538" y="426847"/>
                  </a:lnTo>
                  <a:lnTo>
                    <a:pt x="289941" y="433666"/>
                  </a:lnTo>
                  <a:lnTo>
                    <a:pt x="288264" y="442010"/>
                  </a:lnTo>
                  <a:lnTo>
                    <a:pt x="289941" y="450367"/>
                  </a:lnTo>
                  <a:lnTo>
                    <a:pt x="294538" y="457187"/>
                  </a:lnTo>
                  <a:lnTo>
                    <a:pt x="301332" y="461784"/>
                  </a:lnTo>
                  <a:lnTo>
                    <a:pt x="309664" y="463461"/>
                  </a:lnTo>
                  <a:lnTo>
                    <a:pt x="318008" y="461784"/>
                  </a:lnTo>
                  <a:lnTo>
                    <a:pt x="324802" y="457187"/>
                  </a:lnTo>
                  <a:lnTo>
                    <a:pt x="329387" y="450367"/>
                  </a:lnTo>
                  <a:lnTo>
                    <a:pt x="331076" y="442010"/>
                  </a:lnTo>
                  <a:close/>
                </a:path>
                <a:path w="475615" h="463550">
                  <a:moveTo>
                    <a:pt x="331076" y="301828"/>
                  </a:moveTo>
                  <a:lnTo>
                    <a:pt x="329387" y="293484"/>
                  </a:lnTo>
                  <a:lnTo>
                    <a:pt x="324802" y="286664"/>
                  </a:lnTo>
                  <a:lnTo>
                    <a:pt x="318008" y="282067"/>
                  </a:lnTo>
                  <a:lnTo>
                    <a:pt x="309664" y="280377"/>
                  </a:lnTo>
                  <a:lnTo>
                    <a:pt x="301332" y="282067"/>
                  </a:lnTo>
                  <a:lnTo>
                    <a:pt x="294538" y="286664"/>
                  </a:lnTo>
                  <a:lnTo>
                    <a:pt x="289941" y="293484"/>
                  </a:lnTo>
                  <a:lnTo>
                    <a:pt x="288264" y="301828"/>
                  </a:lnTo>
                  <a:lnTo>
                    <a:pt x="289941" y="310184"/>
                  </a:lnTo>
                  <a:lnTo>
                    <a:pt x="294538" y="316992"/>
                  </a:lnTo>
                  <a:lnTo>
                    <a:pt x="301332" y="321589"/>
                  </a:lnTo>
                  <a:lnTo>
                    <a:pt x="309664" y="323278"/>
                  </a:lnTo>
                  <a:lnTo>
                    <a:pt x="318008" y="321589"/>
                  </a:lnTo>
                  <a:lnTo>
                    <a:pt x="324802" y="316992"/>
                  </a:lnTo>
                  <a:lnTo>
                    <a:pt x="329387" y="310184"/>
                  </a:lnTo>
                  <a:lnTo>
                    <a:pt x="331076" y="301828"/>
                  </a:lnTo>
                  <a:close/>
                </a:path>
                <a:path w="475615" h="463550">
                  <a:moveTo>
                    <a:pt x="331076" y="161645"/>
                  </a:moveTo>
                  <a:lnTo>
                    <a:pt x="329387" y="153289"/>
                  </a:lnTo>
                  <a:lnTo>
                    <a:pt x="324802" y="146469"/>
                  </a:lnTo>
                  <a:lnTo>
                    <a:pt x="318008" y="141871"/>
                  </a:lnTo>
                  <a:lnTo>
                    <a:pt x="309664" y="140195"/>
                  </a:lnTo>
                  <a:lnTo>
                    <a:pt x="301332" y="141871"/>
                  </a:lnTo>
                  <a:lnTo>
                    <a:pt x="294538" y="146469"/>
                  </a:lnTo>
                  <a:lnTo>
                    <a:pt x="289941" y="153289"/>
                  </a:lnTo>
                  <a:lnTo>
                    <a:pt x="288264" y="161645"/>
                  </a:lnTo>
                  <a:lnTo>
                    <a:pt x="289941" y="169989"/>
                  </a:lnTo>
                  <a:lnTo>
                    <a:pt x="294538" y="176809"/>
                  </a:lnTo>
                  <a:lnTo>
                    <a:pt x="301332" y="181406"/>
                  </a:lnTo>
                  <a:lnTo>
                    <a:pt x="309664" y="183095"/>
                  </a:lnTo>
                  <a:lnTo>
                    <a:pt x="318008" y="181406"/>
                  </a:lnTo>
                  <a:lnTo>
                    <a:pt x="324802" y="176809"/>
                  </a:lnTo>
                  <a:lnTo>
                    <a:pt x="329387" y="169989"/>
                  </a:lnTo>
                  <a:lnTo>
                    <a:pt x="331076" y="161645"/>
                  </a:lnTo>
                  <a:close/>
                </a:path>
                <a:path w="475615" h="463550">
                  <a:moveTo>
                    <a:pt x="331076" y="21450"/>
                  </a:moveTo>
                  <a:lnTo>
                    <a:pt x="329387" y="13106"/>
                  </a:lnTo>
                  <a:lnTo>
                    <a:pt x="324802" y="6286"/>
                  </a:lnTo>
                  <a:lnTo>
                    <a:pt x="318008" y="1689"/>
                  </a:lnTo>
                  <a:lnTo>
                    <a:pt x="309664" y="0"/>
                  </a:lnTo>
                  <a:lnTo>
                    <a:pt x="301332" y="1689"/>
                  </a:lnTo>
                  <a:lnTo>
                    <a:pt x="294538" y="6286"/>
                  </a:lnTo>
                  <a:lnTo>
                    <a:pt x="289941" y="13106"/>
                  </a:lnTo>
                  <a:lnTo>
                    <a:pt x="288264" y="21450"/>
                  </a:lnTo>
                  <a:lnTo>
                    <a:pt x="289941" y="29806"/>
                  </a:lnTo>
                  <a:lnTo>
                    <a:pt x="294538" y="36626"/>
                  </a:lnTo>
                  <a:lnTo>
                    <a:pt x="301332" y="41224"/>
                  </a:lnTo>
                  <a:lnTo>
                    <a:pt x="309664" y="42900"/>
                  </a:lnTo>
                  <a:lnTo>
                    <a:pt x="318008" y="41224"/>
                  </a:lnTo>
                  <a:lnTo>
                    <a:pt x="324802" y="36626"/>
                  </a:lnTo>
                  <a:lnTo>
                    <a:pt x="329387" y="29806"/>
                  </a:lnTo>
                  <a:lnTo>
                    <a:pt x="331076" y="21450"/>
                  </a:lnTo>
                  <a:close/>
                </a:path>
                <a:path w="475615" h="463550">
                  <a:moveTo>
                    <a:pt x="475170" y="442010"/>
                  </a:moveTo>
                  <a:lnTo>
                    <a:pt x="473494" y="433666"/>
                  </a:lnTo>
                  <a:lnTo>
                    <a:pt x="468909" y="426847"/>
                  </a:lnTo>
                  <a:lnTo>
                    <a:pt x="462102" y="422249"/>
                  </a:lnTo>
                  <a:lnTo>
                    <a:pt x="453758" y="420560"/>
                  </a:lnTo>
                  <a:lnTo>
                    <a:pt x="445452" y="422249"/>
                  </a:lnTo>
                  <a:lnTo>
                    <a:pt x="438645" y="426847"/>
                  </a:lnTo>
                  <a:lnTo>
                    <a:pt x="434047" y="433666"/>
                  </a:lnTo>
                  <a:lnTo>
                    <a:pt x="432358" y="442010"/>
                  </a:lnTo>
                  <a:lnTo>
                    <a:pt x="434047" y="450367"/>
                  </a:lnTo>
                  <a:lnTo>
                    <a:pt x="438645" y="457187"/>
                  </a:lnTo>
                  <a:lnTo>
                    <a:pt x="445452" y="461784"/>
                  </a:lnTo>
                  <a:lnTo>
                    <a:pt x="453758" y="463461"/>
                  </a:lnTo>
                  <a:lnTo>
                    <a:pt x="462102" y="461784"/>
                  </a:lnTo>
                  <a:lnTo>
                    <a:pt x="468909" y="457187"/>
                  </a:lnTo>
                  <a:lnTo>
                    <a:pt x="473494" y="450367"/>
                  </a:lnTo>
                  <a:lnTo>
                    <a:pt x="475170" y="442010"/>
                  </a:lnTo>
                  <a:close/>
                </a:path>
                <a:path w="475615" h="463550">
                  <a:moveTo>
                    <a:pt x="475170" y="301828"/>
                  </a:moveTo>
                  <a:lnTo>
                    <a:pt x="473494" y="293484"/>
                  </a:lnTo>
                  <a:lnTo>
                    <a:pt x="468909" y="286664"/>
                  </a:lnTo>
                  <a:lnTo>
                    <a:pt x="462102" y="282067"/>
                  </a:lnTo>
                  <a:lnTo>
                    <a:pt x="453758" y="280377"/>
                  </a:lnTo>
                  <a:lnTo>
                    <a:pt x="445452" y="282067"/>
                  </a:lnTo>
                  <a:lnTo>
                    <a:pt x="438645" y="286664"/>
                  </a:lnTo>
                  <a:lnTo>
                    <a:pt x="434047" y="293484"/>
                  </a:lnTo>
                  <a:lnTo>
                    <a:pt x="432358" y="301828"/>
                  </a:lnTo>
                  <a:lnTo>
                    <a:pt x="434047" y="310184"/>
                  </a:lnTo>
                  <a:lnTo>
                    <a:pt x="438645" y="316992"/>
                  </a:lnTo>
                  <a:lnTo>
                    <a:pt x="445452" y="321589"/>
                  </a:lnTo>
                  <a:lnTo>
                    <a:pt x="453758" y="323278"/>
                  </a:lnTo>
                  <a:lnTo>
                    <a:pt x="462102" y="321589"/>
                  </a:lnTo>
                  <a:lnTo>
                    <a:pt x="468909" y="316992"/>
                  </a:lnTo>
                  <a:lnTo>
                    <a:pt x="473494" y="310184"/>
                  </a:lnTo>
                  <a:lnTo>
                    <a:pt x="475170" y="301828"/>
                  </a:lnTo>
                  <a:close/>
                </a:path>
                <a:path w="475615" h="463550">
                  <a:moveTo>
                    <a:pt x="475170" y="161645"/>
                  </a:moveTo>
                  <a:lnTo>
                    <a:pt x="473494" y="153289"/>
                  </a:lnTo>
                  <a:lnTo>
                    <a:pt x="468909" y="146469"/>
                  </a:lnTo>
                  <a:lnTo>
                    <a:pt x="462102" y="141871"/>
                  </a:lnTo>
                  <a:lnTo>
                    <a:pt x="453758" y="140195"/>
                  </a:lnTo>
                  <a:lnTo>
                    <a:pt x="445452" y="141871"/>
                  </a:lnTo>
                  <a:lnTo>
                    <a:pt x="438645" y="146469"/>
                  </a:lnTo>
                  <a:lnTo>
                    <a:pt x="434047" y="153289"/>
                  </a:lnTo>
                  <a:lnTo>
                    <a:pt x="432358" y="161645"/>
                  </a:lnTo>
                  <a:lnTo>
                    <a:pt x="434047" y="169989"/>
                  </a:lnTo>
                  <a:lnTo>
                    <a:pt x="438645" y="176809"/>
                  </a:lnTo>
                  <a:lnTo>
                    <a:pt x="445452" y="181406"/>
                  </a:lnTo>
                  <a:lnTo>
                    <a:pt x="453758" y="183095"/>
                  </a:lnTo>
                  <a:lnTo>
                    <a:pt x="462102" y="181406"/>
                  </a:lnTo>
                  <a:lnTo>
                    <a:pt x="468909" y="176809"/>
                  </a:lnTo>
                  <a:lnTo>
                    <a:pt x="473494" y="169989"/>
                  </a:lnTo>
                  <a:lnTo>
                    <a:pt x="475170" y="161645"/>
                  </a:lnTo>
                  <a:close/>
                </a:path>
                <a:path w="475615" h="463550">
                  <a:moveTo>
                    <a:pt x="475170" y="21450"/>
                  </a:moveTo>
                  <a:lnTo>
                    <a:pt x="473494" y="13106"/>
                  </a:lnTo>
                  <a:lnTo>
                    <a:pt x="468909" y="6286"/>
                  </a:lnTo>
                  <a:lnTo>
                    <a:pt x="462102" y="1689"/>
                  </a:lnTo>
                  <a:lnTo>
                    <a:pt x="453758" y="0"/>
                  </a:lnTo>
                  <a:lnTo>
                    <a:pt x="445452" y="1689"/>
                  </a:lnTo>
                  <a:lnTo>
                    <a:pt x="438645" y="6286"/>
                  </a:lnTo>
                  <a:lnTo>
                    <a:pt x="434047" y="13106"/>
                  </a:lnTo>
                  <a:lnTo>
                    <a:pt x="432358" y="21450"/>
                  </a:lnTo>
                  <a:lnTo>
                    <a:pt x="434047" y="29806"/>
                  </a:lnTo>
                  <a:lnTo>
                    <a:pt x="438645" y="36626"/>
                  </a:lnTo>
                  <a:lnTo>
                    <a:pt x="445452" y="41224"/>
                  </a:lnTo>
                  <a:lnTo>
                    <a:pt x="453758" y="42900"/>
                  </a:lnTo>
                  <a:lnTo>
                    <a:pt x="462102" y="41224"/>
                  </a:lnTo>
                  <a:lnTo>
                    <a:pt x="468909" y="36626"/>
                  </a:lnTo>
                  <a:lnTo>
                    <a:pt x="473494" y="29806"/>
                  </a:lnTo>
                  <a:lnTo>
                    <a:pt x="475170" y="21450"/>
                  </a:lnTo>
                  <a:close/>
                </a:path>
              </a:pathLst>
            </a:custGeom>
            <a:solidFill>
              <a:srgbClr val="0A37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0" y="9412872"/>
              <a:ext cx="733425" cy="874394"/>
            </a:xfrm>
            <a:custGeom>
              <a:avLst/>
              <a:gdLst/>
              <a:ahLst/>
              <a:cxnLst/>
              <a:rect l="l" t="t" r="r" b="b"/>
              <a:pathLst>
                <a:path w="733425" h="874395">
                  <a:moveTo>
                    <a:pt x="333711" y="0"/>
                  </a:moveTo>
                  <a:lnTo>
                    <a:pt x="285260" y="1029"/>
                  </a:lnTo>
                  <a:lnTo>
                    <a:pt x="236557" y="4521"/>
                  </a:lnTo>
                  <a:lnTo>
                    <a:pt x="188035" y="9597"/>
                  </a:lnTo>
                  <a:lnTo>
                    <a:pt x="42818" y="27736"/>
                  </a:lnTo>
                  <a:lnTo>
                    <a:pt x="0" y="32065"/>
                  </a:lnTo>
                  <a:lnTo>
                    <a:pt x="0" y="874125"/>
                  </a:lnTo>
                  <a:lnTo>
                    <a:pt x="732960" y="874125"/>
                  </a:lnTo>
                  <a:lnTo>
                    <a:pt x="718736" y="852519"/>
                  </a:lnTo>
                  <a:lnTo>
                    <a:pt x="698492" y="820798"/>
                  </a:lnTo>
                  <a:lnTo>
                    <a:pt x="656889" y="744464"/>
                  </a:lnTo>
                  <a:lnTo>
                    <a:pt x="641183" y="698943"/>
                  </a:lnTo>
                  <a:lnTo>
                    <a:pt x="632169" y="652091"/>
                  </a:lnTo>
                  <a:lnTo>
                    <a:pt x="630089" y="603949"/>
                  </a:lnTo>
                  <a:lnTo>
                    <a:pt x="635183" y="554558"/>
                  </a:lnTo>
                  <a:lnTo>
                    <a:pt x="644975" y="499010"/>
                  </a:lnTo>
                  <a:lnTo>
                    <a:pt x="654944" y="443490"/>
                  </a:lnTo>
                  <a:lnTo>
                    <a:pt x="665357" y="388060"/>
                  </a:lnTo>
                  <a:lnTo>
                    <a:pt x="676482" y="332784"/>
                  </a:lnTo>
                  <a:lnTo>
                    <a:pt x="682390" y="285916"/>
                  </a:lnTo>
                  <a:lnTo>
                    <a:pt x="680461" y="240651"/>
                  </a:lnTo>
                  <a:lnTo>
                    <a:pt x="671055" y="197592"/>
                  </a:lnTo>
                  <a:lnTo>
                    <a:pt x="654532" y="157342"/>
                  </a:lnTo>
                  <a:lnTo>
                    <a:pt x="631249" y="120505"/>
                  </a:lnTo>
                  <a:lnTo>
                    <a:pt x="601568" y="87685"/>
                  </a:lnTo>
                  <a:lnTo>
                    <a:pt x="565848" y="59486"/>
                  </a:lnTo>
                  <a:lnTo>
                    <a:pt x="524447" y="36509"/>
                  </a:lnTo>
                  <a:lnTo>
                    <a:pt x="477725" y="19361"/>
                  </a:lnTo>
                  <a:lnTo>
                    <a:pt x="429928" y="8397"/>
                  </a:lnTo>
                  <a:lnTo>
                    <a:pt x="381929" y="2199"/>
                  </a:lnTo>
                  <a:lnTo>
                    <a:pt x="333711" y="0"/>
                  </a:lnTo>
                  <a:close/>
                </a:path>
              </a:pathLst>
            </a:custGeom>
            <a:solidFill>
              <a:srgbClr val="5591A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/>
          <p:nvPr/>
        </p:nvSpPr>
        <p:spPr>
          <a:xfrm>
            <a:off x="17263515" y="0"/>
            <a:ext cx="1024890" cy="1671955"/>
          </a:xfrm>
          <a:custGeom>
            <a:avLst/>
            <a:gdLst/>
            <a:ahLst/>
            <a:cxnLst/>
            <a:rect l="l" t="t" r="r" b="b"/>
            <a:pathLst>
              <a:path w="1024890" h="1671955">
                <a:moveTo>
                  <a:pt x="1024485" y="498995"/>
                </a:moveTo>
                <a:lnTo>
                  <a:pt x="826548" y="711007"/>
                </a:lnTo>
                <a:lnTo>
                  <a:pt x="733809" y="810412"/>
                </a:lnTo>
                <a:lnTo>
                  <a:pt x="694055" y="854568"/>
                </a:lnTo>
                <a:lnTo>
                  <a:pt x="655455" y="899804"/>
                </a:lnTo>
                <a:lnTo>
                  <a:pt x="642316" y="935437"/>
                </a:lnTo>
                <a:lnTo>
                  <a:pt x="648908" y="948220"/>
                </a:lnTo>
                <a:lnTo>
                  <a:pt x="660051" y="956970"/>
                </a:lnTo>
                <a:lnTo>
                  <a:pt x="672477" y="959511"/>
                </a:lnTo>
                <a:lnTo>
                  <a:pt x="685479" y="957672"/>
                </a:lnTo>
                <a:lnTo>
                  <a:pt x="730117" y="937242"/>
                </a:lnTo>
                <a:lnTo>
                  <a:pt x="917924" y="827080"/>
                </a:lnTo>
                <a:lnTo>
                  <a:pt x="791981" y="827080"/>
                </a:lnTo>
                <a:lnTo>
                  <a:pt x="901261" y="711139"/>
                </a:lnTo>
                <a:lnTo>
                  <a:pt x="1017360" y="587167"/>
                </a:lnTo>
                <a:lnTo>
                  <a:pt x="1024485" y="579455"/>
                </a:lnTo>
                <a:lnTo>
                  <a:pt x="1024485" y="498995"/>
                </a:lnTo>
                <a:close/>
              </a:path>
              <a:path w="1024890" h="1671955">
                <a:moveTo>
                  <a:pt x="1024485" y="704641"/>
                </a:moveTo>
                <a:lnTo>
                  <a:pt x="1012906" y="711007"/>
                </a:lnTo>
                <a:lnTo>
                  <a:pt x="970134" y="734975"/>
                </a:lnTo>
                <a:lnTo>
                  <a:pt x="842564" y="808230"/>
                </a:lnTo>
                <a:lnTo>
                  <a:pt x="832701" y="814572"/>
                </a:lnTo>
                <a:lnTo>
                  <a:pt x="821829" y="821096"/>
                </a:lnTo>
                <a:lnTo>
                  <a:pt x="808678" y="825900"/>
                </a:lnTo>
                <a:lnTo>
                  <a:pt x="791981" y="827080"/>
                </a:lnTo>
                <a:lnTo>
                  <a:pt x="917924" y="827080"/>
                </a:lnTo>
                <a:lnTo>
                  <a:pt x="1018546" y="769475"/>
                </a:lnTo>
                <a:lnTo>
                  <a:pt x="1024485" y="766166"/>
                </a:lnTo>
                <a:lnTo>
                  <a:pt x="1024485" y="704641"/>
                </a:lnTo>
                <a:close/>
              </a:path>
              <a:path w="1024890" h="1671955">
                <a:moveTo>
                  <a:pt x="993245" y="0"/>
                </a:moveTo>
                <a:lnTo>
                  <a:pt x="914395" y="0"/>
                </a:lnTo>
                <a:lnTo>
                  <a:pt x="412866" y="476381"/>
                </a:lnTo>
                <a:lnTo>
                  <a:pt x="240064" y="645321"/>
                </a:lnTo>
                <a:lnTo>
                  <a:pt x="199359" y="688634"/>
                </a:lnTo>
                <a:lnTo>
                  <a:pt x="160796" y="733919"/>
                </a:lnTo>
                <a:lnTo>
                  <a:pt x="146819" y="759342"/>
                </a:lnTo>
                <a:lnTo>
                  <a:pt x="146957" y="764619"/>
                </a:lnTo>
                <a:lnTo>
                  <a:pt x="147083" y="769475"/>
                </a:lnTo>
                <a:lnTo>
                  <a:pt x="147181" y="773207"/>
                </a:lnTo>
                <a:lnTo>
                  <a:pt x="155381" y="787444"/>
                </a:lnTo>
                <a:lnTo>
                  <a:pt x="167053" y="796055"/>
                </a:lnTo>
                <a:lnTo>
                  <a:pt x="179490" y="798252"/>
                </a:lnTo>
                <a:lnTo>
                  <a:pt x="192161" y="795753"/>
                </a:lnTo>
                <a:lnTo>
                  <a:pt x="228096" y="777611"/>
                </a:lnTo>
                <a:lnTo>
                  <a:pt x="274590" y="751172"/>
                </a:lnTo>
                <a:lnTo>
                  <a:pt x="421680" y="657425"/>
                </a:lnTo>
                <a:lnTo>
                  <a:pt x="310940" y="657425"/>
                </a:lnTo>
                <a:lnTo>
                  <a:pt x="324014" y="638342"/>
                </a:lnTo>
                <a:lnTo>
                  <a:pt x="337958" y="622626"/>
                </a:lnTo>
                <a:lnTo>
                  <a:pt x="352214" y="608957"/>
                </a:lnTo>
                <a:lnTo>
                  <a:pt x="366225" y="596012"/>
                </a:lnTo>
                <a:lnTo>
                  <a:pt x="993245" y="0"/>
                </a:lnTo>
                <a:close/>
              </a:path>
              <a:path w="1024890" h="1671955">
                <a:moveTo>
                  <a:pt x="1024485" y="222566"/>
                </a:moveTo>
                <a:lnTo>
                  <a:pt x="989625" y="242052"/>
                </a:lnTo>
                <a:lnTo>
                  <a:pt x="944423" y="267837"/>
                </a:lnTo>
                <a:lnTo>
                  <a:pt x="899442" y="293980"/>
                </a:lnTo>
                <a:lnTo>
                  <a:pt x="810071" y="347235"/>
                </a:lnTo>
                <a:lnTo>
                  <a:pt x="721380" y="401598"/>
                </a:lnTo>
                <a:lnTo>
                  <a:pt x="633235" y="456851"/>
                </a:lnTo>
                <a:lnTo>
                  <a:pt x="370748" y="625776"/>
                </a:lnTo>
                <a:lnTo>
                  <a:pt x="357863" y="634642"/>
                </a:lnTo>
                <a:lnTo>
                  <a:pt x="344348" y="643684"/>
                </a:lnTo>
                <a:lnTo>
                  <a:pt x="329081" y="651685"/>
                </a:lnTo>
                <a:lnTo>
                  <a:pt x="310940" y="657425"/>
                </a:lnTo>
                <a:lnTo>
                  <a:pt x="421680" y="657425"/>
                </a:lnTo>
                <a:lnTo>
                  <a:pt x="722949" y="464555"/>
                </a:lnTo>
                <a:lnTo>
                  <a:pt x="811924" y="409129"/>
                </a:lnTo>
                <a:lnTo>
                  <a:pt x="856657" y="381822"/>
                </a:lnTo>
                <a:lnTo>
                  <a:pt x="901586" y="354846"/>
                </a:lnTo>
                <a:lnTo>
                  <a:pt x="946736" y="328247"/>
                </a:lnTo>
                <a:lnTo>
                  <a:pt x="992130" y="302070"/>
                </a:lnTo>
                <a:lnTo>
                  <a:pt x="1024485" y="283854"/>
                </a:lnTo>
                <a:lnTo>
                  <a:pt x="1024485" y="222566"/>
                </a:lnTo>
                <a:close/>
              </a:path>
              <a:path w="1024890" h="1671955">
                <a:moveTo>
                  <a:pt x="22695" y="169444"/>
                </a:moveTo>
                <a:lnTo>
                  <a:pt x="11447" y="173878"/>
                </a:lnTo>
                <a:lnTo>
                  <a:pt x="2999" y="184665"/>
                </a:lnTo>
                <a:lnTo>
                  <a:pt x="0" y="199308"/>
                </a:lnTo>
                <a:lnTo>
                  <a:pt x="2871" y="213229"/>
                </a:lnTo>
                <a:lnTo>
                  <a:pt x="47377" y="239942"/>
                </a:lnTo>
                <a:lnTo>
                  <a:pt x="61511" y="239942"/>
                </a:lnTo>
                <a:lnTo>
                  <a:pt x="76131" y="238106"/>
                </a:lnTo>
                <a:lnTo>
                  <a:pt x="135707" y="222886"/>
                </a:lnTo>
                <a:lnTo>
                  <a:pt x="179533" y="207904"/>
                </a:lnTo>
                <a:lnTo>
                  <a:pt x="222580" y="190896"/>
                </a:lnTo>
                <a:lnTo>
                  <a:pt x="228264" y="188456"/>
                </a:lnTo>
                <a:lnTo>
                  <a:pt x="76195" y="188456"/>
                </a:lnTo>
                <a:lnTo>
                  <a:pt x="55482" y="186864"/>
                </a:lnTo>
                <a:lnTo>
                  <a:pt x="34069" y="173878"/>
                </a:lnTo>
                <a:lnTo>
                  <a:pt x="22695" y="169444"/>
                </a:lnTo>
                <a:close/>
              </a:path>
              <a:path w="1024890" h="1671955">
                <a:moveTo>
                  <a:pt x="647927" y="0"/>
                </a:moveTo>
                <a:lnTo>
                  <a:pt x="517219" y="0"/>
                </a:lnTo>
                <a:lnTo>
                  <a:pt x="264760" y="115522"/>
                </a:lnTo>
                <a:lnTo>
                  <a:pt x="228068" y="131671"/>
                </a:lnTo>
                <a:lnTo>
                  <a:pt x="191042" y="147084"/>
                </a:lnTo>
                <a:lnTo>
                  <a:pt x="153725" y="161773"/>
                </a:lnTo>
                <a:lnTo>
                  <a:pt x="96360" y="183221"/>
                </a:lnTo>
                <a:lnTo>
                  <a:pt x="76195" y="188456"/>
                </a:lnTo>
                <a:lnTo>
                  <a:pt x="228264" y="188456"/>
                </a:lnTo>
                <a:lnTo>
                  <a:pt x="265136" y="172629"/>
                </a:lnTo>
                <a:lnTo>
                  <a:pt x="647927" y="0"/>
                </a:lnTo>
                <a:close/>
              </a:path>
              <a:path w="1024890" h="1671955">
                <a:moveTo>
                  <a:pt x="1024485" y="972473"/>
                </a:moveTo>
                <a:lnTo>
                  <a:pt x="995678" y="1006662"/>
                </a:lnTo>
                <a:lnTo>
                  <a:pt x="966587" y="1042404"/>
                </a:lnTo>
                <a:lnTo>
                  <a:pt x="909265" y="1114600"/>
                </a:lnTo>
                <a:lnTo>
                  <a:pt x="885743" y="1152354"/>
                </a:lnTo>
                <a:lnTo>
                  <a:pt x="879425" y="1188583"/>
                </a:lnTo>
                <a:lnTo>
                  <a:pt x="879362" y="1189449"/>
                </a:lnTo>
                <a:lnTo>
                  <a:pt x="886342" y="1206258"/>
                </a:lnTo>
                <a:lnTo>
                  <a:pt x="901411" y="1216474"/>
                </a:lnTo>
                <a:lnTo>
                  <a:pt x="923994" y="1219553"/>
                </a:lnTo>
                <a:lnTo>
                  <a:pt x="937505" y="1218098"/>
                </a:lnTo>
                <a:lnTo>
                  <a:pt x="975024" y="1204612"/>
                </a:lnTo>
                <a:lnTo>
                  <a:pt x="1024485" y="1180763"/>
                </a:lnTo>
                <a:lnTo>
                  <a:pt x="1024485" y="1144754"/>
                </a:lnTo>
                <a:lnTo>
                  <a:pt x="971904" y="1144754"/>
                </a:lnTo>
                <a:lnTo>
                  <a:pt x="953402" y="1143224"/>
                </a:lnTo>
                <a:lnTo>
                  <a:pt x="987465" y="1100066"/>
                </a:lnTo>
                <a:lnTo>
                  <a:pt x="1003523" y="1080036"/>
                </a:lnTo>
                <a:lnTo>
                  <a:pt x="1019706" y="1060777"/>
                </a:lnTo>
                <a:lnTo>
                  <a:pt x="1024485" y="1055276"/>
                </a:lnTo>
                <a:lnTo>
                  <a:pt x="1024485" y="972473"/>
                </a:lnTo>
                <a:close/>
              </a:path>
              <a:path w="1024890" h="1671955">
                <a:moveTo>
                  <a:pt x="1024485" y="1121063"/>
                </a:moveTo>
                <a:lnTo>
                  <a:pt x="1024306" y="1121063"/>
                </a:lnTo>
                <a:lnTo>
                  <a:pt x="1011871" y="1127300"/>
                </a:lnTo>
                <a:lnTo>
                  <a:pt x="999869" y="1134085"/>
                </a:lnTo>
                <a:lnTo>
                  <a:pt x="986970" y="1140805"/>
                </a:lnTo>
                <a:lnTo>
                  <a:pt x="971904" y="1144754"/>
                </a:lnTo>
                <a:lnTo>
                  <a:pt x="1024485" y="1144754"/>
                </a:lnTo>
                <a:lnTo>
                  <a:pt x="1024485" y="1121063"/>
                </a:lnTo>
                <a:close/>
              </a:path>
              <a:path w="1024890" h="1671955">
                <a:moveTo>
                  <a:pt x="1024485" y="1518958"/>
                </a:moveTo>
                <a:lnTo>
                  <a:pt x="968131" y="1576781"/>
                </a:lnTo>
                <a:lnTo>
                  <a:pt x="933102" y="1617112"/>
                </a:lnTo>
                <a:lnTo>
                  <a:pt x="916419" y="1647551"/>
                </a:lnTo>
                <a:lnTo>
                  <a:pt x="918228" y="1655357"/>
                </a:lnTo>
                <a:lnTo>
                  <a:pt x="918352" y="1655891"/>
                </a:lnTo>
                <a:lnTo>
                  <a:pt x="923846" y="1663691"/>
                </a:lnTo>
                <a:lnTo>
                  <a:pt x="932979" y="1670056"/>
                </a:lnTo>
                <a:lnTo>
                  <a:pt x="942387" y="1671712"/>
                </a:lnTo>
                <a:lnTo>
                  <a:pt x="951860" y="1669416"/>
                </a:lnTo>
                <a:lnTo>
                  <a:pt x="961188" y="1663929"/>
                </a:lnTo>
                <a:lnTo>
                  <a:pt x="965900" y="1660417"/>
                </a:lnTo>
                <a:lnTo>
                  <a:pt x="969421" y="1655357"/>
                </a:lnTo>
                <a:lnTo>
                  <a:pt x="1008346" y="1613555"/>
                </a:lnTo>
                <a:lnTo>
                  <a:pt x="1024485" y="1596446"/>
                </a:lnTo>
                <a:lnTo>
                  <a:pt x="1024485" y="1518958"/>
                </a:lnTo>
                <a:close/>
              </a:path>
            </a:pathLst>
          </a:custGeom>
          <a:solidFill>
            <a:srgbClr val="2860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7764506" y="8703792"/>
            <a:ext cx="266700" cy="28575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450" spc="-25">
                <a:solidFill>
                  <a:srgbClr val="FFFFFF"/>
                </a:solidFill>
                <a:latin typeface="Arial Black"/>
                <a:cs typeface="Arial Black"/>
              </a:rPr>
              <a:t>06</a:t>
            </a:r>
            <a:endParaRPr sz="14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905324" y="5976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80">
                <a:moveTo>
                  <a:pt x="21405" y="0"/>
                </a:moveTo>
                <a:lnTo>
                  <a:pt x="13073" y="1686"/>
                </a:lnTo>
                <a:lnTo>
                  <a:pt x="6269" y="6285"/>
                </a:lnTo>
                <a:lnTo>
                  <a:pt x="1682" y="13105"/>
                </a:lnTo>
                <a:lnTo>
                  <a:pt x="0" y="21456"/>
                </a:lnTo>
                <a:lnTo>
                  <a:pt x="1682" y="29805"/>
                </a:lnTo>
                <a:lnTo>
                  <a:pt x="6269" y="36623"/>
                </a:lnTo>
                <a:lnTo>
                  <a:pt x="13073" y="41219"/>
                </a:lnTo>
                <a:lnTo>
                  <a:pt x="21405" y="42905"/>
                </a:lnTo>
                <a:lnTo>
                  <a:pt x="29738" y="41219"/>
                </a:lnTo>
                <a:lnTo>
                  <a:pt x="36542" y="36623"/>
                </a:lnTo>
                <a:lnTo>
                  <a:pt x="41129" y="29805"/>
                </a:lnTo>
                <a:lnTo>
                  <a:pt x="42812" y="21456"/>
                </a:lnTo>
                <a:lnTo>
                  <a:pt x="41129" y="13105"/>
                </a:lnTo>
                <a:lnTo>
                  <a:pt x="36542" y="6285"/>
                </a:lnTo>
                <a:lnTo>
                  <a:pt x="29738" y="1686"/>
                </a:lnTo>
                <a:lnTo>
                  <a:pt x="21405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049437" y="5976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80">
                <a:moveTo>
                  <a:pt x="21404" y="0"/>
                </a:moveTo>
                <a:lnTo>
                  <a:pt x="13072" y="1686"/>
                </a:lnTo>
                <a:lnTo>
                  <a:pt x="6268" y="6285"/>
                </a:lnTo>
                <a:lnTo>
                  <a:pt x="1681" y="13105"/>
                </a:lnTo>
                <a:lnTo>
                  <a:pt x="0" y="21456"/>
                </a:lnTo>
                <a:lnTo>
                  <a:pt x="1681" y="29805"/>
                </a:lnTo>
                <a:lnTo>
                  <a:pt x="6268" y="36623"/>
                </a:lnTo>
                <a:lnTo>
                  <a:pt x="13072" y="41219"/>
                </a:lnTo>
                <a:lnTo>
                  <a:pt x="21404" y="42905"/>
                </a:lnTo>
                <a:lnTo>
                  <a:pt x="29737" y="41219"/>
                </a:lnTo>
                <a:lnTo>
                  <a:pt x="36543" y="36623"/>
                </a:lnTo>
                <a:lnTo>
                  <a:pt x="41132" y="29805"/>
                </a:lnTo>
                <a:lnTo>
                  <a:pt x="42815" y="21456"/>
                </a:lnTo>
                <a:lnTo>
                  <a:pt x="41132" y="13105"/>
                </a:lnTo>
                <a:lnTo>
                  <a:pt x="36543" y="6285"/>
                </a:lnTo>
                <a:lnTo>
                  <a:pt x="29737" y="1686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193588" y="5976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80">
                <a:moveTo>
                  <a:pt x="21404" y="0"/>
                </a:moveTo>
                <a:lnTo>
                  <a:pt x="13072" y="1686"/>
                </a:lnTo>
                <a:lnTo>
                  <a:pt x="6268" y="6285"/>
                </a:lnTo>
                <a:lnTo>
                  <a:pt x="1681" y="13105"/>
                </a:lnTo>
                <a:lnTo>
                  <a:pt x="0" y="21456"/>
                </a:lnTo>
                <a:lnTo>
                  <a:pt x="1681" y="29805"/>
                </a:lnTo>
                <a:lnTo>
                  <a:pt x="6268" y="36623"/>
                </a:lnTo>
                <a:lnTo>
                  <a:pt x="13072" y="41219"/>
                </a:lnTo>
                <a:lnTo>
                  <a:pt x="21404" y="42905"/>
                </a:lnTo>
                <a:lnTo>
                  <a:pt x="29736" y="41219"/>
                </a:lnTo>
                <a:lnTo>
                  <a:pt x="36539" y="36623"/>
                </a:lnTo>
                <a:lnTo>
                  <a:pt x="41126" y="29805"/>
                </a:lnTo>
                <a:lnTo>
                  <a:pt x="42808" y="21456"/>
                </a:lnTo>
                <a:lnTo>
                  <a:pt x="41126" y="13105"/>
                </a:lnTo>
                <a:lnTo>
                  <a:pt x="36539" y="6285"/>
                </a:lnTo>
                <a:lnTo>
                  <a:pt x="29736" y="1686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905324" y="14616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80">
                <a:moveTo>
                  <a:pt x="21405" y="0"/>
                </a:moveTo>
                <a:lnTo>
                  <a:pt x="13073" y="1685"/>
                </a:lnTo>
                <a:lnTo>
                  <a:pt x="6269" y="6281"/>
                </a:lnTo>
                <a:lnTo>
                  <a:pt x="1682" y="13099"/>
                </a:lnTo>
                <a:lnTo>
                  <a:pt x="0" y="21448"/>
                </a:lnTo>
                <a:lnTo>
                  <a:pt x="1682" y="29799"/>
                </a:lnTo>
                <a:lnTo>
                  <a:pt x="6269" y="36619"/>
                </a:lnTo>
                <a:lnTo>
                  <a:pt x="13073" y="41218"/>
                </a:lnTo>
                <a:lnTo>
                  <a:pt x="21405" y="42905"/>
                </a:lnTo>
                <a:lnTo>
                  <a:pt x="29738" y="41218"/>
                </a:lnTo>
                <a:lnTo>
                  <a:pt x="36542" y="36619"/>
                </a:lnTo>
                <a:lnTo>
                  <a:pt x="41129" y="29799"/>
                </a:lnTo>
                <a:lnTo>
                  <a:pt x="42812" y="21449"/>
                </a:lnTo>
                <a:lnTo>
                  <a:pt x="41129" y="13099"/>
                </a:lnTo>
                <a:lnTo>
                  <a:pt x="36542" y="6281"/>
                </a:lnTo>
                <a:lnTo>
                  <a:pt x="29738" y="1685"/>
                </a:lnTo>
                <a:lnTo>
                  <a:pt x="21405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049437" y="14616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80">
                <a:moveTo>
                  <a:pt x="21404" y="0"/>
                </a:moveTo>
                <a:lnTo>
                  <a:pt x="13072" y="1685"/>
                </a:lnTo>
                <a:lnTo>
                  <a:pt x="6268" y="6281"/>
                </a:lnTo>
                <a:lnTo>
                  <a:pt x="1681" y="13099"/>
                </a:lnTo>
                <a:lnTo>
                  <a:pt x="0" y="21448"/>
                </a:lnTo>
                <a:lnTo>
                  <a:pt x="1681" y="29799"/>
                </a:lnTo>
                <a:lnTo>
                  <a:pt x="6268" y="36619"/>
                </a:lnTo>
                <a:lnTo>
                  <a:pt x="13072" y="41218"/>
                </a:lnTo>
                <a:lnTo>
                  <a:pt x="21404" y="42905"/>
                </a:lnTo>
                <a:lnTo>
                  <a:pt x="29737" y="41218"/>
                </a:lnTo>
                <a:lnTo>
                  <a:pt x="36543" y="36619"/>
                </a:lnTo>
                <a:lnTo>
                  <a:pt x="41132" y="29799"/>
                </a:lnTo>
                <a:lnTo>
                  <a:pt x="42815" y="21449"/>
                </a:lnTo>
                <a:lnTo>
                  <a:pt x="41132" y="13099"/>
                </a:lnTo>
                <a:lnTo>
                  <a:pt x="36543" y="6281"/>
                </a:lnTo>
                <a:lnTo>
                  <a:pt x="29737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193588" y="14616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80">
                <a:moveTo>
                  <a:pt x="21404" y="0"/>
                </a:moveTo>
                <a:lnTo>
                  <a:pt x="13072" y="1685"/>
                </a:lnTo>
                <a:lnTo>
                  <a:pt x="6268" y="6281"/>
                </a:lnTo>
                <a:lnTo>
                  <a:pt x="1681" y="13099"/>
                </a:lnTo>
                <a:lnTo>
                  <a:pt x="0" y="21448"/>
                </a:lnTo>
                <a:lnTo>
                  <a:pt x="1681" y="29799"/>
                </a:lnTo>
                <a:lnTo>
                  <a:pt x="6268" y="36619"/>
                </a:lnTo>
                <a:lnTo>
                  <a:pt x="13072" y="41218"/>
                </a:lnTo>
                <a:lnTo>
                  <a:pt x="21404" y="42905"/>
                </a:lnTo>
                <a:lnTo>
                  <a:pt x="29736" y="41218"/>
                </a:lnTo>
                <a:lnTo>
                  <a:pt x="36539" y="36619"/>
                </a:lnTo>
                <a:lnTo>
                  <a:pt x="41126" y="29799"/>
                </a:lnTo>
                <a:lnTo>
                  <a:pt x="42808" y="21449"/>
                </a:lnTo>
                <a:lnTo>
                  <a:pt x="41126" y="13099"/>
                </a:lnTo>
                <a:lnTo>
                  <a:pt x="36539" y="6281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905324" y="286358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1405" y="0"/>
                </a:moveTo>
                <a:lnTo>
                  <a:pt x="13073" y="1685"/>
                </a:lnTo>
                <a:lnTo>
                  <a:pt x="6269" y="6281"/>
                </a:lnTo>
                <a:lnTo>
                  <a:pt x="1682" y="13099"/>
                </a:lnTo>
                <a:lnTo>
                  <a:pt x="0" y="21448"/>
                </a:lnTo>
                <a:lnTo>
                  <a:pt x="1682" y="29798"/>
                </a:lnTo>
                <a:lnTo>
                  <a:pt x="6269" y="36616"/>
                </a:lnTo>
                <a:lnTo>
                  <a:pt x="13073" y="41212"/>
                </a:lnTo>
                <a:lnTo>
                  <a:pt x="21405" y="42898"/>
                </a:lnTo>
                <a:lnTo>
                  <a:pt x="29738" y="41212"/>
                </a:lnTo>
                <a:lnTo>
                  <a:pt x="36542" y="36616"/>
                </a:lnTo>
                <a:lnTo>
                  <a:pt x="41129" y="29798"/>
                </a:lnTo>
                <a:lnTo>
                  <a:pt x="42812" y="21449"/>
                </a:lnTo>
                <a:lnTo>
                  <a:pt x="41129" y="13099"/>
                </a:lnTo>
                <a:lnTo>
                  <a:pt x="36542" y="6281"/>
                </a:lnTo>
                <a:lnTo>
                  <a:pt x="29738" y="1685"/>
                </a:lnTo>
                <a:lnTo>
                  <a:pt x="21405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049437" y="286358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1404" y="0"/>
                </a:moveTo>
                <a:lnTo>
                  <a:pt x="13072" y="1685"/>
                </a:lnTo>
                <a:lnTo>
                  <a:pt x="6268" y="6281"/>
                </a:lnTo>
                <a:lnTo>
                  <a:pt x="1681" y="13099"/>
                </a:lnTo>
                <a:lnTo>
                  <a:pt x="0" y="21448"/>
                </a:lnTo>
                <a:lnTo>
                  <a:pt x="1681" y="29798"/>
                </a:lnTo>
                <a:lnTo>
                  <a:pt x="6268" y="36616"/>
                </a:lnTo>
                <a:lnTo>
                  <a:pt x="13072" y="41212"/>
                </a:lnTo>
                <a:lnTo>
                  <a:pt x="21404" y="42898"/>
                </a:lnTo>
                <a:lnTo>
                  <a:pt x="29737" y="41212"/>
                </a:lnTo>
                <a:lnTo>
                  <a:pt x="36543" y="36616"/>
                </a:lnTo>
                <a:lnTo>
                  <a:pt x="41132" y="29798"/>
                </a:lnTo>
                <a:lnTo>
                  <a:pt x="42815" y="21449"/>
                </a:lnTo>
                <a:lnTo>
                  <a:pt x="41132" y="13099"/>
                </a:lnTo>
                <a:lnTo>
                  <a:pt x="36543" y="6281"/>
                </a:lnTo>
                <a:lnTo>
                  <a:pt x="29737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8193588" y="286358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1404" y="0"/>
                </a:moveTo>
                <a:lnTo>
                  <a:pt x="13072" y="1685"/>
                </a:lnTo>
                <a:lnTo>
                  <a:pt x="6268" y="6281"/>
                </a:lnTo>
                <a:lnTo>
                  <a:pt x="1681" y="13099"/>
                </a:lnTo>
                <a:lnTo>
                  <a:pt x="0" y="21448"/>
                </a:lnTo>
                <a:lnTo>
                  <a:pt x="1681" y="29798"/>
                </a:lnTo>
                <a:lnTo>
                  <a:pt x="6268" y="36616"/>
                </a:lnTo>
                <a:lnTo>
                  <a:pt x="13072" y="41212"/>
                </a:lnTo>
                <a:lnTo>
                  <a:pt x="21404" y="42898"/>
                </a:lnTo>
                <a:lnTo>
                  <a:pt x="29736" y="41212"/>
                </a:lnTo>
                <a:lnTo>
                  <a:pt x="36539" y="36616"/>
                </a:lnTo>
                <a:lnTo>
                  <a:pt x="41126" y="29798"/>
                </a:lnTo>
                <a:lnTo>
                  <a:pt x="42808" y="21449"/>
                </a:lnTo>
                <a:lnTo>
                  <a:pt x="41126" y="13099"/>
                </a:lnTo>
                <a:lnTo>
                  <a:pt x="36539" y="6281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7905324" y="426540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1405" y="0"/>
                </a:moveTo>
                <a:lnTo>
                  <a:pt x="13073" y="1685"/>
                </a:lnTo>
                <a:lnTo>
                  <a:pt x="6269" y="6282"/>
                </a:lnTo>
                <a:lnTo>
                  <a:pt x="1682" y="13100"/>
                </a:lnTo>
                <a:lnTo>
                  <a:pt x="0" y="21450"/>
                </a:lnTo>
                <a:lnTo>
                  <a:pt x="1682" y="29800"/>
                </a:lnTo>
                <a:lnTo>
                  <a:pt x="6269" y="36618"/>
                </a:lnTo>
                <a:lnTo>
                  <a:pt x="13073" y="41215"/>
                </a:lnTo>
                <a:lnTo>
                  <a:pt x="21405" y="42901"/>
                </a:lnTo>
                <a:lnTo>
                  <a:pt x="29738" y="41215"/>
                </a:lnTo>
                <a:lnTo>
                  <a:pt x="36542" y="36618"/>
                </a:lnTo>
                <a:lnTo>
                  <a:pt x="41129" y="29800"/>
                </a:lnTo>
                <a:lnTo>
                  <a:pt x="42812" y="21450"/>
                </a:lnTo>
                <a:lnTo>
                  <a:pt x="41129" y="13100"/>
                </a:lnTo>
                <a:lnTo>
                  <a:pt x="36542" y="6282"/>
                </a:lnTo>
                <a:lnTo>
                  <a:pt x="29738" y="1685"/>
                </a:lnTo>
                <a:lnTo>
                  <a:pt x="21405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8049437" y="426540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1404" y="0"/>
                </a:moveTo>
                <a:lnTo>
                  <a:pt x="13072" y="1685"/>
                </a:lnTo>
                <a:lnTo>
                  <a:pt x="6268" y="6282"/>
                </a:lnTo>
                <a:lnTo>
                  <a:pt x="1681" y="13100"/>
                </a:lnTo>
                <a:lnTo>
                  <a:pt x="0" y="21450"/>
                </a:lnTo>
                <a:lnTo>
                  <a:pt x="1681" y="29800"/>
                </a:lnTo>
                <a:lnTo>
                  <a:pt x="6268" y="36618"/>
                </a:lnTo>
                <a:lnTo>
                  <a:pt x="13072" y="41215"/>
                </a:lnTo>
                <a:lnTo>
                  <a:pt x="21404" y="42901"/>
                </a:lnTo>
                <a:lnTo>
                  <a:pt x="29737" y="41215"/>
                </a:lnTo>
                <a:lnTo>
                  <a:pt x="36543" y="36618"/>
                </a:lnTo>
                <a:lnTo>
                  <a:pt x="41132" y="29800"/>
                </a:lnTo>
                <a:lnTo>
                  <a:pt x="42815" y="21450"/>
                </a:lnTo>
                <a:lnTo>
                  <a:pt x="41132" y="13100"/>
                </a:lnTo>
                <a:lnTo>
                  <a:pt x="36543" y="6282"/>
                </a:lnTo>
                <a:lnTo>
                  <a:pt x="29737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8193588" y="426540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1404" y="0"/>
                </a:moveTo>
                <a:lnTo>
                  <a:pt x="13072" y="1685"/>
                </a:lnTo>
                <a:lnTo>
                  <a:pt x="6268" y="6282"/>
                </a:lnTo>
                <a:lnTo>
                  <a:pt x="1681" y="13100"/>
                </a:lnTo>
                <a:lnTo>
                  <a:pt x="0" y="21450"/>
                </a:lnTo>
                <a:lnTo>
                  <a:pt x="1681" y="29800"/>
                </a:lnTo>
                <a:lnTo>
                  <a:pt x="6268" y="36618"/>
                </a:lnTo>
                <a:lnTo>
                  <a:pt x="13072" y="41215"/>
                </a:lnTo>
                <a:lnTo>
                  <a:pt x="21404" y="42901"/>
                </a:lnTo>
                <a:lnTo>
                  <a:pt x="29736" y="41215"/>
                </a:lnTo>
                <a:lnTo>
                  <a:pt x="36539" y="36618"/>
                </a:lnTo>
                <a:lnTo>
                  <a:pt x="41126" y="29800"/>
                </a:lnTo>
                <a:lnTo>
                  <a:pt x="42808" y="21450"/>
                </a:lnTo>
                <a:lnTo>
                  <a:pt x="41126" y="13100"/>
                </a:lnTo>
                <a:lnTo>
                  <a:pt x="36539" y="6282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0A375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0" y="8888588"/>
            <a:ext cx="1291590" cy="1398905"/>
            <a:chOff x="0" y="8888588"/>
            <a:chExt cx="1291590" cy="1398905"/>
          </a:xfrm>
        </p:grpSpPr>
        <p:sp>
          <p:nvSpPr>
            <p:cNvPr id="16" name="object 16"/>
            <p:cNvSpPr/>
            <p:nvPr/>
          </p:nvSpPr>
          <p:spPr>
            <a:xfrm>
              <a:off x="0" y="8888588"/>
              <a:ext cx="1291590" cy="1398905"/>
            </a:xfrm>
            <a:custGeom>
              <a:avLst/>
              <a:gdLst/>
              <a:ahLst/>
              <a:cxnLst/>
              <a:rect l="l" t="t" r="r" b="b"/>
              <a:pathLst>
                <a:path w="1291590" h="1398904">
                  <a:moveTo>
                    <a:pt x="0" y="0"/>
                  </a:moveTo>
                  <a:lnTo>
                    <a:pt x="0" y="1398409"/>
                  </a:lnTo>
                  <a:lnTo>
                    <a:pt x="1260409" y="1398409"/>
                  </a:lnTo>
                  <a:lnTo>
                    <a:pt x="1280632" y="1359907"/>
                  </a:lnTo>
                  <a:lnTo>
                    <a:pt x="1291475" y="1312433"/>
                  </a:lnTo>
                  <a:lnTo>
                    <a:pt x="1289352" y="1262021"/>
                  </a:lnTo>
                  <a:lnTo>
                    <a:pt x="1273874" y="1208617"/>
                  </a:lnTo>
                  <a:lnTo>
                    <a:pt x="1244133" y="1149081"/>
                  </a:lnTo>
                  <a:lnTo>
                    <a:pt x="1208589" y="1092891"/>
                  </a:lnTo>
                  <a:lnTo>
                    <a:pt x="1187782" y="1061546"/>
                  </a:lnTo>
                  <a:lnTo>
                    <a:pt x="1167084" y="1030106"/>
                  </a:lnTo>
                  <a:lnTo>
                    <a:pt x="1127393" y="966197"/>
                  </a:lnTo>
                  <a:lnTo>
                    <a:pt x="1105237" y="922050"/>
                  </a:lnTo>
                  <a:lnTo>
                    <a:pt x="1089531" y="876530"/>
                  </a:lnTo>
                  <a:lnTo>
                    <a:pt x="1080517" y="829678"/>
                  </a:lnTo>
                  <a:lnTo>
                    <a:pt x="1078437" y="781535"/>
                  </a:lnTo>
                  <a:lnTo>
                    <a:pt x="1083531" y="732145"/>
                  </a:lnTo>
                  <a:lnTo>
                    <a:pt x="1093323" y="676597"/>
                  </a:lnTo>
                  <a:lnTo>
                    <a:pt x="1103292" y="621076"/>
                  </a:lnTo>
                  <a:lnTo>
                    <a:pt x="1113705" y="565646"/>
                  </a:lnTo>
                  <a:lnTo>
                    <a:pt x="1124830" y="510370"/>
                  </a:lnTo>
                  <a:lnTo>
                    <a:pt x="1130738" y="463502"/>
                  </a:lnTo>
                  <a:lnTo>
                    <a:pt x="1128809" y="418237"/>
                  </a:lnTo>
                  <a:lnTo>
                    <a:pt x="1119403" y="375178"/>
                  </a:lnTo>
                  <a:lnTo>
                    <a:pt x="1102879" y="334928"/>
                  </a:lnTo>
                  <a:lnTo>
                    <a:pt x="1079597" y="298092"/>
                  </a:lnTo>
                  <a:lnTo>
                    <a:pt x="1049916" y="265272"/>
                  </a:lnTo>
                  <a:lnTo>
                    <a:pt x="1014195" y="237072"/>
                  </a:lnTo>
                  <a:lnTo>
                    <a:pt x="973599" y="214542"/>
                  </a:lnTo>
                  <a:lnTo>
                    <a:pt x="344890" y="214542"/>
                  </a:lnTo>
                  <a:lnTo>
                    <a:pt x="292737" y="211532"/>
                  </a:lnTo>
                  <a:lnTo>
                    <a:pt x="244043" y="203214"/>
                  </a:lnTo>
                  <a:lnTo>
                    <a:pt x="198786" y="189596"/>
                  </a:lnTo>
                  <a:lnTo>
                    <a:pt x="156946" y="170683"/>
                  </a:lnTo>
                  <a:lnTo>
                    <a:pt x="118503" y="146482"/>
                  </a:lnTo>
                  <a:lnTo>
                    <a:pt x="83438" y="117000"/>
                  </a:lnTo>
                  <a:lnTo>
                    <a:pt x="51728" y="82242"/>
                  </a:lnTo>
                  <a:lnTo>
                    <a:pt x="23355" y="42214"/>
                  </a:lnTo>
                  <a:lnTo>
                    <a:pt x="0" y="0"/>
                  </a:lnTo>
                  <a:close/>
                </a:path>
                <a:path w="1291590" h="1398904">
                  <a:moveTo>
                    <a:pt x="782059" y="177586"/>
                  </a:moveTo>
                  <a:lnTo>
                    <a:pt x="733607" y="178616"/>
                  </a:lnTo>
                  <a:lnTo>
                    <a:pt x="684905" y="182107"/>
                  </a:lnTo>
                  <a:lnTo>
                    <a:pt x="636383" y="187184"/>
                  </a:lnTo>
                  <a:lnTo>
                    <a:pt x="491166" y="205322"/>
                  </a:lnTo>
                  <a:lnTo>
                    <a:pt x="442625" y="210230"/>
                  </a:lnTo>
                  <a:lnTo>
                    <a:pt x="393892" y="213514"/>
                  </a:lnTo>
                  <a:lnTo>
                    <a:pt x="344890" y="214542"/>
                  </a:lnTo>
                  <a:lnTo>
                    <a:pt x="973599" y="214542"/>
                  </a:lnTo>
                  <a:lnTo>
                    <a:pt x="972795" y="214096"/>
                  </a:lnTo>
                  <a:lnTo>
                    <a:pt x="926073" y="196947"/>
                  </a:lnTo>
                  <a:lnTo>
                    <a:pt x="878276" y="185984"/>
                  </a:lnTo>
                  <a:lnTo>
                    <a:pt x="830277" y="179786"/>
                  </a:lnTo>
                  <a:lnTo>
                    <a:pt x="782059" y="177586"/>
                  </a:lnTo>
                  <a:close/>
                </a:path>
              </a:pathLst>
            </a:custGeom>
            <a:solidFill>
              <a:srgbClr val="3079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1765" y="9733508"/>
              <a:ext cx="574675" cy="464820"/>
            </a:xfrm>
            <a:custGeom>
              <a:avLst/>
              <a:gdLst/>
              <a:ahLst/>
              <a:cxnLst/>
              <a:rect l="l" t="t" r="r" b="b"/>
              <a:pathLst>
                <a:path w="574675" h="464820">
                  <a:moveTo>
                    <a:pt x="22098" y="447509"/>
                  </a:moveTo>
                  <a:lnTo>
                    <a:pt x="17157" y="442556"/>
                  </a:lnTo>
                  <a:lnTo>
                    <a:pt x="4940" y="442556"/>
                  </a:lnTo>
                  <a:lnTo>
                    <a:pt x="0" y="447509"/>
                  </a:lnTo>
                  <a:lnTo>
                    <a:pt x="0" y="459740"/>
                  </a:lnTo>
                  <a:lnTo>
                    <a:pt x="4940" y="464680"/>
                  </a:lnTo>
                  <a:lnTo>
                    <a:pt x="17157" y="464680"/>
                  </a:lnTo>
                  <a:lnTo>
                    <a:pt x="22098" y="459740"/>
                  </a:lnTo>
                  <a:lnTo>
                    <a:pt x="22098" y="453618"/>
                  </a:lnTo>
                  <a:lnTo>
                    <a:pt x="22098" y="447509"/>
                  </a:lnTo>
                  <a:close/>
                </a:path>
                <a:path w="574675" h="464820">
                  <a:moveTo>
                    <a:pt x="22098" y="336867"/>
                  </a:moveTo>
                  <a:lnTo>
                    <a:pt x="17157" y="331914"/>
                  </a:lnTo>
                  <a:lnTo>
                    <a:pt x="4940" y="331914"/>
                  </a:lnTo>
                  <a:lnTo>
                    <a:pt x="0" y="336867"/>
                  </a:lnTo>
                  <a:lnTo>
                    <a:pt x="0" y="349097"/>
                  </a:lnTo>
                  <a:lnTo>
                    <a:pt x="4940" y="354050"/>
                  </a:lnTo>
                  <a:lnTo>
                    <a:pt x="17157" y="354050"/>
                  </a:lnTo>
                  <a:lnTo>
                    <a:pt x="22098" y="349097"/>
                  </a:lnTo>
                  <a:lnTo>
                    <a:pt x="22098" y="342988"/>
                  </a:lnTo>
                  <a:lnTo>
                    <a:pt x="22098" y="336867"/>
                  </a:lnTo>
                  <a:close/>
                </a:path>
                <a:path w="574675" h="464820">
                  <a:moveTo>
                    <a:pt x="22098" y="226225"/>
                  </a:moveTo>
                  <a:lnTo>
                    <a:pt x="17157" y="221284"/>
                  </a:lnTo>
                  <a:lnTo>
                    <a:pt x="4940" y="221284"/>
                  </a:lnTo>
                  <a:lnTo>
                    <a:pt x="0" y="226225"/>
                  </a:lnTo>
                  <a:lnTo>
                    <a:pt x="0" y="238455"/>
                  </a:lnTo>
                  <a:lnTo>
                    <a:pt x="4940" y="243408"/>
                  </a:lnTo>
                  <a:lnTo>
                    <a:pt x="17157" y="243408"/>
                  </a:lnTo>
                  <a:lnTo>
                    <a:pt x="22098" y="238455"/>
                  </a:lnTo>
                  <a:lnTo>
                    <a:pt x="22098" y="232346"/>
                  </a:lnTo>
                  <a:lnTo>
                    <a:pt x="22098" y="226225"/>
                  </a:lnTo>
                  <a:close/>
                </a:path>
                <a:path w="574675" h="464820">
                  <a:moveTo>
                    <a:pt x="22098" y="115595"/>
                  </a:moveTo>
                  <a:lnTo>
                    <a:pt x="17157" y="110642"/>
                  </a:lnTo>
                  <a:lnTo>
                    <a:pt x="4940" y="110642"/>
                  </a:lnTo>
                  <a:lnTo>
                    <a:pt x="0" y="115595"/>
                  </a:lnTo>
                  <a:lnTo>
                    <a:pt x="0" y="127825"/>
                  </a:lnTo>
                  <a:lnTo>
                    <a:pt x="4940" y="132765"/>
                  </a:lnTo>
                  <a:lnTo>
                    <a:pt x="17157" y="132765"/>
                  </a:lnTo>
                  <a:lnTo>
                    <a:pt x="22098" y="127825"/>
                  </a:lnTo>
                  <a:lnTo>
                    <a:pt x="22098" y="121704"/>
                  </a:lnTo>
                  <a:lnTo>
                    <a:pt x="22098" y="115595"/>
                  </a:lnTo>
                  <a:close/>
                </a:path>
                <a:path w="574675" h="464820">
                  <a:moveTo>
                    <a:pt x="22098" y="4953"/>
                  </a:moveTo>
                  <a:lnTo>
                    <a:pt x="17157" y="0"/>
                  </a:lnTo>
                  <a:lnTo>
                    <a:pt x="4940" y="0"/>
                  </a:lnTo>
                  <a:lnTo>
                    <a:pt x="0" y="4953"/>
                  </a:lnTo>
                  <a:lnTo>
                    <a:pt x="0" y="17183"/>
                  </a:lnTo>
                  <a:lnTo>
                    <a:pt x="4940" y="22136"/>
                  </a:lnTo>
                  <a:lnTo>
                    <a:pt x="17157" y="22136"/>
                  </a:lnTo>
                  <a:lnTo>
                    <a:pt x="22098" y="17183"/>
                  </a:lnTo>
                  <a:lnTo>
                    <a:pt x="22098" y="11061"/>
                  </a:lnTo>
                  <a:lnTo>
                    <a:pt x="22098" y="4953"/>
                  </a:lnTo>
                  <a:close/>
                </a:path>
                <a:path w="574675" h="464820">
                  <a:moveTo>
                    <a:pt x="132537" y="447509"/>
                  </a:moveTo>
                  <a:lnTo>
                    <a:pt x="127596" y="442556"/>
                  </a:lnTo>
                  <a:lnTo>
                    <a:pt x="115379" y="442556"/>
                  </a:lnTo>
                  <a:lnTo>
                    <a:pt x="110439" y="447509"/>
                  </a:lnTo>
                  <a:lnTo>
                    <a:pt x="110439" y="459740"/>
                  </a:lnTo>
                  <a:lnTo>
                    <a:pt x="115379" y="464680"/>
                  </a:lnTo>
                  <a:lnTo>
                    <a:pt x="127596" y="464680"/>
                  </a:lnTo>
                  <a:lnTo>
                    <a:pt x="132537" y="459740"/>
                  </a:lnTo>
                  <a:lnTo>
                    <a:pt x="132537" y="453618"/>
                  </a:lnTo>
                  <a:lnTo>
                    <a:pt x="132537" y="447509"/>
                  </a:lnTo>
                  <a:close/>
                </a:path>
                <a:path w="574675" h="464820">
                  <a:moveTo>
                    <a:pt x="132537" y="336867"/>
                  </a:moveTo>
                  <a:lnTo>
                    <a:pt x="127596" y="331914"/>
                  </a:lnTo>
                  <a:lnTo>
                    <a:pt x="115379" y="331914"/>
                  </a:lnTo>
                  <a:lnTo>
                    <a:pt x="110439" y="336867"/>
                  </a:lnTo>
                  <a:lnTo>
                    <a:pt x="110439" y="349097"/>
                  </a:lnTo>
                  <a:lnTo>
                    <a:pt x="115379" y="354050"/>
                  </a:lnTo>
                  <a:lnTo>
                    <a:pt x="127596" y="354050"/>
                  </a:lnTo>
                  <a:lnTo>
                    <a:pt x="132537" y="349097"/>
                  </a:lnTo>
                  <a:lnTo>
                    <a:pt x="132537" y="342988"/>
                  </a:lnTo>
                  <a:lnTo>
                    <a:pt x="132537" y="336867"/>
                  </a:lnTo>
                  <a:close/>
                </a:path>
                <a:path w="574675" h="464820">
                  <a:moveTo>
                    <a:pt x="132537" y="226225"/>
                  </a:moveTo>
                  <a:lnTo>
                    <a:pt x="127596" y="221284"/>
                  </a:lnTo>
                  <a:lnTo>
                    <a:pt x="115379" y="221284"/>
                  </a:lnTo>
                  <a:lnTo>
                    <a:pt x="110439" y="226225"/>
                  </a:lnTo>
                  <a:lnTo>
                    <a:pt x="110439" y="238455"/>
                  </a:lnTo>
                  <a:lnTo>
                    <a:pt x="115379" y="243408"/>
                  </a:lnTo>
                  <a:lnTo>
                    <a:pt x="127596" y="243408"/>
                  </a:lnTo>
                  <a:lnTo>
                    <a:pt x="132537" y="238455"/>
                  </a:lnTo>
                  <a:lnTo>
                    <a:pt x="132537" y="232346"/>
                  </a:lnTo>
                  <a:lnTo>
                    <a:pt x="132537" y="226225"/>
                  </a:lnTo>
                  <a:close/>
                </a:path>
                <a:path w="574675" h="464820">
                  <a:moveTo>
                    <a:pt x="132537" y="115595"/>
                  </a:moveTo>
                  <a:lnTo>
                    <a:pt x="127596" y="110642"/>
                  </a:lnTo>
                  <a:lnTo>
                    <a:pt x="115379" y="110642"/>
                  </a:lnTo>
                  <a:lnTo>
                    <a:pt x="110439" y="115595"/>
                  </a:lnTo>
                  <a:lnTo>
                    <a:pt x="110439" y="127825"/>
                  </a:lnTo>
                  <a:lnTo>
                    <a:pt x="115379" y="132765"/>
                  </a:lnTo>
                  <a:lnTo>
                    <a:pt x="127596" y="132765"/>
                  </a:lnTo>
                  <a:lnTo>
                    <a:pt x="132537" y="127825"/>
                  </a:lnTo>
                  <a:lnTo>
                    <a:pt x="132537" y="121704"/>
                  </a:lnTo>
                  <a:lnTo>
                    <a:pt x="132537" y="115595"/>
                  </a:lnTo>
                  <a:close/>
                </a:path>
                <a:path w="574675" h="464820">
                  <a:moveTo>
                    <a:pt x="132537" y="4953"/>
                  </a:moveTo>
                  <a:lnTo>
                    <a:pt x="127596" y="0"/>
                  </a:lnTo>
                  <a:lnTo>
                    <a:pt x="115379" y="0"/>
                  </a:lnTo>
                  <a:lnTo>
                    <a:pt x="110439" y="4953"/>
                  </a:lnTo>
                  <a:lnTo>
                    <a:pt x="110439" y="17183"/>
                  </a:lnTo>
                  <a:lnTo>
                    <a:pt x="115379" y="22136"/>
                  </a:lnTo>
                  <a:lnTo>
                    <a:pt x="127596" y="22136"/>
                  </a:lnTo>
                  <a:lnTo>
                    <a:pt x="132537" y="17183"/>
                  </a:lnTo>
                  <a:lnTo>
                    <a:pt x="132537" y="11061"/>
                  </a:lnTo>
                  <a:lnTo>
                    <a:pt x="132537" y="4953"/>
                  </a:lnTo>
                  <a:close/>
                </a:path>
                <a:path w="574675" h="464820">
                  <a:moveTo>
                    <a:pt x="242976" y="447509"/>
                  </a:moveTo>
                  <a:lnTo>
                    <a:pt x="238036" y="442556"/>
                  </a:lnTo>
                  <a:lnTo>
                    <a:pt x="225818" y="442556"/>
                  </a:lnTo>
                  <a:lnTo>
                    <a:pt x="220878" y="447509"/>
                  </a:lnTo>
                  <a:lnTo>
                    <a:pt x="220878" y="459740"/>
                  </a:lnTo>
                  <a:lnTo>
                    <a:pt x="225818" y="464680"/>
                  </a:lnTo>
                  <a:lnTo>
                    <a:pt x="238036" y="464680"/>
                  </a:lnTo>
                  <a:lnTo>
                    <a:pt x="242976" y="459740"/>
                  </a:lnTo>
                  <a:lnTo>
                    <a:pt x="242976" y="453618"/>
                  </a:lnTo>
                  <a:lnTo>
                    <a:pt x="242976" y="447509"/>
                  </a:lnTo>
                  <a:close/>
                </a:path>
                <a:path w="574675" h="464820">
                  <a:moveTo>
                    <a:pt x="242976" y="336867"/>
                  </a:moveTo>
                  <a:lnTo>
                    <a:pt x="238036" y="331914"/>
                  </a:lnTo>
                  <a:lnTo>
                    <a:pt x="225818" y="331914"/>
                  </a:lnTo>
                  <a:lnTo>
                    <a:pt x="220878" y="336867"/>
                  </a:lnTo>
                  <a:lnTo>
                    <a:pt x="220878" y="349097"/>
                  </a:lnTo>
                  <a:lnTo>
                    <a:pt x="225818" y="354050"/>
                  </a:lnTo>
                  <a:lnTo>
                    <a:pt x="238036" y="354050"/>
                  </a:lnTo>
                  <a:lnTo>
                    <a:pt x="242976" y="349097"/>
                  </a:lnTo>
                  <a:lnTo>
                    <a:pt x="242976" y="342988"/>
                  </a:lnTo>
                  <a:lnTo>
                    <a:pt x="242976" y="336867"/>
                  </a:lnTo>
                  <a:close/>
                </a:path>
                <a:path w="574675" h="464820">
                  <a:moveTo>
                    <a:pt x="242976" y="226225"/>
                  </a:moveTo>
                  <a:lnTo>
                    <a:pt x="238036" y="221284"/>
                  </a:lnTo>
                  <a:lnTo>
                    <a:pt x="225818" y="221284"/>
                  </a:lnTo>
                  <a:lnTo>
                    <a:pt x="220878" y="226225"/>
                  </a:lnTo>
                  <a:lnTo>
                    <a:pt x="220878" y="238455"/>
                  </a:lnTo>
                  <a:lnTo>
                    <a:pt x="225818" y="243408"/>
                  </a:lnTo>
                  <a:lnTo>
                    <a:pt x="238036" y="243408"/>
                  </a:lnTo>
                  <a:lnTo>
                    <a:pt x="242976" y="238455"/>
                  </a:lnTo>
                  <a:lnTo>
                    <a:pt x="242976" y="232346"/>
                  </a:lnTo>
                  <a:lnTo>
                    <a:pt x="242976" y="226225"/>
                  </a:lnTo>
                  <a:close/>
                </a:path>
                <a:path w="574675" h="464820">
                  <a:moveTo>
                    <a:pt x="242976" y="115595"/>
                  </a:moveTo>
                  <a:lnTo>
                    <a:pt x="238036" y="110642"/>
                  </a:lnTo>
                  <a:lnTo>
                    <a:pt x="225818" y="110642"/>
                  </a:lnTo>
                  <a:lnTo>
                    <a:pt x="220878" y="115595"/>
                  </a:lnTo>
                  <a:lnTo>
                    <a:pt x="220878" y="127825"/>
                  </a:lnTo>
                  <a:lnTo>
                    <a:pt x="225818" y="132765"/>
                  </a:lnTo>
                  <a:lnTo>
                    <a:pt x="238036" y="132765"/>
                  </a:lnTo>
                  <a:lnTo>
                    <a:pt x="242976" y="127825"/>
                  </a:lnTo>
                  <a:lnTo>
                    <a:pt x="242976" y="121704"/>
                  </a:lnTo>
                  <a:lnTo>
                    <a:pt x="242976" y="115595"/>
                  </a:lnTo>
                  <a:close/>
                </a:path>
                <a:path w="574675" h="464820">
                  <a:moveTo>
                    <a:pt x="242976" y="4953"/>
                  </a:moveTo>
                  <a:lnTo>
                    <a:pt x="238036" y="0"/>
                  </a:lnTo>
                  <a:lnTo>
                    <a:pt x="225818" y="0"/>
                  </a:lnTo>
                  <a:lnTo>
                    <a:pt x="220878" y="4953"/>
                  </a:lnTo>
                  <a:lnTo>
                    <a:pt x="220878" y="17183"/>
                  </a:lnTo>
                  <a:lnTo>
                    <a:pt x="225818" y="22136"/>
                  </a:lnTo>
                  <a:lnTo>
                    <a:pt x="238036" y="22136"/>
                  </a:lnTo>
                  <a:lnTo>
                    <a:pt x="242976" y="17183"/>
                  </a:lnTo>
                  <a:lnTo>
                    <a:pt x="242976" y="11061"/>
                  </a:lnTo>
                  <a:lnTo>
                    <a:pt x="242976" y="4953"/>
                  </a:lnTo>
                  <a:close/>
                </a:path>
                <a:path w="574675" h="464820">
                  <a:moveTo>
                    <a:pt x="353415" y="447509"/>
                  </a:moveTo>
                  <a:lnTo>
                    <a:pt x="348475" y="442556"/>
                  </a:lnTo>
                  <a:lnTo>
                    <a:pt x="336257" y="442556"/>
                  </a:lnTo>
                  <a:lnTo>
                    <a:pt x="331317" y="447509"/>
                  </a:lnTo>
                  <a:lnTo>
                    <a:pt x="331317" y="459740"/>
                  </a:lnTo>
                  <a:lnTo>
                    <a:pt x="336257" y="464680"/>
                  </a:lnTo>
                  <a:lnTo>
                    <a:pt x="348475" y="464680"/>
                  </a:lnTo>
                  <a:lnTo>
                    <a:pt x="353415" y="459740"/>
                  </a:lnTo>
                  <a:lnTo>
                    <a:pt x="353415" y="453618"/>
                  </a:lnTo>
                  <a:lnTo>
                    <a:pt x="353415" y="447509"/>
                  </a:lnTo>
                  <a:close/>
                </a:path>
                <a:path w="574675" h="464820">
                  <a:moveTo>
                    <a:pt x="353415" y="336867"/>
                  </a:moveTo>
                  <a:lnTo>
                    <a:pt x="348475" y="331914"/>
                  </a:lnTo>
                  <a:lnTo>
                    <a:pt x="336257" y="331914"/>
                  </a:lnTo>
                  <a:lnTo>
                    <a:pt x="331317" y="336867"/>
                  </a:lnTo>
                  <a:lnTo>
                    <a:pt x="331317" y="349097"/>
                  </a:lnTo>
                  <a:lnTo>
                    <a:pt x="336257" y="354050"/>
                  </a:lnTo>
                  <a:lnTo>
                    <a:pt x="348475" y="354050"/>
                  </a:lnTo>
                  <a:lnTo>
                    <a:pt x="353415" y="349097"/>
                  </a:lnTo>
                  <a:lnTo>
                    <a:pt x="353415" y="342988"/>
                  </a:lnTo>
                  <a:lnTo>
                    <a:pt x="353415" y="336867"/>
                  </a:lnTo>
                  <a:close/>
                </a:path>
                <a:path w="574675" h="464820">
                  <a:moveTo>
                    <a:pt x="353415" y="226225"/>
                  </a:moveTo>
                  <a:lnTo>
                    <a:pt x="348475" y="221284"/>
                  </a:lnTo>
                  <a:lnTo>
                    <a:pt x="336257" y="221284"/>
                  </a:lnTo>
                  <a:lnTo>
                    <a:pt x="331317" y="226225"/>
                  </a:lnTo>
                  <a:lnTo>
                    <a:pt x="331317" y="238455"/>
                  </a:lnTo>
                  <a:lnTo>
                    <a:pt x="336257" y="243408"/>
                  </a:lnTo>
                  <a:lnTo>
                    <a:pt x="348475" y="243408"/>
                  </a:lnTo>
                  <a:lnTo>
                    <a:pt x="353415" y="238455"/>
                  </a:lnTo>
                  <a:lnTo>
                    <a:pt x="353415" y="232346"/>
                  </a:lnTo>
                  <a:lnTo>
                    <a:pt x="353415" y="226225"/>
                  </a:lnTo>
                  <a:close/>
                </a:path>
                <a:path w="574675" h="464820">
                  <a:moveTo>
                    <a:pt x="353415" y="115595"/>
                  </a:moveTo>
                  <a:lnTo>
                    <a:pt x="348475" y="110642"/>
                  </a:lnTo>
                  <a:lnTo>
                    <a:pt x="336257" y="110642"/>
                  </a:lnTo>
                  <a:lnTo>
                    <a:pt x="331317" y="115595"/>
                  </a:lnTo>
                  <a:lnTo>
                    <a:pt x="331317" y="127825"/>
                  </a:lnTo>
                  <a:lnTo>
                    <a:pt x="336257" y="132765"/>
                  </a:lnTo>
                  <a:lnTo>
                    <a:pt x="348475" y="132765"/>
                  </a:lnTo>
                  <a:lnTo>
                    <a:pt x="353415" y="127825"/>
                  </a:lnTo>
                  <a:lnTo>
                    <a:pt x="353415" y="121704"/>
                  </a:lnTo>
                  <a:lnTo>
                    <a:pt x="353415" y="115595"/>
                  </a:lnTo>
                  <a:close/>
                </a:path>
                <a:path w="574675" h="464820">
                  <a:moveTo>
                    <a:pt x="353415" y="4953"/>
                  </a:moveTo>
                  <a:lnTo>
                    <a:pt x="348475" y="0"/>
                  </a:lnTo>
                  <a:lnTo>
                    <a:pt x="336257" y="0"/>
                  </a:lnTo>
                  <a:lnTo>
                    <a:pt x="331317" y="4953"/>
                  </a:lnTo>
                  <a:lnTo>
                    <a:pt x="331317" y="17183"/>
                  </a:lnTo>
                  <a:lnTo>
                    <a:pt x="336257" y="22136"/>
                  </a:lnTo>
                  <a:lnTo>
                    <a:pt x="348475" y="22136"/>
                  </a:lnTo>
                  <a:lnTo>
                    <a:pt x="353415" y="17183"/>
                  </a:lnTo>
                  <a:lnTo>
                    <a:pt x="353415" y="11061"/>
                  </a:lnTo>
                  <a:lnTo>
                    <a:pt x="353415" y="4953"/>
                  </a:lnTo>
                  <a:close/>
                </a:path>
                <a:path w="574675" h="464820">
                  <a:moveTo>
                    <a:pt x="463842" y="447509"/>
                  </a:moveTo>
                  <a:lnTo>
                    <a:pt x="458914" y="442556"/>
                  </a:lnTo>
                  <a:lnTo>
                    <a:pt x="446697" y="442556"/>
                  </a:lnTo>
                  <a:lnTo>
                    <a:pt x="441756" y="447509"/>
                  </a:lnTo>
                  <a:lnTo>
                    <a:pt x="441756" y="459740"/>
                  </a:lnTo>
                  <a:lnTo>
                    <a:pt x="446697" y="464680"/>
                  </a:lnTo>
                  <a:lnTo>
                    <a:pt x="458914" y="464680"/>
                  </a:lnTo>
                  <a:lnTo>
                    <a:pt x="463842" y="459740"/>
                  </a:lnTo>
                  <a:lnTo>
                    <a:pt x="463842" y="453618"/>
                  </a:lnTo>
                  <a:lnTo>
                    <a:pt x="463842" y="447509"/>
                  </a:lnTo>
                  <a:close/>
                </a:path>
                <a:path w="574675" h="464820">
                  <a:moveTo>
                    <a:pt x="463842" y="336867"/>
                  </a:moveTo>
                  <a:lnTo>
                    <a:pt x="458914" y="331914"/>
                  </a:lnTo>
                  <a:lnTo>
                    <a:pt x="446697" y="331914"/>
                  </a:lnTo>
                  <a:lnTo>
                    <a:pt x="441756" y="336867"/>
                  </a:lnTo>
                  <a:lnTo>
                    <a:pt x="441756" y="349097"/>
                  </a:lnTo>
                  <a:lnTo>
                    <a:pt x="446697" y="354050"/>
                  </a:lnTo>
                  <a:lnTo>
                    <a:pt x="458914" y="354050"/>
                  </a:lnTo>
                  <a:lnTo>
                    <a:pt x="463842" y="349097"/>
                  </a:lnTo>
                  <a:lnTo>
                    <a:pt x="463842" y="342988"/>
                  </a:lnTo>
                  <a:lnTo>
                    <a:pt x="463842" y="336867"/>
                  </a:lnTo>
                  <a:close/>
                </a:path>
                <a:path w="574675" h="464820">
                  <a:moveTo>
                    <a:pt x="463842" y="226225"/>
                  </a:moveTo>
                  <a:lnTo>
                    <a:pt x="458914" y="221284"/>
                  </a:lnTo>
                  <a:lnTo>
                    <a:pt x="446697" y="221284"/>
                  </a:lnTo>
                  <a:lnTo>
                    <a:pt x="441756" y="226225"/>
                  </a:lnTo>
                  <a:lnTo>
                    <a:pt x="441756" y="238455"/>
                  </a:lnTo>
                  <a:lnTo>
                    <a:pt x="446697" y="243408"/>
                  </a:lnTo>
                  <a:lnTo>
                    <a:pt x="458914" y="243408"/>
                  </a:lnTo>
                  <a:lnTo>
                    <a:pt x="463842" y="238455"/>
                  </a:lnTo>
                  <a:lnTo>
                    <a:pt x="463842" y="232346"/>
                  </a:lnTo>
                  <a:lnTo>
                    <a:pt x="463842" y="226225"/>
                  </a:lnTo>
                  <a:close/>
                </a:path>
                <a:path w="574675" h="464820">
                  <a:moveTo>
                    <a:pt x="463842" y="115595"/>
                  </a:moveTo>
                  <a:lnTo>
                    <a:pt x="458914" y="110642"/>
                  </a:lnTo>
                  <a:lnTo>
                    <a:pt x="446697" y="110642"/>
                  </a:lnTo>
                  <a:lnTo>
                    <a:pt x="441756" y="115595"/>
                  </a:lnTo>
                  <a:lnTo>
                    <a:pt x="441756" y="127825"/>
                  </a:lnTo>
                  <a:lnTo>
                    <a:pt x="446697" y="132765"/>
                  </a:lnTo>
                  <a:lnTo>
                    <a:pt x="458914" y="132765"/>
                  </a:lnTo>
                  <a:lnTo>
                    <a:pt x="463842" y="127825"/>
                  </a:lnTo>
                  <a:lnTo>
                    <a:pt x="463842" y="121704"/>
                  </a:lnTo>
                  <a:lnTo>
                    <a:pt x="463842" y="115595"/>
                  </a:lnTo>
                  <a:close/>
                </a:path>
                <a:path w="574675" h="464820">
                  <a:moveTo>
                    <a:pt x="463842" y="4953"/>
                  </a:moveTo>
                  <a:lnTo>
                    <a:pt x="458914" y="0"/>
                  </a:lnTo>
                  <a:lnTo>
                    <a:pt x="446697" y="0"/>
                  </a:lnTo>
                  <a:lnTo>
                    <a:pt x="441756" y="4953"/>
                  </a:lnTo>
                  <a:lnTo>
                    <a:pt x="441756" y="17183"/>
                  </a:lnTo>
                  <a:lnTo>
                    <a:pt x="446697" y="22136"/>
                  </a:lnTo>
                  <a:lnTo>
                    <a:pt x="458914" y="22136"/>
                  </a:lnTo>
                  <a:lnTo>
                    <a:pt x="463842" y="17183"/>
                  </a:lnTo>
                  <a:lnTo>
                    <a:pt x="463842" y="11061"/>
                  </a:lnTo>
                  <a:lnTo>
                    <a:pt x="463842" y="4953"/>
                  </a:lnTo>
                  <a:close/>
                </a:path>
                <a:path w="574675" h="464820">
                  <a:moveTo>
                    <a:pt x="574281" y="447509"/>
                  </a:moveTo>
                  <a:lnTo>
                    <a:pt x="569353" y="442556"/>
                  </a:lnTo>
                  <a:lnTo>
                    <a:pt x="557136" y="442556"/>
                  </a:lnTo>
                  <a:lnTo>
                    <a:pt x="552196" y="447509"/>
                  </a:lnTo>
                  <a:lnTo>
                    <a:pt x="552196" y="459740"/>
                  </a:lnTo>
                  <a:lnTo>
                    <a:pt x="557136" y="464680"/>
                  </a:lnTo>
                  <a:lnTo>
                    <a:pt x="569353" y="464680"/>
                  </a:lnTo>
                  <a:lnTo>
                    <a:pt x="574281" y="459740"/>
                  </a:lnTo>
                  <a:lnTo>
                    <a:pt x="574281" y="453618"/>
                  </a:lnTo>
                  <a:lnTo>
                    <a:pt x="574281" y="447509"/>
                  </a:lnTo>
                  <a:close/>
                </a:path>
                <a:path w="574675" h="464820">
                  <a:moveTo>
                    <a:pt x="574281" y="336867"/>
                  </a:moveTo>
                  <a:lnTo>
                    <a:pt x="569353" y="331914"/>
                  </a:lnTo>
                  <a:lnTo>
                    <a:pt x="557136" y="331914"/>
                  </a:lnTo>
                  <a:lnTo>
                    <a:pt x="552196" y="336867"/>
                  </a:lnTo>
                  <a:lnTo>
                    <a:pt x="552196" y="349097"/>
                  </a:lnTo>
                  <a:lnTo>
                    <a:pt x="557136" y="354050"/>
                  </a:lnTo>
                  <a:lnTo>
                    <a:pt x="569353" y="354050"/>
                  </a:lnTo>
                  <a:lnTo>
                    <a:pt x="574281" y="349097"/>
                  </a:lnTo>
                  <a:lnTo>
                    <a:pt x="574281" y="342988"/>
                  </a:lnTo>
                  <a:lnTo>
                    <a:pt x="574281" y="336867"/>
                  </a:lnTo>
                  <a:close/>
                </a:path>
                <a:path w="574675" h="464820">
                  <a:moveTo>
                    <a:pt x="574281" y="226225"/>
                  </a:moveTo>
                  <a:lnTo>
                    <a:pt x="569353" y="221284"/>
                  </a:lnTo>
                  <a:lnTo>
                    <a:pt x="557136" y="221284"/>
                  </a:lnTo>
                  <a:lnTo>
                    <a:pt x="552196" y="226225"/>
                  </a:lnTo>
                  <a:lnTo>
                    <a:pt x="552196" y="238455"/>
                  </a:lnTo>
                  <a:lnTo>
                    <a:pt x="557136" y="243408"/>
                  </a:lnTo>
                  <a:lnTo>
                    <a:pt x="569353" y="243408"/>
                  </a:lnTo>
                  <a:lnTo>
                    <a:pt x="574281" y="238455"/>
                  </a:lnTo>
                  <a:lnTo>
                    <a:pt x="574281" y="232346"/>
                  </a:lnTo>
                  <a:lnTo>
                    <a:pt x="574281" y="226225"/>
                  </a:lnTo>
                  <a:close/>
                </a:path>
                <a:path w="574675" h="464820">
                  <a:moveTo>
                    <a:pt x="574281" y="115595"/>
                  </a:moveTo>
                  <a:lnTo>
                    <a:pt x="569353" y="110642"/>
                  </a:lnTo>
                  <a:lnTo>
                    <a:pt x="557136" y="110642"/>
                  </a:lnTo>
                  <a:lnTo>
                    <a:pt x="552196" y="115595"/>
                  </a:lnTo>
                  <a:lnTo>
                    <a:pt x="552196" y="127825"/>
                  </a:lnTo>
                  <a:lnTo>
                    <a:pt x="557136" y="132765"/>
                  </a:lnTo>
                  <a:lnTo>
                    <a:pt x="569353" y="132765"/>
                  </a:lnTo>
                  <a:lnTo>
                    <a:pt x="574281" y="127825"/>
                  </a:lnTo>
                  <a:lnTo>
                    <a:pt x="574281" y="121704"/>
                  </a:lnTo>
                  <a:lnTo>
                    <a:pt x="574281" y="115595"/>
                  </a:lnTo>
                  <a:close/>
                </a:path>
                <a:path w="574675" h="464820">
                  <a:moveTo>
                    <a:pt x="574281" y="4953"/>
                  </a:moveTo>
                  <a:lnTo>
                    <a:pt x="569353" y="0"/>
                  </a:lnTo>
                  <a:lnTo>
                    <a:pt x="557136" y="0"/>
                  </a:lnTo>
                  <a:lnTo>
                    <a:pt x="552196" y="4953"/>
                  </a:lnTo>
                  <a:lnTo>
                    <a:pt x="552196" y="17183"/>
                  </a:lnTo>
                  <a:lnTo>
                    <a:pt x="557136" y="22136"/>
                  </a:lnTo>
                  <a:lnTo>
                    <a:pt x="569353" y="22136"/>
                  </a:lnTo>
                  <a:lnTo>
                    <a:pt x="574281" y="17183"/>
                  </a:lnTo>
                  <a:lnTo>
                    <a:pt x="574281" y="11061"/>
                  </a:lnTo>
                  <a:lnTo>
                    <a:pt x="574281" y="4953"/>
                  </a:lnTo>
                  <a:close/>
                </a:path>
              </a:pathLst>
            </a:custGeom>
            <a:solidFill>
              <a:srgbClr val="FBFBF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0280" y="4209384"/>
            <a:ext cx="7312868" cy="228187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4555" y="4147842"/>
            <a:ext cx="4614704" cy="2279277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350002" y="6602627"/>
            <a:ext cx="2328545" cy="812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4830" marR="5080" indent="-532130">
              <a:lnSpc>
                <a:spcPct val="117300"/>
              </a:lnSpc>
              <a:spcBef>
                <a:spcPts val="100"/>
              </a:spcBef>
            </a:pPr>
            <a:r>
              <a:rPr dirty="0" sz="2200" spc="-100">
                <a:solidFill>
                  <a:srgbClr val="5591A3"/>
                </a:solidFill>
                <a:latin typeface="Arial Black"/>
                <a:cs typeface="Arial Black"/>
              </a:rPr>
              <a:t>Word</a:t>
            </a:r>
            <a:r>
              <a:rPr dirty="0" sz="2200" spc="-185">
                <a:solidFill>
                  <a:srgbClr val="5591A3"/>
                </a:solidFill>
                <a:latin typeface="Arial Black"/>
                <a:cs typeface="Arial Black"/>
              </a:rPr>
              <a:t> </a:t>
            </a:r>
            <a:r>
              <a:rPr dirty="0" sz="2200" spc="-55">
                <a:solidFill>
                  <a:srgbClr val="5591A3"/>
                </a:solidFill>
                <a:latin typeface="Arial Black"/>
                <a:cs typeface="Arial Black"/>
              </a:rPr>
              <a:t>of</a:t>
            </a:r>
            <a:r>
              <a:rPr dirty="0" sz="2200" spc="-190">
                <a:solidFill>
                  <a:srgbClr val="5591A3"/>
                </a:solidFill>
                <a:latin typeface="Arial Black"/>
                <a:cs typeface="Arial Black"/>
              </a:rPr>
              <a:t> </a:t>
            </a:r>
            <a:r>
              <a:rPr dirty="0" sz="2200" spc="-80">
                <a:solidFill>
                  <a:srgbClr val="5591A3"/>
                </a:solidFill>
                <a:latin typeface="Arial Black"/>
                <a:cs typeface="Arial Black"/>
              </a:rPr>
              <a:t>Mouth</a:t>
            </a:r>
            <a:r>
              <a:rPr dirty="0" sz="2200" spc="-170">
                <a:solidFill>
                  <a:srgbClr val="5591A3"/>
                </a:solidFill>
                <a:latin typeface="Arial Black"/>
                <a:cs typeface="Arial Black"/>
              </a:rPr>
              <a:t> </a:t>
            </a:r>
            <a:r>
              <a:rPr dirty="0" sz="2200" spc="-540">
                <a:solidFill>
                  <a:srgbClr val="5591A3"/>
                </a:solidFill>
                <a:latin typeface="Arial Black"/>
                <a:cs typeface="Arial Black"/>
              </a:rPr>
              <a:t>&amp;</a:t>
            </a:r>
            <a:r>
              <a:rPr dirty="0" sz="2200" spc="-40">
                <a:solidFill>
                  <a:srgbClr val="5591A3"/>
                </a:solidFill>
                <a:latin typeface="Arial Black"/>
                <a:cs typeface="Arial Black"/>
              </a:rPr>
              <a:t> Referrals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93923" y="3507486"/>
            <a:ext cx="287782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60">
                <a:solidFill>
                  <a:srgbClr val="04ABC4"/>
                </a:solidFill>
                <a:latin typeface="Arial Black"/>
                <a:cs typeface="Arial Black"/>
              </a:rPr>
              <a:t>Events</a:t>
            </a:r>
            <a:r>
              <a:rPr dirty="0" sz="2200" spc="-170">
                <a:solidFill>
                  <a:srgbClr val="04ABC4"/>
                </a:solidFill>
                <a:latin typeface="Arial Black"/>
                <a:cs typeface="Arial Black"/>
              </a:rPr>
              <a:t> </a:t>
            </a:r>
            <a:r>
              <a:rPr dirty="0" sz="2200" spc="-125">
                <a:solidFill>
                  <a:srgbClr val="04ABC4"/>
                </a:solidFill>
                <a:latin typeface="Arial Black"/>
                <a:cs typeface="Arial Black"/>
              </a:rPr>
              <a:t>and</a:t>
            </a:r>
            <a:r>
              <a:rPr dirty="0" sz="2200" spc="-175">
                <a:solidFill>
                  <a:srgbClr val="04ABC4"/>
                </a:solidFill>
                <a:latin typeface="Arial Black"/>
                <a:cs typeface="Arial Black"/>
              </a:rPr>
              <a:t> </a:t>
            </a:r>
            <a:r>
              <a:rPr dirty="0" sz="2200" spc="-130">
                <a:solidFill>
                  <a:srgbClr val="04ABC4"/>
                </a:solidFill>
                <a:latin typeface="Arial Black"/>
                <a:cs typeface="Arial Black"/>
              </a:rPr>
              <a:t>Webinars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718795" y="3507486"/>
            <a:ext cx="287528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225">
                <a:solidFill>
                  <a:srgbClr val="286081"/>
                </a:solidFill>
                <a:latin typeface="Arial Black"/>
                <a:cs typeface="Arial Black"/>
              </a:rPr>
              <a:t>SEO</a:t>
            </a:r>
            <a:r>
              <a:rPr dirty="0" sz="2200" spc="-190">
                <a:solidFill>
                  <a:srgbClr val="286081"/>
                </a:solidFill>
                <a:latin typeface="Arial Black"/>
                <a:cs typeface="Arial Black"/>
              </a:rPr>
              <a:t> </a:t>
            </a:r>
            <a:r>
              <a:rPr dirty="0" sz="2200" spc="-490">
                <a:solidFill>
                  <a:srgbClr val="286081"/>
                </a:solidFill>
                <a:latin typeface="Arial Black"/>
                <a:cs typeface="Arial Black"/>
              </a:rPr>
              <a:t>&amp;</a:t>
            </a:r>
            <a:r>
              <a:rPr dirty="0" sz="2200" spc="-190">
                <a:solidFill>
                  <a:srgbClr val="286081"/>
                </a:solidFill>
                <a:latin typeface="Arial Black"/>
                <a:cs typeface="Arial Black"/>
              </a:rPr>
              <a:t> </a:t>
            </a:r>
            <a:r>
              <a:rPr dirty="0" sz="2200" spc="-165">
                <a:solidFill>
                  <a:srgbClr val="286081"/>
                </a:solidFill>
                <a:latin typeface="Arial Black"/>
                <a:cs typeface="Arial Black"/>
              </a:rPr>
              <a:t>Google</a:t>
            </a:r>
            <a:r>
              <a:rPr dirty="0" sz="2200" spc="-190">
                <a:solidFill>
                  <a:srgbClr val="286081"/>
                </a:solidFill>
                <a:latin typeface="Arial Black"/>
                <a:cs typeface="Arial Black"/>
              </a:rPr>
              <a:t> </a:t>
            </a:r>
            <a:r>
              <a:rPr dirty="0" sz="2200" spc="-140">
                <a:solidFill>
                  <a:srgbClr val="286081"/>
                </a:solidFill>
                <a:latin typeface="Arial Black"/>
                <a:cs typeface="Arial Black"/>
              </a:rPr>
              <a:t>Search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87153" y="6602627"/>
            <a:ext cx="2966085" cy="812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5655" marR="5080" indent="-783590">
              <a:lnSpc>
                <a:spcPct val="117300"/>
              </a:lnSpc>
              <a:spcBef>
                <a:spcPts val="100"/>
              </a:spcBef>
            </a:pPr>
            <a:r>
              <a:rPr dirty="0" sz="2200" spc="-180">
                <a:solidFill>
                  <a:srgbClr val="286081"/>
                </a:solidFill>
                <a:latin typeface="Arial Black"/>
                <a:cs typeface="Arial Black"/>
              </a:rPr>
              <a:t>YouTube</a:t>
            </a:r>
            <a:r>
              <a:rPr dirty="0" sz="2200" spc="-150">
                <a:solidFill>
                  <a:srgbClr val="286081"/>
                </a:solidFill>
                <a:latin typeface="Arial Black"/>
                <a:cs typeface="Arial Black"/>
              </a:rPr>
              <a:t> </a:t>
            </a:r>
            <a:r>
              <a:rPr dirty="0" sz="2200" spc="-490">
                <a:solidFill>
                  <a:srgbClr val="286081"/>
                </a:solidFill>
                <a:latin typeface="Arial Black"/>
                <a:cs typeface="Arial Black"/>
              </a:rPr>
              <a:t>&amp;</a:t>
            </a:r>
            <a:r>
              <a:rPr dirty="0" sz="2200" spc="-185">
                <a:solidFill>
                  <a:srgbClr val="286081"/>
                </a:solidFill>
                <a:latin typeface="Arial Black"/>
                <a:cs typeface="Arial Black"/>
              </a:rPr>
              <a:t> </a:t>
            </a:r>
            <a:r>
              <a:rPr dirty="0" sz="2200" spc="-110">
                <a:solidFill>
                  <a:srgbClr val="286081"/>
                </a:solidFill>
                <a:latin typeface="Arial Black"/>
                <a:cs typeface="Arial Black"/>
              </a:rPr>
              <a:t>Influencer </a:t>
            </a:r>
            <a:r>
              <a:rPr dirty="0" sz="2200" spc="-45">
                <a:solidFill>
                  <a:srgbClr val="286081"/>
                </a:solidFill>
                <a:latin typeface="Arial Black"/>
                <a:cs typeface="Arial Black"/>
              </a:rPr>
              <a:t>Marketing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83779" y="3507486"/>
            <a:ext cx="230759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70">
                <a:solidFill>
                  <a:srgbClr val="5591A3"/>
                </a:solidFill>
                <a:latin typeface="Arial Black"/>
                <a:cs typeface="Arial Black"/>
              </a:rPr>
              <a:t>Social</a:t>
            </a:r>
            <a:r>
              <a:rPr dirty="0" sz="2200" spc="-195">
                <a:solidFill>
                  <a:srgbClr val="5591A3"/>
                </a:solidFill>
                <a:latin typeface="Arial Black"/>
                <a:cs typeface="Arial Black"/>
              </a:rPr>
              <a:t> </a:t>
            </a:r>
            <a:r>
              <a:rPr dirty="0" sz="2200" spc="-150">
                <a:solidFill>
                  <a:srgbClr val="5591A3"/>
                </a:solidFill>
                <a:latin typeface="Arial Black"/>
                <a:cs typeface="Arial Black"/>
              </a:rPr>
              <a:t>media</a:t>
            </a:r>
            <a:r>
              <a:rPr dirty="0" sz="2200" spc="-160">
                <a:solidFill>
                  <a:srgbClr val="5591A3"/>
                </a:solidFill>
                <a:latin typeface="Arial Black"/>
                <a:cs typeface="Arial Black"/>
              </a:rPr>
              <a:t> </a:t>
            </a:r>
            <a:r>
              <a:rPr dirty="0" sz="2200" spc="-135">
                <a:solidFill>
                  <a:srgbClr val="5591A3"/>
                </a:solidFill>
                <a:latin typeface="Arial Black"/>
                <a:cs typeface="Arial Black"/>
              </a:rPr>
              <a:t>ads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7491837" y="8458454"/>
            <a:ext cx="796290" cy="800100"/>
          </a:xfrm>
          <a:custGeom>
            <a:avLst/>
            <a:gdLst/>
            <a:ahLst/>
            <a:cxnLst/>
            <a:rect l="l" t="t" r="r" b="b"/>
            <a:pathLst>
              <a:path w="796290" h="800100">
                <a:moveTo>
                  <a:pt x="796163" y="0"/>
                </a:moveTo>
                <a:lnTo>
                  <a:pt x="80009" y="0"/>
                </a:lnTo>
                <a:lnTo>
                  <a:pt x="64337" y="1543"/>
                </a:lnTo>
                <a:lnTo>
                  <a:pt x="23368" y="23368"/>
                </a:lnTo>
                <a:lnTo>
                  <a:pt x="1543" y="64337"/>
                </a:lnTo>
                <a:lnTo>
                  <a:pt x="0" y="80010"/>
                </a:lnTo>
                <a:lnTo>
                  <a:pt x="0" y="719797"/>
                </a:lnTo>
                <a:lnTo>
                  <a:pt x="13394" y="764210"/>
                </a:lnTo>
                <a:lnTo>
                  <a:pt x="49403" y="793753"/>
                </a:lnTo>
                <a:lnTo>
                  <a:pt x="80009" y="799846"/>
                </a:lnTo>
                <a:lnTo>
                  <a:pt x="796163" y="799846"/>
                </a:lnTo>
                <a:lnTo>
                  <a:pt x="796163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" name="object 26"/>
          <p:cNvGrpSpPr/>
          <p:nvPr/>
        </p:nvGrpSpPr>
        <p:grpSpPr>
          <a:xfrm>
            <a:off x="4139508" y="0"/>
            <a:ext cx="10009505" cy="2385695"/>
            <a:chOff x="4139508" y="0"/>
            <a:chExt cx="10009505" cy="2385695"/>
          </a:xfrm>
        </p:grpSpPr>
        <p:sp>
          <p:nvSpPr>
            <p:cNvPr id="27" name="object 27"/>
            <p:cNvSpPr/>
            <p:nvPr/>
          </p:nvSpPr>
          <p:spPr>
            <a:xfrm>
              <a:off x="4139508" y="0"/>
              <a:ext cx="10009505" cy="2385695"/>
            </a:xfrm>
            <a:custGeom>
              <a:avLst/>
              <a:gdLst/>
              <a:ahLst/>
              <a:cxnLst/>
              <a:rect l="l" t="t" r="r" b="b"/>
              <a:pathLst>
                <a:path w="10009505" h="2385695">
                  <a:moveTo>
                    <a:pt x="10008982" y="0"/>
                  </a:moveTo>
                  <a:lnTo>
                    <a:pt x="0" y="0"/>
                  </a:lnTo>
                  <a:lnTo>
                    <a:pt x="17973" y="22120"/>
                  </a:lnTo>
                  <a:lnTo>
                    <a:pt x="49481" y="60298"/>
                  </a:lnTo>
                  <a:lnTo>
                    <a:pt x="81275" y="98229"/>
                  </a:lnTo>
                  <a:lnTo>
                    <a:pt x="113354" y="135911"/>
                  </a:lnTo>
                  <a:lnTo>
                    <a:pt x="145717" y="173344"/>
                  </a:lnTo>
                  <a:lnTo>
                    <a:pt x="178361" y="210524"/>
                  </a:lnTo>
                  <a:lnTo>
                    <a:pt x="211286" y="247450"/>
                  </a:lnTo>
                  <a:lnTo>
                    <a:pt x="244489" y="284121"/>
                  </a:lnTo>
                  <a:lnTo>
                    <a:pt x="277969" y="320536"/>
                  </a:lnTo>
                  <a:lnTo>
                    <a:pt x="311724" y="356692"/>
                  </a:lnTo>
                  <a:lnTo>
                    <a:pt x="345752" y="392587"/>
                  </a:lnTo>
                  <a:lnTo>
                    <a:pt x="380052" y="428221"/>
                  </a:lnTo>
                  <a:lnTo>
                    <a:pt x="414623" y="463592"/>
                  </a:lnTo>
                  <a:lnTo>
                    <a:pt x="449461" y="498697"/>
                  </a:lnTo>
                  <a:lnTo>
                    <a:pt x="484567" y="533535"/>
                  </a:lnTo>
                  <a:lnTo>
                    <a:pt x="519938" y="568105"/>
                  </a:lnTo>
                  <a:lnTo>
                    <a:pt x="555572" y="602405"/>
                  </a:lnTo>
                  <a:lnTo>
                    <a:pt x="591468" y="636432"/>
                  </a:lnTo>
                  <a:lnTo>
                    <a:pt x="627624" y="670187"/>
                  </a:lnTo>
                  <a:lnTo>
                    <a:pt x="664039" y="703666"/>
                  </a:lnTo>
                  <a:lnTo>
                    <a:pt x="700711" y="736868"/>
                  </a:lnTo>
                  <a:lnTo>
                    <a:pt x="737638" y="769793"/>
                  </a:lnTo>
                  <a:lnTo>
                    <a:pt x="774818" y="802436"/>
                  </a:lnTo>
                  <a:lnTo>
                    <a:pt x="812251" y="834799"/>
                  </a:lnTo>
                  <a:lnTo>
                    <a:pt x="849934" y="866877"/>
                  </a:lnTo>
                  <a:lnTo>
                    <a:pt x="887865" y="898671"/>
                  </a:lnTo>
                  <a:lnTo>
                    <a:pt x="926043" y="930178"/>
                  </a:lnTo>
                  <a:lnTo>
                    <a:pt x="964466" y="961397"/>
                  </a:lnTo>
                  <a:lnTo>
                    <a:pt x="1003133" y="992325"/>
                  </a:lnTo>
                  <a:lnTo>
                    <a:pt x="1042042" y="1022962"/>
                  </a:lnTo>
                  <a:lnTo>
                    <a:pt x="1081192" y="1053306"/>
                  </a:lnTo>
                  <a:lnTo>
                    <a:pt x="1120580" y="1083354"/>
                  </a:lnTo>
                  <a:lnTo>
                    <a:pt x="1160205" y="1113106"/>
                  </a:lnTo>
                  <a:lnTo>
                    <a:pt x="1200065" y="1142560"/>
                  </a:lnTo>
                  <a:lnTo>
                    <a:pt x="1240159" y="1171713"/>
                  </a:lnTo>
                  <a:lnTo>
                    <a:pt x="1280485" y="1200565"/>
                  </a:lnTo>
                  <a:lnTo>
                    <a:pt x="1321041" y="1229113"/>
                  </a:lnTo>
                  <a:lnTo>
                    <a:pt x="1361826" y="1257357"/>
                  </a:lnTo>
                  <a:lnTo>
                    <a:pt x="1402838" y="1285294"/>
                  </a:lnTo>
                  <a:lnTo>
                    <a:pt x="1444075" y="1312923"/>
                  </a:lnTo>
                  <a:lnTo>
                    <a:pt x="1485536" y="1340242"/>
                  </a:lnTo>
                  <a:lnTo>
                    <a:pt x="1527219" y="1367249"/>
                  </a:lnTo>
                  <a:lnTo>
                    <a:pt x="1569123" y="1393943"/>
                  </a:lnTo>
                  <a:lnTo>
                    <a:pt x="1611245" y="1420322"/>
                  </a:lnTo>
                  <a:lnTo>
                    <a:pt x="1653584" y="1446384"/>
                  </a:lnTo>
                  <a:lnTo>
                    <a:pt x="1696139" y="1472128"/>
                  </a:lnTo>
                  <a:lnTo>
                    <a:pt x="1738908" y="1497553"/>
                  </a:lnTo>
                  <a:lnTo>
                    <a:pt x="1781888" y="1522655"/>
                  </a:lnTo>
                  <a:lnTo>
                    <a:pt x="1825079" y="1547435"/>
                  </a:lnTo>
                  <a:lnTo>
                    <a:pt x="1868479" y="1571890"/>
                  </a:lnTo>
                  <a:lnTo>
                    <a:pt x="1912086" y="1596018"/>
                  </a:lnTo>
                  <a:lnTo>
                    <a:pt x="1955899" y="1619818"/>
                  </a:lnTo>
                  <a:lnTo>
                    <a:pt x="1999915" y="1643288"/>
                  </a:lnTo>
                  <a:lnTo>
                    <a:pt x="2044134" y="1666427"/>
                  </a:lnTo>
                  <a:lnTo>
                    <a:pt x="2088553" y="1689233"/>
                  </a:lnTo>
                  <a:lnTo>
                    <a:pt x="2133170" y="1711704"/>
                  </a:lnTo>
                  <a:lnTo>
                    <a:pt x="2177985" y="1733838"/>
                  </a:lnTo>
                  <a:lnTo>
                    <a:pt x="2222996" y="1755634"/>
                  </a:lnTo>
                  <a:lnTo>
                    <a:pt x="2268200" y="1777091"/>
                  </a:lnTo>
                  <a:lnTo>
                    <a:pt x="2313597" y="1798206"/>
                  </a:lnTo>
                  <a:lnTo>
                    <a:pt x="2359184" y="1818978"/>
                  </a:lnTo>
                  <a:lnTo>
                    <a:pt x="2404960" y="1839405"/>
                  </a:lnTo>
                  <a:lnTo>
                    <a:pt x="2450924" y="1859486"/>
                  </a:lnTo>
                  <a:lnTo>
                    <a:pt x="2497072" y="1879219"/>
                  </a:lnTo>
                  <a:lnTo>
                    <a:pt x="2543405" y="1898602"/>
                  </a:lnTo>
                  <a:lnTo>
                    <a:pt x="2589920" y="1917633"/>
                  </a:lnTo>
                  <a:lnTo>
                    <a:pt x="2636616" y="1936312"/>
                  </a:lnTo>
                  <a:lnTo>
                    <a:pt x="2683491" y="1954636"/>
                  </a:lnTo>
                  <a:lnTo>
                    <a:pt x="2730543" y="1972603"/>
                  </a:lnTo>
                  <a:lnTo>
                    <a:pt x="2777770" y="1990213"/>
                  </a:lnTo>
                  <a:lnTo>
                    <a:pt x="2825172" y="2007463"/>
                  </a:lnTo>
                  <a:lnTo>
                    <a:pt x="2872746" y="2024351"/>
                  </a:lnTo>
                  <a:lnTo>
                    <a:pt x="2920490" y="2040877"/>
                  </a:lnTo>
                  <a:lnTo>
                    <a:pt x="2968404" y="2057038"/>
                  </a:lnTo>
                  <a:lnTo>
                    <a:pt x="3016484" y="2072832"/>
                  </a:lnTo>
                  <a:lnTo>
                    <a:pt x="3064731" y="2088259"/>
                  </a:lnTo>
                  <a:lnTo>
                    <a:pt x="3113142" y="2103316"/>
                  </a:lnTo>
                  <a:lnTo>
                    <a:pt x="3161715" y="2118002"/>
                  </a:lnTo>
                  <a:lnTo>
                    <a:pt x="3210448" y="2132315"/>
                  </a:lnTo>
                  <a:lnTo>
                    <a:pt x="3259341" y="2146253"/>
                  </a:lnTo>
                  <a:lnTo>
                    <a:pt x="3308391" y="2159815"/>
                  </a:lnTo>
                  <a:lnTo>
                    <a:pt x="3357597" y="2172999"/>
                  </a:lnTo>
                  <a:lnTo>
                    <a:pt x="3406957" y="2185804"/>
                  </a:lnTo>
                  <a:lnTo>
                    <a:pt x="3456469" y="2198227"/>
                  </a:lnTo>
                  <a:lnTo>
                    <a:pt x="3506132" y="2210268"/>
                  </a:lnTo>
                  <a:lnTo>
                    <a:pt x="3555944" y="2221924"/>
                  </a:lnTo>
                  <a:lnTo>
                    <a:pt x="3605904" y="2233194"/>
                  </a:lnTo>
                  <a:lnTo>
                    <a:pt x="3656009" y="2244076"/>
                  </a:lnTo>
                  <a:lnTo>
                    <a:pt x="3706259" y="2254568"/>
                  </a:lnTo>
                  <a:lnTo>
                    <a:pt x="3756651" y="2264669"/>
                  </a:lnTo>
                  <a:lnTo>
                    <a:pt x="3807184" y="2274378"/>
                  </a:lnTo>
                  <a:lnTo>
                    <a:pt x="3857856" y="2283692"/>
                  </a:lnTo>
                  <a:lnTo>
                    <a:pt x="3908665" y="2292609"/>
                  </a:lnTo>
                  <a:lnTo>
                    <a:pt x="3959611" y="2301130"/>
                  </a:lnTo>
                  <a:lnTo>
                    <a:pt x="4010690" y="2309250"/>
                  </a:lnTo>
                  <a:lnTo>
                    <a:pt x="4061902" y="2316970"/>
                  </a:lnTo>
                  <a:lnTo>
                    <a:pt x="4113245" y="2324286"/>
                  </a:lnTo>
                  <a:lnTo>
                    <a:pt x="4164717" y="2331199"/>
                  </a:lnTo>
                  <a:lnTo>
                    <a:pt x="4216317" y="2337705"/>
                  </a:lnTo>
                  <a:lnTo>
                    <a:pt x="4268043" y="2343803"/>
                  </a:lnTo>
                  <a:lnTo>
                    <a:pt x="4319893" y="2349492"/>
                  </a:lnTo>
                  <a:lnTo>
                    <a:pt x="4371865" y="2354770"/>
                  </a:lnTo>
                  <a:lnTo>
                    <a:pt x="4423958" y="2359636"/>
                  </a:lnTo>
                  <a:lnTo>
                    <a:pt x="4476171" y="2364086"/>
                  </a:lnTo>
                  <a:lnTo>
                    <a:pt x="4528501" y="2368121"/>
                  </a:lnTo>
                  <a:lnTo>
                    <a:pt x="4580947" y="2371739"/>
                  </a:lnTo>
                  <a:lnTo>
                    <a:pt x="4633507" y="2374936"/>
                  </a:lnTo>
                  <a:lnTo>
                    <a:pt x="4686180" y="2377713"/>
                  </a:lnTo>
                  <a:lnTo>
                    <a:pt x="4738964" y="2380067"/>
                  </a:lnTo>
                  <a:lnTo>
                    <a:pt x="4791858" y="2381997"/>
                  </a:lnTo>
                  <a:lnTo>
                    <a:pt x="4844859" y="2383501"/>
                  </a:lnTo>
                  <a:lnTo>
                    <a:pt x="4897966" y="2384577"/>
                  </a:lnTo>
                  <a:lnTo>
                    <a:pt x="4951177" y="2385224"/>
                  </a:lnTo>
                  <a:lnTo>
                    <a:pt x="5004491" y="2385441"/>
                  </a:lnTo>
                  <a:lnTo>
                    <a:pt x="5057805" y="2385224"/>
                  </a:lnTo>
                  <a:lnTo>
                    <a:pt x="5111016" y="2384577"/>
                  </a:lnTo>
                  <a:lnTo>
                    <a:pt x="5164123" y="2383501"/>
                  </a:lnTo>
                  <a:lnTo>
                    <a:pt x="5217124" y="2381997"/>
                  </a:lnTo>
                  <a:lnTo>
                    <a:pt x="5270017" y="2380067"/>
                  </a:lnTo>
                  <a:lnTo>
                    <a:pt x="5322801" y="2377713"/>
                  </a:lnTo>
                  <a:lnTo>
                    <a:pt x="5375475" y="2374936"/>
                  </a:lnTo>
                  <a:lnTo>
                    <a:pt x="5428035" y="2371739"/>
                  </a:lnTo>
                  <a:lnTo>
                    <a:pt x="5480481" y="2368121"/>
                  </a:lnTo>
                  <a:lnTo>
                    <a:pt x="5532811" y="2364086"/>
                  </a:lnTo>
                  <a:lnTo>
                    <a:pt x="5585024" y="2359636"/>
                  </a:lnTo>
                  <a:lnTo>
                    <a:pt x="5637117" y="2354770"/>
                  </a:lnTo>
                  <a:lnTo>
                    <a:pt x="5689089" y="2349492"/>
                  </a:lnTo>
                  <a:lnTo>
                    <a:pt x="5740939" y="2343803"/>
                  </a:lnTo>
                  <a:lnTo>
                    <a:pt x="5792665" y="2337705"/>
                  </a:lnTo>
                  <a:lnTo>
                    <a:pt x="5844265" y="2331199"/>
                  </a:lnTo>
                  <a:lnTo>
                    <a:pt x="5895737" y="2324286"/>
                  </a:lnTo>
                  <a:lnTo>
                    <a:pt x="5947080" y="2316970"/>
                  </a:lnTo>
                  <a:lnTo>
                    <a:pt x="5998292" y="2309250"/>
                  </a:lnTo>
                  <a:lnTo>
                    <a:pt x="6049371" y="2301130"/>
                  </a:lnTo>
                  <a:lnTo>
                    <a:pt x="6100317" y="2292609"/>
                  </a:lnTo>
                  <a:lnTo>
                    <a:pt x="6151126" y="2283692"/>
                  </a:lnTo>
                  <a:lnTo>
                    <a:pt x="6201798" y="2274378"/>
                  </a:lnTo>
                  <a:lnTo>
                    <a:pt x="6252331" y="2264669"/>
                  </a:lnTo>
                  <a:lnTo>
                    <a:pt x="6302723" y="2254568"/>
                  </a:lnTo>
                  <a:lnTo>
                    <a:pt x="6352973" y="2244076"/>
                  </a:lnTo>
                  <a:lnTo>
                    <a:pt x="6403078" y="2233194"/>
                  </a:lnTo>
                  <a:lnTo>
                    <a:pt x="6453038" y="2221924"/>
                  </a:lnTo>
                  <a:lnTo>
                    <a:pt x="6502850" y="2210268"/>
                  </a:lnTo>
                  <a:lnTo>
                    <a:pt x="6552513" y="2198227"/>
                  </a:lnTo>
                  <a:lnTo>
                    <a:pt x="6602025" y="2185804"/>
                  </a:lnTo>
                  <a:lnTo>
                    <a:pt x="6651385" y="2172999"/>
                  </a:lnTo>
                  <a:lnTo>
                    <a:pt x="6700591" y="2159815"/>
                  </a:lnTo>
                  <a:lnTo>
                    <a:pt x="6749641" y="2146253"/>
                  </a:lnTo>
                  <a:lnTo>
                    <a:pt x="6798534" y="2132315"/>
                  </a:lnTo>
                  <a:lnTo>
                    <a:pt x="6847267" y="2118002"/>
                  </a:lnTo>
                  <a:lnTo>
                    <a:pt x="6895840" y="2103316"/>
                  </a:lnTo>
                  <a:lnTo>
                    <a:pt x="6944251" y="2088259"/>
                  </a:lnTo>
                  <a:lnTo>
                    <a:pt x="6992497" y="2072832"/>
                  </a:lnTo>
                  <a:lnTo>
                    <a:pt x="7040578" y="2057038"/>
                  </a:lnTo>
                  <a:lnTo>
                    <a:pt x="7088492" y="2040877"/>
                  </a:lnTo>
                  <a:lnTo>
                    <a:pt x="7136236" y="2024351"/>
                  </a:lnTo>
                  <a:lnTo>
                    <a:pt x="7183810" y="2007463"/>
                  </a:lnTo>
                  <a:lnTo>
                    <a:pt x="7231212" y="1990213"/>
                  </a:lnTo>
                  <a:lnTo>
                    <a:pt x="7278439" y="1972603"/>
                  </a:lnTo>
                  <a:lnTo>
                    <a:pt x="7325491" y="1954636"/>
                  </a:lnTo>
                  <a:lnTo>
                    <a:pt x="7372366" y="1936312"/>
                  </a:lnTo>
                  <a:lnTo>
                    <a:pt x="7419062" y="1917633"/>
                  </a:lnTo>
                  <a:lnTo>
                    <a:pt x="7465577" y="1898602"/>
                  </a:lnTo>
                  <a:lnTo>
                    <a:pt x="7511910" y="1879219"/>
                  </a:lnTo>
                  <a:lnTo>
                    <a:pt x="7558058" y="1859486"/>
                  </a:lnTo>
                  <a:lnTo>
                    <a:pt x="7604022" y="1839405"/>
                  </a:lnTo>
                  <a:lnTo>
                    <a:pt x="7649798" y="1818978"/>
                  </a:lnTo>
                  <a:lnTo>
                    <a:pt x="7695385" y="1798206"/>
                  </a:lnTo>
                  <a:lnTo>
                    <a:pt x="7740782" y="1777091"/>
                  </a:lnTo>
                  <a:lnTo>
                    <a:pt x="7785986" y="1755634"/>
                  </a:lnTo>
                  <a:lnTo>
                    <a:pt x="7830997" y="1733838"/>
                  </a:lnTo>
                  <a:lnTo>
                    <a:pt x="7875812" y="1711704"/>
                  </a:lnTo>
                  <a:lnTo>
                    <a:pt x="7920429" y="1689233"/>
                  </a:lnTo>
                  <a:lnTo>
                    <a:pt x="7964848" y="1666427"/>
                  </a:lnTo>
                  <a:lnTo>
                    <a:pt x="8009067" y="1643288"/>
                  </a:lnTo>
                  <a:lnTo>
                    <a:pt x="8053083" y="1619818"/>
                  </a:lnTo>
                  <a:lnTo>
                    <a:pt x="8096896" y="1596018"/>
                  </a:lnTo>
                  <a:lnTo>
                    <a:pt x="8140503" y="1571890"/>
                  </a:lnTo>
                  <a:lnTo>
                    <a:pt x="8183903" y="1547435"/>
                  </a:lnTo>
                  <a:lnTo>
                    <a:pt x="8227094" y="1522655"/>
                  </a:lnTo>
                  <a:lnTo>
                    <a:pt x="8270074" y="1497553"/>
                  </a:lnTo>
                  <a:lnTo>
                    <a:pt x="8312843" y="1472128"/>
                  </a:lnTo>
                  <a:lnTo>
                    <a:pt x="8355398" y="1446384"/>
                  </a:lnTo>
                  <a:lnTo>
                    <a:pt x="8397737" y="1420322"/>
                  </a:lnTo>
                  <a:lnTo>
                    <a:pt x="8439859" y="1393943"/>
                  </a:lnTo>
                  <a:lnTo>
                    <a:pt x="8481763" y="1367249"/>
                  </a:lnTo>
                  <a:lnTo>
                    <a:pt x="8523446" y="1340242"/>
                  </a:lnTo>
                  <a:lnTo>
                    <a:pt x="8564907" y="1312923"/>
                  </a:lnTo>
                  <a:lnTo>
                    <a:pt x="8606144" y="1285294"/>
                  </a:lnTo>
                  <a:lnTo>
                    <a:pt x="8647156" y="1257357"/>
                  </a:lnTo>
                  <a:lnTo>
                    <a:pt x="8687941" y="1229113"/>
                  </a:lnTo>
                  <a:lnTo>
                    <a:pt x="8728497" y="1200565"/>
                  </a:lnTo>
                  <a:lnTo>
                    <a:pt x="8768823" y="1171713"/>
                  </a:lnTo>
                  <a:lnTo>
                    <a:pt x="8808917" y="1142560"/>
                  </a:lnTo>
                  <a:lnTo>
                    <a:pt x="8848777" y="1113106"/>
                  </a:lnTo>
                  <a:lnTo>
                    <a:pt x="8888402" y="1083354"/>
                  </a:lnTo>
                  <a:lnTo>
                    <a:pt x="8927790" y="1053306"/>
                  </a:lnTo>
                  <a:lnTo>
                    <a:pt x="8966940" y="1022962"/>
                  </a:lnTo>
                  <a:lnTo>
                    <a:pt x="9005849" y="992325"/>
                  </a:lnTo>
                  <a:lnTo>
                    <a:pt x="9044516" y="961397"/>
                  </a:lnTo>
                  <a:lnTo>
                    <a:pt x="9082939" y="930178"/>
                  </a:lnTo>
                  <a:lnTo>
                    <a:pt x="9121117" y="898671"/>
                  </a:lnTo>
                  <a:lnTo>
                    <a:pt x="9159048" y="866877"/>
                  </a:lnTo>
                  <a:lnTo>
                    <a:pt x="9196731" y="834799"/>
                  </a:lnTo>
                  <a:lnTo>
                    <a:pt x="9234163" y="802436"/>
                  </a:lnTo>
                  <a:lnTo>
                    <a:pt x="9271344" y="769793"/>
                  </a:lnTo>
                  <a:lnTo>
                    <a:pt x="9308271" y="736868"/>
                  </a:lnTo>
                  <a:lnTo>
                    <a:pt x="9344943" y="703666"/>
                  </a:lnTo>
                  <a:lnTo>
                    <a:pt x="9381358" y="670187"/>
                  </a:lnTo>
                  <a:lnTo>
                    <a:pt x="9417514" y="636432"/>
                  </a:lnTo>
                  <a:lnTo>
                    <a:pt x="9453410" y="602405"/>
                  </a:lnTo>
                  <a:lnTo>
                    <a:pt x="9489044" y="568105"/>
                  </a:lnTo>
                  <a:lnTo>
                    <a:pt x="9524415" y="533535"/>
                  </a:lnTo>
                  <a:lnTo>
                    <a:pt x="9559521" y="498697"/>
                  </a:lnTo>
                  <a:lnTo>
                    <a:pt x="9594359" y="463592"/>
                  </a:lnTo>
                  <a:lnTo>
                    <a:pt x="9628930" y="428221"/>
                  </a:lnTo>
                  <a:lnTo>
                    <a:pt x="9663230" y="392587"/>
                  </a:lnTo>
                  <a:lnTo>
                    <a:pt x="9697258" y="356692"/>
                  </a:lnTo>
                  <a:lnTo>
                    <a:pt x="9731013" y="320536"/>
                  </a:lnTo>
                  <a:lnTo>
                    <a:pt x="9764493" y="284121"/>
                  </a:lnTo>
                  <a:lnTo>
                    <a:pt x="9797696" y="247450"/>
                  </a:lnTo>
                  <a:lnTo>
                    <a:pt x="9830620" y="210524"/>
                  </a:lnTo>
                  <a:lnTo>
                    <a:pt x="9863265" y="173344"/>
                  </a:lnTo>
                  <a:lnTo>
                    <a:pt x="9895628" y="135911"/>
                  </a:lnTo>
                  <a:lnTo>
                    <a:pt x="9927707" y="98229"/>
                  </a:lnTo>
                  <a:lnTo>
                    <a:pt x="9959501" y="60298"/>
                  </a:lnTo>
                  <a:lnTo>
                    <a:pt x="9991009" y="22120"/>
                  </a:lnTo>
                  <a:lnTo>
                    <a:pt x="10008982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499488" y="0"/>
              <a:ext cx="7289165" cy="1397000"/>
            </a:xfrm>
            <a:custGeom>
              <a:avLst/>
              <a:gdLst/>
              <a:ahLst/>
              <a:cxnLst/>
              <a:rect l="l" t="t" r="r" b="b"/>
              <a:pathLst>
                <a:path w="7289165" h="1397000">
                  <a:moveTo>
                    <a:pt x="7289022" y="0"/>
                  </a:moveTo>
                  <a:lnTo>
                    <a:pt x="0" y="0"/>
                  </a:lnTo>
                  <a:lnTo>
                    <a:pt x="33241" y="29645"/>
                  </a:lnTo>
                  <a:lnTo>
                    <a:pt x="66914" y="59186"/>
                  </a:lnTo>
                  <a:lnTo>
                    <a:pt x="100832" y="88453"/>
                  </a:lnTo>
                  <a:lnTo>
                    <a:pt x="134991" y="117446"/>
                  </a:lnTo>
                  <a:lnTo>
                    <a:pt x="169391" y="146163"/>
                  </a:lnTo>
                  <a:lnTo>
                    <a:pt x="204030" y="174602"/>
                  </a:lnTo>
                  <a:lnTo>
                    <a:pt x="238905" y="202760"/>
                  </a:lnTo>
                  <a:lnTo>
                    <a:pt x="274016" y="230638"/>
                  </a:lnTo>
                  <a:lnTo>
                    <a:pt x="309360" y="258231"/>
                  </a:lnTo>
                  <a:lnTo>
                    <a:pt x="344936" y="285540"/>
                  </a:lnTo>
                  <a:lnTo>
                    <a:pt x="380742" y="312563"/>
                  </a:lnTo>
                  <a:lnTo>
                    <a:pt x="416776" y="339296"/>
                  </a:lnTo>
                  <a:lnTo>
                    <a:pt x="453037" y="365740"/>
                  </a:lnTo>
                  <a:lnTo>
                    <a:pt x="489523" y="391892"/>
                  </a:lnTo>
                  <a:lnTo>
                    <a:pt x="526232" y="417750"/>
                  </a:lnTo>
                  <a:lnTo>
                    <a:pt x="563162" y="443313"/>
                  </a:lnTo>
                  <a:lnTo>
                    <a:pt x="600312" y="468579"/>
                  </a:lnTo>
                  <a:lnTo>
                    <a:pt x="637680" y="493546"/>
                  </a:lnTo>
                  <a:lnTo>
                    <a:pt x="675265" y="518213"/>
                  </a:lnTo>
                  <a:lnTo>
                    <a:pt x="713064" y="542578"/>
                  </a:lnTo>
                  <a:lnTo>
                    <a:pt x="751076" y="566639"/>
                  </a:lnTo>
                  <a:lnTo>
                    <a:pt x="789299" y="590394"/>
                  </a:lnTo>
                  <a:lnTo>
                    <a:pt x="827732" y="613842"/>
                  </a:lnTo>
                  <a:lnTo>
                    <a:pt x="866372" y="636980"/>
                  </a:lnTo>
                  <a:lnTo>
                    <a:pt x="905218" y="659809"/>
                  </a:lnTo>
                  <a:lnTo>
                    <a:pt x="944269" y="682324"/>
                  </a:lnTo>
                  <a:lnTo>
                    <a:pt x="983522" y="704526"/>
                  </a:lnTo>
                  <a:lnTo>
                    <a:pt x="1022976" y="726411"/>
                  </a:lnTo>
                  <a:lnTo>
                    <a:pt x="1062629" y="747979"/>
                  </a:lnTo>
                  <a:lnTo>
                    <a:pt x="1102480" y="769228"/>
                  </a:lnTo>
                  <a:lnTo>
                    <a:pt x="1142526" y="790156"/>
                  </a:lnTo>
                  <a:lnTo>
                    <a:pt x="1182767" y="810761"/>
                  </a:lnTo>
                  <a:lnTo>
                    <a:pt x="1223199" y="831041"/>
                  </a:lnTo>
                  <a:lnTo>
                    <a:pt x="1263822" y="850995"/>
                  </a:lnTo>
                  <a:lnTo>
                    <a:pt x="1304634" y="870621"/>
                  </a:lnTo>
                  <a:lnTo>
                    <a:pt x="1345634" y="889918"/>
                  </a:lnTo>
                  <a:lnTo>
                    <a:pt x="1386818" y="908884"/>
                  </a:lnTo>
                  <a:lnTo>
                    <a:pt x="1428187" y="927516"/>
                  </a:lnTo>
                  <a:lnTo>
                    <a:pt x="1469737" y="945813"/>
                  </a:lnTo>
                  <a:lnTo>
                    <a:pt x="1511467" y="963774"/>
                  </a:lnTo>
                  <a:lnTo>
                    <a:pt x="1553376" y="981397"/>
                  </a:lnTo>
                  <a:lnTo>
                    <a:pt x="1595462" y="998680"/>
                  </a:lnTo>
                  <a:lnTo>
                    <a:pt x="1637723" y="1015621"/>
                  </a:lnTo>
                  <a:lnTo>
                    <a:pt x="1680158" y="1032219"/>
                  </a:lnTo>
                  <a:lnTo>
                    <a:pt x="1722764" y="1048472"/>
                  </a:lnTo>
                  <a:lnTo>
                    <a:pt x="1765540" y="1064378"/>
                  </a:lnTo>
                  <a:lnTo>
                    <a:pt x="1808484" y="1079935"/>
                  </a:lnTo>
                  <a:lnTo>
                    <a:pt x="1851595" y="1095143"/>
                  </a:lnTo>
                  <a:lnTo>
                    <a:pt x="1894871" y="1109998"/>
                  </a:lnTo>
                  <a:lnTo>
                    <a:pt x="1938309" y="1124500"/>
                  </a:lnTo>
                  <a:lnTo>
                    <a:pt x="1981909" y="1138646"/>
                  </a:lnTo>
                  <a:lnTo>
                    <a:pt x="2025669" y="1152435"/>
                  </a:lnTo>
                  <a:lnTo>
                    <a:pt x="2069587" y="1165865"/>
                  </a:lnTo>
                  <a:lnTo>
                    <a:pt x="2113661" y="1178935"/>
                  </a:lnTo>
                  <a:lnTo>
                    <a:pt x="2157889" y="1191643"/>
                  </a:lnTo>
                  <a:lnTo>
                    <a:pt x="2202271" y="1203986"/>
                  </a:lnTo>
                  <a:lnTo>
                    <a:pt x="2246803" y="1215964"/>
                  </a:lnTo>
                  <a:lnTo>
                    <a:pt x="2291485" y="1227575"/>
                  </a:lnTo>
                  <a:lnTo>
                    <a:pt x="2336314" y="1238816"/>
                  </a:lnTo>
                  <a:lnTo>
                    <a:pt x="2381289" y="1249687"/>
                  </a:lnTo>
                  <a:lnTo>
                    <a:pt x="2426409" y="1260185"/>
                  </a:lnTo>
                  <a:lnTo>
                    <a:pt x="2471671" y="1270309"/>
                  </a:lnTo>
                  <a:lnTo>
                    <a:pt x="2517074" y="1280057"/>
                  </a:lnTo>
                  <a:lnTo>
                    <a:pt x="2562615" y="1289427"/>
                  </a:lnTo>
                  <a:lnTo>
                    <a:pt x="2608295" y="1298417"/>
                  </a:lnTo>
                  <a:lnTo>
                    <a:pt x="2654109" y="1307027"/>
                  </a:lnTo>
                  <a:lnTo>
                    <a:pt x="2700058" y="1315254"/>
                  </a:lnTo>
                  <a:lnTo>
                    <a:pt x="2746139" y="1323096"/>
                  </a:lnTo>
                  <a:lnTo>
                    <a:pt x="2792351" y="1330552"/>
                  </a:lnTo>
                  <a:lnTo>
                    <a:pt x="2838691" y="1337620"/>
                  </a:lnTo>
                  <a:lnTo>
                    <a:pt x="2885158" y="1344298"/>
                  </a:lnTo>
                  <a:lnTo>
                    <a:pt x="2931750" y="1350584"/>
                  </a:lnTo>
                  <a:lnTo>
                    <a:pt x="2978467" y="1356478"/>
                  </a:lnTo>
                  <a:lnTo>
                    <a:pt x="3025305" y="1361977"/>
                  </a:lnTo>
                  <a:lnTo>
                    <a:pt x="3072263" y="1367079"/>
                  </a:lnTo>
                  <a:lnTo>
                    <a:pt x="3119340" y="1371783"/>
                  </a:lnTo>
                  <a:lnTo>
                    <a:pt x="3166533" y="1376086"/>
                  </a:lnTo>
                  <a:lnTo>
                    <a:pt x="3213841" y="1379988"/>
                  </a:lnTo>
                  <a:lnTo>
                    <a:pt x="3261263" y="1383487"/>
                  </a:lnTo>
                  <a:lnTo>
                    <a:pt x="3308797" y="1386580"/>
                  </a:lnTo>
                  <a:lnTo>
                    <a:pt x="3356440" y="1389267"/>
                  </a:lnTo>
                  <a:lnTo>
                    <a:pt x="3404191" y="1391545"/>
                  </a:lnTo>
                  <a:lnTo>
                    <a:pt x="3452049" y="1393413"/>
                  </a:lnTo>
                  <a:lnTo>
                    <a:pt x="3500012" y="1394868"/>
                  </a:lnTo>
                  <a:lnTo>
                    <a:pt x="3548077" y="1395910"/>
                  </a:lnTo>
                  <a:lnTo>
                    <a:pt x="3596244" y="1396536"/>
                  </a:lnTo>
                  <a:lnTo>
                    <a:pt x="3644511" y="1396746"/>
                  </a:lnTo>
                  <a:lnTo>
                    <a:pt x="3692777" y="1396536"/>
                  </a:lnTo>
                  <a:lnTo>
                    <a:pt x="3740944" y="1395910"/>
                  </a:lnTo>
                  <a:lnTo>
                    <a:pt x="3789010" y="1394868"/>
                  </a:lnTo>
                  <a:lnTo>
                    <a:pt x="3836972" y="1393413"/>
                  </a:lnTo>
                  <a:lnTo>
                    <a:pt x="3884830" y="1391545"/>
                  </a:lnTo>
                  <a:lnTo>
                    <a:pt x="3932581" y="1389267"/>
                  </a:lnTo>
                  <a:lnTo>
                    <a:pt x="3980225" y="1386580"/>
                  </a:lnTo>
                  <a:lnTo>
                    <a:pt x="4027758" y="1383487"/>
                  </a:lnTo>
                  <a:lnTo>
                    <a:pt x="4075180" y="1379988"/>
                  </a:lnTo>
                  <a:lnTo>
                    <a:pt x="4122488" y="1376086"/>
                  </a:lnTo>
                  <a:lnTo>
                    <a:pt x="4169682" y="1371783"/>
                  </a:lnTo>
                  <a:lnTo>
                    <a:pt x="4216758" y="1367079"/>
                  </a:lnTo>
                  <a:lnTo>
                    <a:pt x="4263717" y="1361977"/>
                  </a:lnTo>
                  <a:lnTo>
                    <a:pt x="4310555" y="1356478"/>
                  </a:lnTo>
                  <a:lnTo>
                    <a:pt x="4357271" y="1350584"/>
                  </a:lnTo>
                  <a:lnTo>
                    <a:pt x="4403863" y="1344298"/>
                  </a:lnTo>
                  <a:lnTo>
                    <a:pt x="4450331" y="1337620"/>
                  </a:lnTo>
                  <a:lnTo>
                    <a:pt x="4496671" y="1330552"/>
                  </a:lnTo>
                  <a:lnTo>
                    <a:pt x="4542882" y="1323096"/>
                  </a:lnTo>
                  <a:lnTo>
                    <a:pt x="4588963" y="1315254"/>
                  </a:lnTo>
                  <a:lnTo>
                    <a:pt x="4634912" y="1307027"/>
                  </a:lnTo>
                  <a:lnTo>
                    <a:pt x="4680727" y="1298417"/>
                  </a:lnTo>
                  <a:lnTo>
                    <a:pt x="4726406" y="1289427"/>
                  </a:lnTo>
                  <a:lnTo>
                    <a:pt x="4771948" y="1280057"/>
                  </a:lnTo>
                  <a:lnTo>
                    <a:pt x="4817350" y="1270309"/>
                  </a:lnTo>
                  <a:lnTo>
                    <a:pt x="4862612" y="1260185"/>
                  </a:lnTo>
                  <a:lnTo>
                    <a:pt x="4907732" y="1249687"/>
                  </a:lnTo>
                  <a:lnTo>
                    <a:pt x="4952707" y="1238816"/>
                  </a:lnTo>
                  <a:lnTo>
                    <a:pt x="4997537" y="1227575"/>
                  </a:lnTo>
                  <a:lnTo>
                    <a:pt x="5042218" y="1215964"/>
                  </a:lnTo>
                  <a:lnTo>
                    <a:pt x="5086751" y="1203986"/>
                  </a:lnTo>
                  <a:lnTo>
                    <a:pt x="5131132" y="1191643"/>
                  </a:lnTo>
                  <a:lnTo>
                    <a:pt x="5175360" y="1178935"/>
                  </a:lnTo>
                  <a:lnTo>
                    <a:pt x="5219434" y="1165865"/>
                  </a:lnTo>
                  <a:lnTo>
                    <a:pt x="5263352" y="1152435"/>
                  </a:lnTo>
                  <a:lnTo>
                    <a:pt x="5307112" y="1138646"/>
                  </a:lnTo>
                  <a:lnTo>
                    <a:pt x="5350712" y="1124500"/>
                  </a:lnTo>
                  <a:lnTo>
                    <a:pt x="5394151" y="1109998"/>
                  </a:lnTo>
                  <a:lnTo>
                    <a:pt x="5437426" y="1095143"/>
                  </a:lnTo>
                  <a:lnTo>
                    <a:pt x="5480537" y="1079935"/>
                  </a:lnTo>
                  <a:lnTo>
                    <a:pt x="5523481" y="1064378"/>
                  </a:lnTo>
                  <a:lnTo>
                    <a:pt x="5566258" y="1048472"/>
                  </a:lnTo>
                  <a:lnTo>
                    <a:pt x="5608864" y="1032219"/>
                  </a:lnTo>
                  <a:lnTo>
                    <a:pt x="5651298" y="1015621"/>
                  </a:lnTo>
                  <a:lnTo>
                    <a:pt x="5693559" y="998680"/>
                  </a:lnTo>
                  <a:lnTo>
                    <a:pt x="5735645" y="981397"/>
                  </a:lnTo>
                  <a:lnTo>
                    <a:pt x="5777554" y="963774"/>
                  </a:lnTo>
                  <a:lnTo>
                    <a:pt x="5819285" y="945813"/>
                  </a:lnTo>
                  <a:lnTo>
                    <a:pt x="5860835" y="927516"/>
                  </a:lnTo>
                  <a:lnTo>
                    <a:pt x="5902203" y="908884"/>
                  </a:lnTo>
                  <a:lnTo>
                    <a:pt x="5943388" y="889918"/>
                  </a:lnTo>
                  <a:lnTo>
                    <a:pt x="5984387" y="870621"/>
                  </a:lnTo>
                  <a:lnTo>
                    <a:pt x="6025199" y="850995"/>
                  </a:lnTo>
                  <a:lnTo>
                    <a:pt x="6065822" y="831041"/>
                  </a:lnTo>
                  <a:lnTo>
                    <a:pt x="6106255" y="810761"/>
                  </a:lnTo>
                  <a:lnTo>
                    <a:pt x="6146495" y="790156"/>
                  </a:lnTo>
                  <a:lnTo>
                    <a:pt x="6186541" y="769228"/>
                  </a:lnTo>
                  <a:lnTo>
                    <a:pt x="6226392" y="747979"/>
                  </a:lnTo>
                  <a:lnTo>
                    <a:pt x="6266045" y="726411"/>
                  </a:lnTo>
                  <a:lnTo>
                    <a:pt x="6305499" y="704526"/>
                  </a:lnTo>
                  <a:lnTo>
                    <a:pt x="6344753" y="682324"/>
                  </a:lnTo>
                  <a:lnTo>
                    <a:pt x="6383803" y="659809"/>
                  </a:lnTo>
                  <a:lnTo>
                    <a:pt x="6422649" y="636980"/>
                  </a:lnTo>
                  <a:lnTo>
                    <a:pt x="6461290" y="613842"/>
                  </a:lnTo>
                  <a:lnTo>
                    <a:pt x="6499722" y="590394"/>
                  </a:lnTo>
                  <a:lnTo>
                    <a:pt x="6537945" y="566639"/>
                  </a:lnTo>
                  <a:lnTo>
                    <a:pt x="6575957" y="542578"/>
                  </a:lnTo>
                  <a:lnTo>
                    <a:pt x="6613757" y="518213"/>
                  </a:lnTo>
                  <a:lnTo>
                    <a:pt x="6651341" y="493546"/>
                  </a:lnTo>
                  <a:lnTo>
                    <a:pt x="6688709" y="468579"/>
                  </a:lnTo>
                  <a:lnTo>
                    <a:pt x="6725859" y="443313"/>
                  </a:lnTo>
                  <a:lnTo>
                    <a:pt x="6762790" y="417750"/>
                  </a:lnTo>
                  <a:lnTo>
                    <a:pt x="6799499" y="391892"/>
                  </a:lnTo>
                  <a:lnTo>
                    <a:pt x="6835984" y="365740"/>
                  </a:lnTo>
                  <a:lnTo>
                    <a:pt x="6872245" y="339296"/>
                  </a:lnTo>
                  <a:lnTo>
                    <a:pt x="6908280" y="312563"/>
                  </a:lnTo>
                  <a:lnTo>
                    <a:pt x="6944085" y="285540"/>
                  </a:lnTo>
                  <a:lnTo>
                    <a:pt x="6979661" y="258231"/>
                  </a:lnTo>
                  <a:lnTo>
                    <a:pt x="7015005" y="230638"/>
                  </a:lnTo>
                  <a:lnTo>
                    <a:pt x="7050116" y="202760"/>
                  </a:lnTo>
                  <a:lnTo>
                    <a:pt x="7084991" y="174602"/>
                  </a:lnTo>
                  <a:lnTo>
                    <a:pt x="7119630" y="146163"/>
                  </a:lnTo>
                  <a:lnTo>
                    <a:pt x="7154030" y="117446"/>
                  </a:lnTo>
                  <a:lnTo>
                    <a:pt x="7188189" y="88453"/>
                  </a:lnTo>
                  <a:lnTo>
                    <a:pt x="7222107" y="59186"/>
                  </a:lnTo>
                  <a:lnTo>
                    <a:pt x="7255781" y="29645"/>
                  </a:lnTo>
                  <a:lnTo>
                    <a:pt x="72890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8" rIns="0" bIns="0" rtlCol="0" vert="horz">
            <a:spAutoFit/>
          </a:bodyPr>
          <a:lstStyle/>
          <a:p>
            <a:pPr marL="1443355">
              <a:lnSpc>
                <a:spcPct val="100000"/>
              </a:lnSpc>
              <a:spcBef>
                <a:spcPts val="100"/>
              </a:spcBef>
            </a:pPr>
            <a:r>
              <a:rPr dirty="0" sz="6000" spc="-229"/>
              <a:t>Customer</a:t>
            </a:r>
            <a:r>
              <a:rPr dirty="0" sz="6000" spc="-910"/>
              <a:t> </a:t>
            </a:r>
            <a:r>
              <a:rPr dirty="0" sz="6000" spc="-305"/>
              <a:t>Acquisition</a:t>
            </a:r>
            <a:endParaRPr sz="6000"/>
          </a:p>
        </p:txBody>
      </p:sp>
      <p:sp>
        <p:nvSpPr>
          <p:cNvPr id="30" name="object 30"/>
          <p:cNvSpPr/>
          <p:nvPr/>
        </p:nvSpPr>
        <p:spPr>
          <a:xfrm>
            <a:off x="1009108" y="392164"/>
            <a:ext cx="13335" cy="536575"/>
          </a:xfrm>
          <a:custGeom>
            <a:avLst/>
            <a:gdLst/>
            <a:ahLst/>
            <a:cxnLst/>
            <a:rect l="l" t="t" r="r" b="b"/>
            <a:pathLst>
              <a:path w="13334" h="536575">
                <a:moveTo>
                  <a:pt x="12864" y="0"/>
                </a:moveTo>
                <a:lnTo>
                  <a:pt x="0" y="0"/>
                </a:lnTo>
                <a:lnTo>
                  <a:pt x="0" y="536202"/>
                </a:lnTo>
                <a:lnTo>
                  <a:pt x="12864" y="536202"/>
                </a:lnTo>
                <a:lnTo>
                  <a:pt x="12864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1661" y="534419"/>
            <a:ext cx="1009376" cy="266384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652747" y="444188"/>
            <a:ext cx="263525" cy="452755"/>
          </a:xfrm>
          <a:custGeom>
            <a:avLst/>
            <a:gdLst/>
            <a:ahLst/>
            <a:cxnLst/>
            <a:rect l="l" t="t" r="r" b="b"/>
            <a:pathLst>
              <a:path w="263525" h="452755">
                <a:moveTo>
                  <a:pt x="132977" y="206963"/>
                </a:moveTo>
                <a:lnTo>
                  <a:pt x="123364" y="210579"/>
                </a:lnTo>
                <a:lnTo>
                  <a:pt x="119459" y="214194"/>
                </a:lnTo>
                <a:lnTo>
                  <a:pt x="117356" y="218713"/>
                </a:lnTo>
                <a:lnTo>
                  <a:pt x="114052" y="225943"/>
                </a:lnTo>
                <a:lnTo>
                  <a:pt x="115387" y="233173"/>
                </a:lnTo>
                <a:lnTo>
                  <a:pt x="115498" y="233776"/>
                </a:lnTo>
                <a:lnTo>
                  <a:pt x="115554" y="234077"/>
                </a:lnTo>
                <a:lnTo>
                  <a:pt x="120661" y="239500"/>
                </a:lnTo>
                <a:lnTo>
                  <a:pt x="93727" y="288404"/>
                </a:lnTo>
                <a:lnTo>
                  <a:pt x="73271" y="334963"/>
                </a:lnTo>
                <a:lnTo>
                  <a:pt x="59912" y="377399"/>
                </a:lnTo>
                <a:lnTo>
                  <a:pt x="54270" y="413932"/>
                </a:lnTo>
                <a:lnTo>
                  <a:pt x="47962" y="414836"/>
                </a:lnTo>
                <a:lnTo>
                  <a:pt x="42554" y="418753"/>
                </a:lnTo>
                <a:lnTo>
                  <a:pt x="39550" y="424778"/>
                </a:lnTo>
                <a:lnTo>
                  <a:pt x="37801" y="432008"/>
                </a:lnTo>
                <a:lnTo>
                  <a:pt x="37752" y="432211"/>
                </a:lnTo>
                <a:lnTo>
                  <a:pt x="38912" y="439502"/>
                </a:lnTo>
                <a:lnTo>
                  <a:pt x="42719" y="445834"/>
                </a:lnTo>
                <a:lnTo>
                  <a:pt x="48863" y="450386"/>
                </a:lnTo>
                <a:lnTo>
                  <a:pt x="49163" y="450687"/>
                </a:lnTo>
                <a:lnTo>
                  <a:pt x="49764" y="450687"/>
                </a:lnTo>
                <a:lnTo>
                  <a:pt x="50065" y="450988"/>
                </a:lnTo>
                <a:lnTo>
                  <a:pt x="57204" y="452273"/>
                </a:lnTo>
                <a:lnTo>
                  <a:pt x="63585" y="450988"/>
                </a:lnTo>
                <a:lnTo>
                  <a:pt x="63970" y="450988"/>
                </a:lnTo>
                <a:lnTo>
                  <a:pt x="70131" y="447048"/>
                </a:lnTo>
                <a:lnTo>
                  <a:pt x="73969" y="441649"/>
                </a:lnTo>
                <a:lnTo>
                  <a:pt x="57575" y="441649"/>
                </a:lnTo>
                <a:lnTo>
                  <a:pt x="49764" y="438034"/>
                </a:lnTo>
                <a:lnTo>
                  <a:pt x="47962" y="433214"/>
                </a:lnTo>
                <a:lnTo>
                  <a:pt x="51567" y="425380"/>
                </a:lnTo>
                <a:lnTo>
                  <a:pt x="55772" y="423874"/>
                </a:lnTo>
                <a:lnTo>
                  <a:pt x="73439" y="423874"/>
                </a:lnTo>
                <a:lnTo>
                  <a:pt x="71314" y="420245"/>
                </a:lnTo>
                <a:lnTo>
                  <a:pt x="65385" y="415740"/>
                </a:lnTo>
                <a:lnTo>
                  <a:pt x="67235" y="397706"/>
                </a:lnTo>
                <a:lnTo>
                  <a:pt x="71394" y="377668"/>
                </a:lnTo>
                <a:lnTo>
                  <a:pt x="77805" y="355878"/>
                </a:lnTo>
                <a:lnTo>
                  <a:pt x="86364" y="332727"/>
                </a:lnTo>
                <a:lnTo>
                  <a:pt x="86414" y="332591"/>
                </a:lnTo>
                <a:lnTo>
                  <a:pt x="121265" y="332591"/>
                </a:lnTo>
                <a:lnTo>
                  <a:pt x="150937" y="322047"/>
                </a:lnTo>
                <a:lnTo>
                  <a:pt x="90620" y="322047"/>
                </a:lnTo>
                <a:lnTo>
                  <a:pt x="99012" y="303524"/>
                </a:lnTo>
                <a:lnTo>
                  <a:pt x="108304" y="284807"/>
                </a:lnTo>
                <a:lnTo>
                  <a:pt x="118839" y="265235"/>
                </a:lnTo>
                <a:lnTo>
                  <a:pt x="130274" y="245525"/>
                </a:lnTo>
                <a:lnTo>
                  <a:pt x="138351" y="245525"/>
                </a:lnTo>
                <a:lnTo>
                  <a:pt x="143041" y="244207"/>
                </a:lnTo>
                <a:lnTo>
                  <a:pt x="148355" y="240484"/>
                </a:lnTo>
                <a:lnTo>
                  <a:pt x="152204" y="234981"/>
                </a:lnTo>
                <a:lnTo>
                  <a:pt x="152276" y="234680"/>
                </a:lnTo>
                <a:lnTo>
                  <a:pt x="133278" y="234680"/>
                </a:lnTo>
                <a:lnTo>
                  <a:pt x="131475" y="233776"/>
                </a:lnTo>
                <a:lnTo>
                  <a:pt x="127570" y="231968"/>
                </a:lnTo>
                <a:lnTo>
                  <a:pt x="125768" y="227148"/>
                </a:lnTo>
                <a:lnTo>
                  <a:pt x="127570" y="223232"/>
                </a:lnTo>
                <a:lnTo>
                  <a:pt x="128471" y="221123"/>
                </a:lnTo>
                <a:lnTo>
                  <a:pt x="129973" y="219918"/>
                </a:lnTo>
                <a:lnTo>
                  <a:pt x="132076" y="219014"/>
                </a:lnTo>
                <a:lnTo>
                  <a:pt x="133879" y="218412"/>
                </a:lnTo>
                <a:lnTo>
                  <a:pt x="151732" y="218412"/>
                </a:lnTo>
                <a:lnTo>
                  <a:pt x="149035" y="213926"/>
                </a:lnTo>
                <a:lnTo>
                  <a:pt x="142891" y="209374"/>
                </a:lnTo>
                <a:lnTo>
                  <a:pt x="138632" y="207380"/>
                </a:lnTo>
                <a:lnTo>
                  <a:pt x="140458" y="207380"/>
                </a:lnTo>
                <a:lnTo>
                  <a:pt x="132977" y="206963"/>
                </a:lnTo>
                <a:close/>
              </a:path>
              <a:path w="263525" h="452755">
                <a:moveTo>
                  <a:pt x="73439" y="423874"/>
                </a:moveTo>
                <a:lnTo>
                  <a:pt x="55772" y="423874"/>
                </a:lnTo>
                <a:lnTo>
                  <a:pt x="59678" y="425079"/>
                </a:lnTo>
                <a:lnTo>
                  <a:pt x="59978" y="425079"/>
                </a:lnTo>
                <a:lnTo>
                  <a:pt x="60278" y="425380"/>
                </a:lnTo>
                <a:lnTo>
                  <a:pt x="64184" y="427188"/>
                </a:lnTo>
                <a:lnTo>
                  <a:pt x="65986" y="432009"/>
                </a:lnTo>
                <a:lnTo>
                  <a:pt x="62381" y="439841"/>
                </a:lnTo>
                <a:lnTo>
                  <a:pt x="57575" y="441649"/>
                </a:lnTo>
                <a:lnTo>
                  <a:pt x="73969" y="441649"/>
                </a:lnTo>
                <a:lnTo>
                  <a:pt x="74398" y="441047"/>
                </a:lnTo>
                <a:lnTo>
                  <a:pt x="76073" y="433661"/>
                </a:lnTo>
                <a:lnTo>
                  <a:pt x="75072" y="427188"/>
                </a:lnTo>
                <a:lnTo>
                  <a:pt x="74961" y="426473"/>
                </a:lnTo>
                <a:lnTo>
                  <a:pt x="73439" y="423874"/>
                </a:lnTo>
                <a:close/>
              </a:path>
              <a:path w="263525" h="452755">
                <a:moveTo>
                  <a:pt x="121265" y="332591"/>
                </a:moveTo>
                <a:lnTo>
                  <a:pt x="86414" y="332591"/>
                </a:lnTo>
                <a:lnTo>
                  <a:pt x="120881" y="332727"/>
                </a:lnTo>
                <a:lnTo>
                  <a:pt x="121265" y="332591"/>
                </a:lnTo>
                <a:close/>
              </a:path>
              <a:path w="263525" h="452755">
                <a:moveTo>
                  <a:pt x="223750" y="26812"/>
                </a:moveTo>
                <a:lnTo>
                  <a:pt x="210783" y="26812"/>
                </a:lnTo>
                <a:lnTo>
                  <a:pt x="242184" y="89793"/>
                </a:lnTo>
                <a:lnTo>
                  <a:pt x="251826" y="145210"/>
                </a:lnTo>
                <a:lnTo>
                  <a:pt x="246532" y="190897"/>
                </a:lnTo>
                <a:lnTo>
                  <a:pt x="246429" y="191791"/>
                </a:lnTo>
                <a:lnTo>
                  <a:pt x="232711" y="228265"/>
                </a:lnTo>
                <a:lnTo>
                  <a:pt x="188544" y="284808"/>
                </a:lnTo>
                <a:lnTo>
                  <a:pt x="155358" y="307925"/>
                </a:lnTo>
                <a:lnTo>
                  <a:pt x="90620" y="322047"/>
                </a:lnTo>
                <a:lnTo>
                  <a:pt x="150937" y="322047"/>
                </a:lnTo>
                <a:lnTo>
                  <a:pt x="194772" y="294589"/>
                </a:lnTo>
                <a:lnTo>
                  <a:pt x="226705" y="259986"/>
                </a:lnTo>
                <a:lnTo>
                  <a:pt x="253704" y="207380"/>
                </a:lnTo>
                <a:lnTo>
                  <a:pt x="263160" y="152242"/>
                </a:lnTo>
                <a:lnTo>
                  <a:pt x="263275" y="150933"/>
                </a:lnTo>
                <a:lnTo>
                  <a:pt x="251038" y="80174"/>
                </a:lnTo>
                <a:lnTo>
                  <a:pt x="235389" y="45260"/>
                </a:lnTo>
                <a:lnTo>
                  <a:pt x="223750" y="26812"/>
                </a:lnTo>
                <a:close/>
              </a:path>
              <a:path w="263525" h="452755">
                <a:moveTo>
                  <a:pt x="205977" y="0"/>
                </a:moveTo>
                <a:lnTo>
                  <a:pt x="172894" y="54378"/>
                </a:lnTo>
                <a:lnTo>
                  <a:pt x="88545" y="100725"/>
                </a:lnTo>
                <a:lnTo>
                  <a:pt x="61555" y="116815"/>
                </a:lnTo>
                <a:lnTo>
                  <a:pt x="20024" y="158766"/>
                </a:lnTo>
                <a:lnTo>
                  <a:pt x="272" y="216192"/>
                </a:lnTo>
                <a:lnTo>
                  <a:pt x="251" y="218411"/>
                </a:lnTo>
                <a:lnTo>
                  <a:pt x="125" y="231667"/>
                </a:lnTo>
                <a:lnTo>
                  <a:pt x="6205" y="272036"/>
                </a:lnTo>
                <a:lnTo>
                  <a:pt x="33960" y="310758"/>
                </a:lnTo>
                <a:lnTo>
                  <a:pt x="46460" y="317528"/>
                </a:lnTo>
                <a:lnTo>
                  <a:pt x="46760" y="317829"/>
                </a:lnTo>
                <a:lnTo>
                  <a:pt x="47361" y="317829"/>
                </a:lnTo>
                <a:lnTo>
                  <a:pt x="47661" y="318130"/>
                </a:lnTo>
                <a:lnTo>
                  <a:pt x="53069" y="319938"/>
                </a:lnTo>
                <a:lnTo>
                  <a:pt x="54871" y="314515"/>
                </a:lnTo>
                <a:lnTo>
                  <a:pt x="58767" y="305176"/>
                </a:lnTo>
                <a:lnTo>
                  <a:pt x="46159" y="305176"/>
                </a:lnTo>
                <a:lnTo>
                  <a:pt x="16719" y="268421"/>
                </a:lnTo>
                <a:lnTo>
                  <a:pt x="11130" y="244207"/>
                </a:lnTo>
                <a:lnTo>
                  <a:pt x="11239" y="225943"/>
                </a:lnTo>
                <a:lnTo>
                  <a:pt x="29637" y="164791"/>
                </a:lnTo>
                <a:lnTo>
                  <a:pt x="68878" y="126003"/>
                </a:lnTo>
                <a:lnTo>
                  <a:pt x="150246" y="82141"/>
                </a:lnTo>
                <a:lnTo>
                  <a:pt x="175898" y="66504"/>
                </a:lnTo>
                <a:lnTo>
                  <a:pt x="196763" y="48494"/>
                </a:lnTo>
                <a:lnTo>
                  <a:pt x="210783" y="26812"/>
                </a:lnTo>
                <a:lnTo>
                  <a:pt x="223750" y="26812"/>
                </a:lnTo>
                <a:lnTo>
                  <a:pt x="213487" y="10544"/>
                </a:lnTo>
                <a:lnTo>
                  <a:pt x="205977" y="0"/>
                </a:lnTo>
                <a:close/>
              </a:path>
              <a:path w="263525" h="452755">
                <a:moveTo>
                  <a:pt x="164807" y="113774"/>
                </a:moveTo>
                <a:lnTo>
                  <a:pt x="145653" y="132241"/>
                </a:lnTo>
                <a:lnTo>
                  <a:pt x="146195" y="137678"/>
                </a:lnTo>
                <a:lnTo>
                  <a:pt x="148899" y="142498"/>
                </a:lnTo>
                <a:lnTo>
                  <a:pt x="122285" y="170416"/>
                </a:lnTo>
                <a:lnTo>
                  <a:pt x="94150" y="209037"/>
                </a:lnTo>
                <a:lnTo>
                  <a:pt x="67704" y="255058"/>
                </a:lnTo>
                <a:lnTo>
                  <a:pt x="46159" y="305176"/>
                </a:lnTo>
                <a:lnTo>
                  <a:pt x="58767" y="305176"/>
                </a:lnTo>
                <a:lnTo>
                  <a:pt x="75947" y="263993"/>
                </a:lnTo>
                <a:lnTo>
                  <a:pt x="102486" y="217171"/>
                </a:lnTo>
                <a:lnTo>
                  <a:pt x="130828" y="177976"/>
                </a:lnTo>
                <a:lnTo>
                  <a:pt x="157311" y="150331"/>
                </a:lnTo>
                <a:lnTo>
                  <a:pt x="173810" y="150331"/>
                </a:lnTo>
                <a:lnTo>
                  <a:pt x="179470" y="146273"/>
                </a:lnTo>
                <a:lnTo>
                  <a:pt x="182338" y="141594"/>
                </a:lnTo>
                <a:lnTo>
                  <a:pt x="166924" y="141594"/>
                </a:lnTo>
                <a:lnTo>
                  <a:pt x="158512" y="138581"/>
                </a:lnTo>
                <a:lnTo>
                  <a:pt x="156710" y="134062"/>
                </a:lnTo>
                <a:lnTo>
                  <a:pt x="158212" y="129845"/>
                </a:lnTo>
                <a:lnTo>
                  <a:pt x="159598" y="126229"/>
                </a:lnTo>
                <a:lnTo>
                  <a:pt x="159685" y="126004"/>
                </a:lnTo>
                <a:lnTo>
                  <a:pt x="159553" y="126004"/>
                </a:lnTo>
                <a:lnTo>
                  <a:pt x="164220" y="123819"/>
                </a:lnTo>
                <a:lnTo>
                  <a:pt x="182185" y="123819"/>
                </a:lnTo>
                <a:lnTo>
                  <a:pt x="178799" y="119070"/>
                </a:lnTo>
                <a:lnTo>
                  <a:pt x="172430" y="115144"/>
                </a:lnTo>
                <a:lnTo>
                  <a:pt x="172683" y="115144"/>
                </a:lnTo>
                <a:lnTo>
                  <a:pt x="164807" y="113774"/>
                </a:lnTo>
                <a:close/>
              </a:path>
              <a:path w="263525" h="452755">
                <a:moveTo>
                  <a:pt x="138351" y="245525"/>
                </a:moveTo>
                <a:lnTo>
                  <a:pt x="130274" y="245525"/>
                </a:lnTo>
                <a:lnTo>
                  <a:pt x="136826" y="245954"/>
                </a:lnTo>
                <a:lnTo>
                  <a:pt x="138351" y="245525"/>
                </a:lnTo>
                <a:close/>
              </a:path>
              <a:path w="263525" h="452755">
                <a:moveTo>
                  <a:pt x="151732" y="218412"/>
                </a:moveTo>
                <a:lnTo>
                  <a:pt x="135681" y="218412"/>
                </a:lnTo>
                <a:lnTo>
                  <a:pt x="137484" y="219014"/>
                </a:lnTo>
                <a:lnTo>
                  <a:pt x="137784" y="219014"/>
                </a:lnTo>
                <a:lnTo>
                  <a:pt x="138084" y="219315"/>
                </a:lnTo>
                <a:lnTo>
                  <a:pt x="141990" y="221123"/>
                </a:lnTo>
                <a:lnTo>
                  <a:pt x="143792" y="225943"/>
                </a:lnTo>
                <a:lnTo>
                  <a:pt x="141990" y="229860"/>
                </a:lnTo>
                <a:lnTo>
                  <a:pt x="141088" y="231667"/>
                </a:lnTo>
                <a:lnTo>
                  <a:pt x="139586" y="233174"/>
                </a:lnTo>
                <a:lnTo>
                  <a:pt x="137484" y="234077"/>
                </a:lnTo>
                <a:lnTo>
                  <a:pt x="135381" y="234680"/>
                </a:lnTo>
                <a:lnTo>
                  <a:pt x="152276" y="234680"/>
                </a:lnTo>
                <a:lnTo>
                  <a:pt x="154001" y="227548"/>
                </a:lnTo>
                <a:lnTo>
                  <a:pt x="152842" y="220257"/>
                </a:lnTo>
                <a:lnTo>
                  <a:pt x="151732" y="218412"/>
                </a:lnTo>
                <a:close/>
              </a:path>
              <a:path w="263525" h="452755">
                <a:moveTo>
                  <a:pt x="173810" y="150331"/>
                </a:moveTo>
                <a:lnTo>
                  <a:pt x="157311" y="150331"/>
                </a:lnTo>
                <a:lnTo>
                  <a:pt x="158512" y="150933"/>
                </a:lnTo>
                <a:lnTo>
                  <a:pt x="158813" y="150933"/>
                </a:lnTo>
                <a:lnTo>
                  <a:pt x="166337" y="152242"/>
                </a:lnTo>
                <a:lnTo>
                  <a:pt x="173495" y="150557"/>
                </a:lnTo>
                <a:lnTo>
                  <a:pt x="173810" y="150331"/>
                </a:lnTo>
                <a:close/>
              </a:path>
              <a:path w="263525" h="452755">
                <a:moveTo>
                  <a:pt x="182185" y="123819"/>
                </a:moveTo>
                <a:lnTo>
                  <a:pt x="164220" y="123819"/>
                </a:lnTo>
                <a:lnTo>
                  <a:pt x="172631" y="126832"/>
                </a:lnTo>
                <a:lnTo>
                  <a:pt x="174434" y="131351"/>
                </a:lnTo>
                <a:lnTo>
                  <a:pt x="171430" y="139786"/>
                </a:lnTo>
                <a:lnTo>
                  <a:pt x="166924" y="141594"/>
                </a:lnTo>
                <a:lnTo>
                  <a:pt x="182338" y="141594"/>
                </a:lnTo>
                <a:lnTo>
                  <a:pt x="183446" y="139786"/>
                </a:lnTo>
                <a:lnTo>
                  <a:pt x="184751" y="132241"/>
                </a:lnTo>
                <a:lnTo>
                  <a:pt x="183132" y="125326"/>
                </a:lnTo>
                <a:lnTo>
                  <a:pt x="183071" y="125062"/>
                </a:lnTo>
                <a:lnTo>
                  <a:pt x="182185" y="123819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7773650" y="8703792"/>
            <a:ext cx="247650" cy="28575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450" spc="-70">
                <a:solidFill>
                  <a:srgbClr val="FFFFFF"/>
                </a:solidFill>
                <a:latin typeface="Arial Black"/>
                <a:cs typeface="Arial Black"/>
              </a:rPr>
              <a:t>07</a:t>
            </a:r>
            <a:endParaRPr sz="14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03970" y="9733505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3970" y="984414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3970" y="9954783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3970" y="1006542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3970" y="1017606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93531" y="9733505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3531" y="984414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93531" y="9954783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3531" y="1006542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93531" y="1017606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3093" y="9733505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3093" y="984414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3093" y="9954783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83093" y="1006542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83093" y="1017606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72654" y="9733505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72654" y="984414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72654" y="9954783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72654" y="1006542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72654" y="1017606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62216" y="9733505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62216" y="984414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62216" y="9954783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62216" y="1006542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62216" y="1017606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1777" y="9733505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777" y="9844144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1777" y="9954783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1777" y="1006542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1777" y="10176061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7148" y="0"/>
                </a:moveTo>
                <a:lnTo>
                  <a:pt x="4939" y="0"/>
                </a:lnTo>
                <a:lnTo>
                  <a:pt x="0" y="4948"/>
                </a:lnTo>
                <a:lnTo>
                  <a:pt x="0" y="17179"/>
                </a:lnTo>
                <a:lnTo>
                  <a:pt x="4939" y="22127"/>
                </a:lnTo>
                <a:lnTo>
                  <a:pt x="17148" y="22127"/>
                </a:lnTo>
                <a:lnTo>
                  <a:pt x="22087" y="17179"/>
                </a:lnTo>
                <a:lnTo>
                  <a:pt x="22087" y="11063"/>
                </a:lnTo>
                <a:lnTo>
                  <a:pt x="22087" y="4948"/>
                </a:lnTo>
                <a:lnTo>
                  <a:pt x="17148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7491837" y="8458454"/>
            <a:ext cx="796290" cy="800100"/>
          </a:xfrm>
          <a:custGeom>
            <a:avLst/>
            <a:gdLst/>
            <a:ahLst/>
            <a:cxnLst/>
            <a:rect l="l" t="t" r="r" b="b"/>
            <a:pathLst>
              <a:path w="796290" h="800100">
                <a:moveTo>
                  <a:pt x="796163" y="0"/>
                </a:moveTo>
                <a:lnTo>
                  <a:pt x="80009" y="0"/>
                </a:lnTo>
                <a:lnTo>
                  <a:pt x="64337" y="1543"/>
                </a:lnTo>
                <a:lnTo>
                  <a:pt x="23368" y="23368"/>
                </a:lnTo>
                <a:lnTo>
                  <a:pt x="1543" y="64337"/>
                </a:lnTo>
                <a:lnTo>
                  <a:pt x="0" y="80010"/>
                </a:lnTo>
                <a:lnTo>
                  <a:pt x="0" y="719797"/>
                </a:lnTo>
                <a:lnTo>
                  <a:pt x="13394" y="764210"/>
                </a:lnTo>
                <a:lnTo>
                  <a:pt x="49403" y="793753"/>
                </a:lnTo>
                <a:lnTo>
                  <a:pt x="80009" y="799846"/>
                </a:lnTo>
                <a:lnTo>
                  <a:pt x="796163" y="799846"/>
                </a:lnTo>
                <a:lnTo>
                  <a:pt x="796163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" name="object 34"/>
          <p:cNvGrpSpPr/>
          <p:nvPr/>
        </p:nvGrpSpPr>
        <p:grpSpPr>
          <a:xfrm>
            <a:off x="5181853" y="1923160"/>
            <a:ext cx="6297930" cy="5834380"/>
            <a:chOff x="5181853" y="1923160"/>
            <a:chExt cx="6297930" cy="5834380"/>
          </a:xfrm>
        </p:grpSpPr>
        <p:sp>
          <p:nvSpPr>
            <p:cNvPr id="35" name="object 35"/>
            <p:cNvSpPr/>
            <p:nvPr/>
          </p:nvSpPr>
          <p:spPr>
            <a:xfrm>
              <a:off x="5181853" y="1923160"/>
              <a:ext cx="2994660" cy="1026160"/>
            </a:xfrm>
            <a:custGeom>
              <a:avLst/>
              <a:gdLst/>
              <a:ahLst/>
              <a:cxnLst/>
              <a:rect l="l" t="t" r="r" b="b"/>
              <a:pathLst>
                <a:path w="2994659" h="1026160">
                  <a:moveTo>
                    <a:pt x="2896362" y="0"/>
                  </a:moveTo>
                  <a:lnTo>
                    <a:pt x="97790" y="0"/>
                  </a:lnTo>
                  <a:lnTo>
                    <a:pt x="59739" y="7689"/>
                  </a:lnTo>
                  <a:lnTo>
                    <a:pt x="28654" y="28654"/>
                  </a:lnTo>
                  <a:lnTo>
                    <a:pt x="7689" y="59739"/>
                  </a:lnTo>
                  <a:lnTo>
                    <a:pt x="0" y="97790"/>
                  </a:lnTo>
                  <a:lnTo>
                    <a:pt x="0" y="928243"/>
                  </a:lnTo>
                  <a:lnTo>
                    <a:pt x="7689" y="966293"/>
                  </a:lnTo>
                  <a:lnTo>
                    <a:pt x="28654" y="997378"/>
                  </a:lnTo>
                  <a:lnTo>
                    <a:pt x="59739" y="1018343"/>
                  </a:lnTo>
                  <a:lnTo>
                    <a:pt x="97790" y="1026033"/>
                  </a:lnTo>
                  <a:lnTo>
                    <a:pt x="2896362" y="1026033"/>
                  </a:lnTo>
                  <a:lnTo>
                    <a:pt x="2934412" y="1018343"/>
                  </a:lnTo>
                  <a:lnTo>
                    <a:pt x="2965497" y="997378"/>
                  </a:lnTo>
                  <a:lnTo>
                    <a:pt x="2986462" y="966293"/>
                  </a:lnTo>
                  <a:lnTo>
                    <a:pt x="2994152" y="928243"/>
                  </a:lnTo>
                  <a:lnTo>
                    <a:pt x="2994152" y="97790"/>
                  </a:lnTo>
                  <a:lnTo>
                    <a:pt x="2986462" y="59739"/>
                  </a:lnTo>
                  <a:lnTo>
                    <a:pt x="2965497" y="28654"/>
                  </a:lnTo>
                  <a:lnTo>
                    <a:pt x="2934412" y="7689"/>
                  </a:lnTo>
                  <a:lnTo>
                    <a:pt x="2896362" y="0"/>
                  </a:lnTo>
                  <a:close/>
                </a:path>
              </a:pathLst>
            </a:custGeom>
            <a:solidFill>
              <a:srgbClr val="04AB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181853" y="3125088"/>
              <a:ext cx="2994660" cy="1026160"/>
            </a:xfrm>
            <a:custGeom>
              <a:avLst/>
              <a:gdLst/>
              <a:ahLst/>
              <a:cxnLst/>
              <a:rect l="l" t="t" r="r" b="b"/>
              <a:pathLst>
                <a:path w="2994659" h="1026160">
                  <a:moveTo>
                    <a:pt x="2896362" y="0"/>
                  </a:moveTo>
                  <a:lnTo>
                    <a:pt x="97790" y="0"/>
                  </a:lnTo>
                  <a:lnTo>
                    <a:pt x="59739" y="7689"/>
                  </a:lnTo>
                  <a:lnTo>
                    <a:pt x="28654" y="28654"/>
                  </a:lnTo>
                  <a:lnTo>
                    <a:pt x="7689" y="59739"/>
                  </a:lnTo>
                  <a:lnTo>
                    <a:pt x="0" y="97789"/>
                  </a:lnTo>
                  <a:lnTo>
                    <a:pt x="0" y="928242"/>
                  </a:lnTo>
                  <a:lnTo>
                    <a:pt x="7689" y="966293"/>
                  </a:lnTo>
                  <a:lnTo>
                    <a:pt x="28654" y="997378"/>
                  </a:lnTo>
                  <a:lnTo>
                    <a:pt x="59739" y="1018343"/>
                  </a:lnTo>
                  <a:lnTo>
                    <a:pt x="97790" y="1026032"/>
                  </a:lnTo>
                  <a:lnTo>
                    <a:pt x="2896362" y="1026032"/>
                  </a:lnTo>
                  <a:lnTo>
                    <a:pt x="2934412" y="1018343"/>
                  </a:lnTo>
                  <a:lnTo>
                    <a:pt x="2965497" y="997378"/>
                  </a:lnTo>
                  <a:lnTo>
                    <a:pt x="2986462" y="966293"/>
                  </a:lnTo>
                  <a:lnTo>
                    <a:pt x="2994152" y="928242"/>
                  </a:lnTo>
                  <a:lnTo>
                    <a:pt x="2994152" y="97789"/>
                  </a:lnTo>
                  <a:lnTo>
                    <a:pt x="2986462" y="59739"/>
                  </a:lnTo>
                  <a:lnTo>
                    <a:pt x="2965497" y="28654"/>
                  </a:lnTo>
                  <a:lnTo>
                    <a:pt x="2934412" y="7689"/>
                  </a:lnTo>
                  <a:lnTo>
                    <a:pt x="2896362" y="0"/>
                  </a:lnTo>
                  <a:close/>
                </a:path>
              </a:pathLst>
            </a:custGeom>
            <a:solidFill>
              <a:srgbClr val="276A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485377" y="4327143"/>
              <a:ext cx="2994660" cy="1026160"/>
            </a:xfrm>
            <a:custGeom>
              <a:avLst/>
              <a:gdLst/>
              <a:ahLst/>
              <a:cxnLst/>
              <a:rect l="l" t="t" r="r" b="b"/>
              <a:pathLst>
                <a:path w="2994659" h="1026160">
                  <a:moveTo>
                    <a:pt x="2896362" y="0"/>
                  </a:moveTo>
                  <a:lnTo>
                    <a:pt x="97790" y="0"/>
                  </a:lnTo>
                  <a:lnTo>
                    <a:pt x="59739" y="7689"/>
                  </a:lnTo>
                  <a:lnTo>
                    <a:pt x="28654" y="28654"/>
                  </a:lnTo>
                  <a:lnTo>
                    <a:pt x="7689" y="59739"/>
                  </a:lnTo>
                  <a:lnTo>
                    <a:pt x="0" y="97789"/>
                  </a:lnTo>
                  <a:lnTo>
                    <a:pt x="0" y="928115"/>
                  </a:lnTo>
                  <a:lnTo>
                    <a:pt x="7689" y="966219"/>
                  </a:lnTo>
                  <a:lnTo>
                    <a:pt x="28654" y="997299"/>
                  </a:lnTo>
                  <a:lnTo>
                    <a:pt x="59739" y="1018234"/>
                  </a:lnTo>
                  <a:lnTo>
                    <a:pt x="97790" y="1025905"/>
                  </a:lnTo>
                  <a:lnTo>
                    <a:pt x="2896362" y="1025905"/>
                  </a:lnTo>
                  <a:lnTo>
                    <a:pt x="2934412" y="1018234"/>
                  </a:lnTo>
                  <a:lnTo>
                    <a:pt x="2965497" y="997299"/>
                  </a:lnTo>
                  <a:lnTo>
                    <a:pt x="2986462" y="966219"/>
                  </a:lnTo>
                  <a:lnTo>
                    <a:pt x="2994152" y="928115"/>
                  </a:lnTo>
                  <a:lnTo>
                    <a:pt x="2994152" y="97789"/>
                  </a:lnTo>
                  <a:lnTo>
                    <a:pt x="2986462" y="59739"/>
                  </a:lnTo>
                  <a:lnTo>
                    <a:pt x="2965497" y="28654"/>
                  </a:lnTo>
                  <a:lnTo>
                    <a:pt x="2934412" y="7689"/>
                  </a:lnTo>
                  <a:lnTo>
                    <a:pt x="2896362" y="0"/>
                  </a:lnTo>
                  <a:close/>
                </a:path>
              </a:pathLst>
            </a:custGeom>
            <a:solidFill>
              <a:srgbClr val="5591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485377" y="6731000"/>
              <a:ext cx="2994660" cy="1026160"/>
            </a:xfrm>
            <a:custGeom>
              <a:avLst/>
              <a:gdLst/>
              <a:ahLst/>
              <a:cxnLst/>
              <a:rect l="l" t="t" r="r" b="b"/>
              <a:pathLst>
                <a:path w="2994659" h="1026159">
                  <a:moveTo>
                    <a:pt x="2896362" y="0"/>
                  </a:moveTo>
                  <a:lnTo>
                    <a:pt x="97790" y="0"/>
                  </a:lnTo>
                  <a:lnTo>
                    <a:pt x="59739" y="7689"/>
                  </a:lnTo>
                  <a:lnTo>
                    <a:pt x="28654" y="28654"/>
                  </a:lnTo>
                  <a:lnTo>
                    <a:pt x="7689" y="59739"/>
                  </a:lnTo>
                  <a:lnTo>
                    <a:pt x="0" y="97789"/>
                  </a:lnTo>
                  <a:lnTo>
                    <a:pt x="0" y="928243"/>
                  </a:lnTo>
                  <a:lnTo>
                    <a:pt x="7689" y="966293"/>
                  </a:lnTo>
                  <a:lnTo>
                    <a:pt x="28654" y="997378"/>
                  </a:lnTo>
                  <a:lnTo>
                    <a:pt x="59739" y="1018343"/>
                  </a:lnTo>
                  <a:lnTo>
                    <a:pt x="97790" y="1026032"/>
                  </a:lnTo>
                  <a:lnTo>
                    <a:pt x="2896362" y="1026032"/>
                  </a:lnTo>
                  <a:lnTo>
                    <a:pt x="2934412" y="1018343"/>
                  </a:lnTo>
                  <a:lnTo>
                    <a:pt x="2965497" y="997378"/>
                  </a:lnTo>
                  <a:lnTo>
                    <a:pt x="2986462" y="966293"/>
                  </a:lnTo>
                  <a:lnTo>
                    <a:pt x="2994152" y="928243"/>
                  </a:lnTo>
                  <a:lnTo>
                    <a:pt x="2994152" y="97789"/>
                  </a:lnTo>
                  <a:lnTo>
                    <a:pt x="2986462" y="59739"/>
                  </a:lnTo>
                  <a:lnTo>
                    <a:pt x="2965497" y="28654"/>
                  </a:lnTo>
                  <a:lnTo>
                    <a:pt x="2934412" y="7689"/>
                  </a:lnTo>
                  <a:lnTo>
                    <a:pt x="2896362" y="0"/>
                  </a:lnTo>
                  <a:close/>
                </a:path>
              </a:pathLst>
            </a:custGeom>
            <a:solidFill>
              <a:srgbClr val="28608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/>
          <p:nvPr/>
        </p:nvSpPr>
        <p:spPr>
          <a:xfrm>
            <a:off x="8485378" y="5529071"/>
            <a:ext cx="2994660" cy="1026160"/>
          </a:xfrm>
          <a:custGeom>
            <a:avLst/>
            <a:gdLst/>
            <a:ahLst/>
            <a:cxnLst/>
            <a:rect l="l" t="t" r="r" b="b"/>
            <a:pathLst>
              <a:path w="2994659" h="1026159">
                <a:moveTo>
                  <a:pt x="2896362" y="0"/>
                </a:moveTo>
                <a:lnTo>
                  <a:pt x="97790" y="0"/>
                </a:lnTo>
                <a:lnTo>
                  <a:pt x="59739" y="7689"/>
                </a:lnTo>
                <a:lnTo>
                  <a:pt x="28654" y="28654"/>
                </a:lnTo>
                <a:lnTo>
                  <a:pt x="7689" y="59739"/>
                </a:lnTo>
                <a:lnTo>
                  <a:pt x="0" y="97789"/>
                </a:lnTo>
                <a:lnTo>
                  <a:pt x="0" y="928242"/>
                </a:lnTo>
                <a:lnTo>
                  <a:pt x="7689" y="966293"/>
                </a:lnTo>
                <a:lnTo>
                  <a:pt x="28654" y="997378"/>
                </a:lnTo>
                <a:lnTo>
                  <a:pt x="59739" y="1018343"/>
                </a:lnTo>
                <a:lnTo>
                  <a:pt x="97790" y="1026032"/>
                </a:lnTo>
                <a:lnTo>
                  <a:pt x="2896362" y="1026032"/>
                </a:lnTo>
                <a:lnTo>
                  <a:pt x="2934412" y="1018343"/>
                </a:lnTo>
                <a:lnTo>
                  <a:pt x="2965497" y="997378"/>
                </a:lnTo>
                <a:lnTo>
                  <a:pt x="2986462" y="966293"/>
                </a:lnTo>
                <a:lnTo>
                  <a:pt x="2994152" y="928242"/>
                </a:lnTo>
                <a:lnTo>
                  <a:pt x="2994152" y="97789"/>
                </a:lnTo>
                <a:lnTo>
                  <a:pt x="2986462" y="59739"/>
                </a:lnTo>
                <a:lnTo>
                  <a:pt x="2965497" y="28654"/>
                </a:lnTo>
                <a:lnTo>
                  <a:pt x="2934412" y="7689"/>
                </a:lnTo>
                <a:lnTo>
                  <a:pt x="2896362" y="0"/>
                </a:lnTo>
                <a:close/>
              </a:path>
            </a:pathLst>
          </a:custGeom>
          <a:solidFill>
            <a:srgbClr val="04AB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8725661" y="5693409"/>
            <a:ext cx="2513965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07720" marR="5080" indent="-795655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Display</a:t>
            </a:r>
            <a:r>
              <a:rPr dirty="0" sz="20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“Loan</a:t>
            </a:r>
            <a:r>
              <a:rPr dirty="0" sz="20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2000" spc="-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Lucida Sans Unicode"/>
                <a:cs typeface="Lucida Sans Unicode"/>
              </a:rPr>
              <a:t>the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Month”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777478" y="6895592"/>
            <a:ext cx="2412365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98475" marR="5080" indent="-486409">
              <a:lnSpc>
                <a:spcPct val="100000"/>
              </a:lnSpc>
              <a:spcBef>
                <a:spcPts val="105"/>
              </a:spcBef>
            </a:pPr>
            <a:r>
              <a:rPr dirty="0" sz="2000" spc="55">
                <a:solidFill>
                  <a:srgbClr val="FFFFFF"/>
                </a:solidFill>
                <a:latin typeface="Lucida Sans Unicode"/>
                <a:cs typeface="Lucida Sans Unicode"/>
              </a:rPr>
              <a:t>Compile</a:t>
            </a:r>
            <a:r>
              <a:rPr dirty="0" sz="20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20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forward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user</a:t>
            </a:r>
            <a:r>
              <a:rPr dirty="0" sz="20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profile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485378" y="7933055"/>
            <a:ext cx="2994660" cy="1026160"/>
          </a:xfrm>
          <a:custGeom>
            <a:avLst/>
            <a:gdLst/>
            <a:ahLst/>
            <a:cxnLst/>
            <a:rect l="l" t="t" r="r" b="b"/>
            <a:pathLst>
              <a:path w="2994659" h="1026159">
                <a:moveTo>
                  <a:pt x="2896362" y="0"/>
                </a:moveTo>
                <a:lnTo>
                  <a:pt x="97790" y="0"/>
                </a:lnTo>
                <a:lnTo>
                  <a:pt x="59739" y="7689"/>
                </a:lnTo>
                <a:lnTo>
                  <a:pt x="28654" y="28654"/>
                </a:lnTo>
                <a:lnTo>
                  <a:pt x="7689" y="59739"/>
                </a:lnTo>
                <a:lnTo>
                  <a:pt x="0" y="97790"/>
                </a:lnTo>
                <a:lnTo>
                  <a:pt x="0" y="928116"/>
                </a:lnTo>
                <a:lnTo>
                  <a:pt x="7689" y="966239"/>
                </a:lnTo>
                <a:lnTo>
                  <a:pt x="28654" y="997362"/>
                </a:lnTo>
                <a:lnTo>
                  <a:pt x="59739" y="1018341"/>
                </a:lnTo>
                <a:lnTo>
                  <a:pt x="97790" y="1026033"/>
                </a:lnTo>
                <a:lnTo>
                  <a:pt x="2896362" y="1026033"/>
                </a:lnTo>
                <a:lnTo>
                  <a:pt x="2934412" y="1018341"/>
                </a:lnTo>
                <a:lnTo>
                  <a:pt x="2965497" y="997362"/>
                </a:lnTo>
                <a:lnTo>
                  <a:pt x="2986462" y="966239"/>
                </a:lnTo>
                <a:lnTo>
                  <a:pt x="2994152" y="928116"/>
                </a:lnTo>
                <a:lnTo>
                  <a:pt x="2994152" y="97790"/>
                </a:lnTo>
                <a:lnTo>
                  <a:pt x="2986462" y="59739"/>
                </a:lnTo>
                <a:lnTo>
                  <a:pt x="2965497" y="28654"/>
                </a:lnTo>
                <a:lnTo>
                  <a:pt x="2934412" y="7689"/>
                </a:lnTo>
                <a:lnTo>
                  <a:pt x="2896362" y="0"/>
                </a:lnTo>
                <a:close/>
              </a:path>
            </a:pathLst>
          </a:custGeom>
          <a:solidFill>
            <a:srgbClr val="5591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8679942" y="8097773"/>
            <a:ext cx="430720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17244" marR="5080" indent="-805180">
              <a:lnSpc>
                <a:spcPct val="100000"/>
              </a:lnSpc>
              <a:spcBef>
                <a:spcPts val="100"/>
              </a:spcBef>
              <a:tabLst>
                <a:tab pos="2799080" algn="l"/>
                <a:tab pos="4293870" algn="l"/>
              </a:tabLst>
            </a:pP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Review</a:t>
            </a:r>
            <a:r>
              <a:rPr dirty="0" sz="2000" spc="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2000" spc="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respond</a:t>
            </a:r>
            <a:r>
              <a:rPr dirty="0" sz="2000" spc="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u="heavy" sz="2000">
                <a:solidFill>
                  <a:srgbClr val="FFFFFF"/>
                </a:solidFill>
                <a:uFill>
                  <a:solidFill>
                    <a:srgbClr val="285F7C"/>
                  </a:solidFill>
                </a:uFill>
                <a:latin typeface="Lucida Sans Unicode"/>
                <a:cs typeface="Lucida Sans Unicode"/>
              </a:rPr>
              <a:t>	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request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765551" y="2087118"/>
            <a:ext cx="8568690" cy="3040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538730" marR="3272790">
              <a:lnSpc>
                <a:spcPct val="100000"/>
              </a:lnSpc>
              <a:spcBef>
                <a:spcPts val="100"/>
              </a:spcBef>
            </a:pPr>
            <a:r>
              <a:rPr dirty="0" sz="2000" spc="95">
                <a:solidFill>
                  <a:srgbClr val="FFFFFF"/>
                </a:solidFill>
                <a:latin typeface="Lucida Sans Unicode"/>
                <a:cs typeface="Lucida Sans Unicode"/>
              </a:rPr>
              <a:t>Search</a:t>
            </a:r>
            <a:r>
              <a:rPr dirty="0" sz="20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2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0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00">
                <a:solidFill>
                  <a:srgbClr val="FFFFFF"/>
                </a:solidFill>
                <a:latin typeface="Lucida Sans Unicode"/>
                <a:cs typeface="Lucida Sans Unicode"/>
              </a:rPr>
              <a:t>Compare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Loan</a:t>
            </a:r>
            <a:r>
              <a:rPr dirty="0" sz="20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Offers</a:t>
            </a:r>
            <a:endParaRPr sz="20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endParaRPr sz="2000">
              <a:latin typeface="Lucida Sans Unicode"/>
              <a:cs typeface="Lucida Sans Unicode"/>
            </a:endParaRPr>
          </a:p>
          <a:p>
            <a:pPr algn="ctr" marL="2468880" marR="320421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Use</a:t>
            </a:r>
            <a:r>
              <a:rPr dirty="0" sz="2000" spc="1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Financial</a:t>
            </a:r>
            <a:r>
              <a:rPr dirty="0" sz="2000" spc="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Assistant </a:t>
            </a:r>
            <a:r>
              <a:rPr dirty="0" sz="2000" spc="-35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2000" spc="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Personalized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 Offers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ts val="2255"/>
              </a:lnSpc>
            </a:pPr>
            <a:r>
              <a:rPr dirty="0" sz="2000">
                <a:latin typeface="Lucida Sans Unicode"/>
                <a:cs typeface="Lucida Sans Unicode"/>
              </a:rPr>
              <a:t>End</a:t>
            </a:r>
            <a:r>
              <a:rPr dirty="0" sz="2000" spc="-45">
                <a:latin typeface="Lucida Sans Unicode"/>
                <a:cs typeface="Lucida Sans Unicode"/>
              </a:rPr>
              <a:t> </a:t>
            </a:r>
            <a:r>
              <a:rPr dirty="0" sz="2000" spc="-20">
                <a:latin typeface="Lucida Sans Unicode"/>
                <a:cs typeface="Lucida Sans Unicode"/>
              </a:rPr>
              <a:t>User</a:t>
            </a:r>
            <a:endParaRPr sz="2000">
              <a:latin typeface="Lucida Sans Unicode"/>
              <a:cs typeface="Lucida Sans Unicode"/>
            </a:endParaRPr>
          </a:p>
          <a:p>
            <a:pPr marL="6736080" marR="5080" indent="-858519">
              <a:lnSpc>
                <a:spcPct val="100000"/>
              </a:lnSpc>
              <a:spcBef>
                <a:spcPts val="2410"/>
              </a:spcBef>
            </a:pP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Verify</a:t>
            </a:r>
            <a:r>
              <a:rPr dirty="0" sz="20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Lucida Sans Unicode"/>
                <a:cs typeface="Lucida Sans Unicode"/>
              </a:rPr>
              <a:t>phone</a:t>
            </a:r>
            <a:r>
              <a:rPr dirty="0" sz="20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Lucida Sans Unicode"/>
                <a:cs typeface="Lucida Sans Unicode"/>
              </a:rPr>
              <a:t>number </a:t>
            </a:r>
            <a:r>
              <a:rPr dirty="0" sz="2000" spc="8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dirty="0" sz="20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35">
                <a:solidFill>
                  <a:srgbClr val="FFFFFF"/>
                </a:solidFill>
                <a:latin typeface="Lucida Sans Unicode"/>
                <a:cs typeface="Lucida Sans Unicode"/>
              </a:rPr>
              <a:t>SMS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278884" y="7758176"/>
            <a:ext cx="162687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4655" marR="5080" indent="-40259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Lucida Sans Unicode"/>
                <a:cs typeface="Lucida Sans Unicode"/>
              </a:rPr>
              <a:t>Admin</a:t>
            </a:r>
            <a:r>
              <a:rPr dirty="0" sz="2000" spc="75">
                <a:latin typeface="Lucida Sans Unicode"/>
                <a:cs typeface="Lucida Sans Unicode"/>
              </a:rPr>
              <a:t> </a:t>
            </a:r>
            <a:r>
              <a:rPr dirty="0" sz="2000" spc="65">
                <a:latin typeface="Lucida Sans Unicode"/>
                <a:cs typeface="Lucida Sans Unicode"/>
              </a:rPr>
              <a:t>Panel </a:t>
            </a:r>
            <a:r>
              <a:rPr dirty="0" sz="2000" spc="55">
                <a:latin typeface="Lucida Sans Unicode"/>
                <a:cs typeface="Lucida Sans Unicode"/>
              </a:rPr>
              <a:t>(Internal)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128629" y="1867916"/>
            <a:ext cx="21177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0">
                <a:latin typeface="Lucida Sans Unicode"/>
                <a:cs typeface="Lucida Sans Unicode"/>
              </a:rPr>
              <a:t>Techleaf</a:t>
            </a:r>
            <a:r>
              <a:rPr dirty="0" sz="2000" spc="-120">
                <a:latin typeface="Lucida Sans Unicode"/>
                <a:cs typeface="Lucida Sans Unicode"/>
              </a:rPr>
              <a:t> </a:t>
            </a:r>
            <a:r>
              <a:rPr dirty="0" sz="2000" spc="70">
                <a:latin typeface="Lucida Sans Unicode"/>
                <a:cs typeface="Lucida Sans Unicode"/>
              </a:rPr>
              <a:t>System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907515" y="8139176"/>
            <a:ext cx="1320800" cy="636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5">
                <a:latin typeface="Lucida Sans Unicode"/>
                <a:cs typeface="Lucida Sans Unicode"/>
              </a:rPr>
              <a:t>Bank</a:t>
            </a:r>
            <a:r>
              <a:rPr dirty="0" sz="2000" spc="-110">
                <a:latin typeface="Lucida Sans Unicode"/>
                <a:cs typeface="Lucida Sans Unicode"/>
              </a:rPr>
              <a:t> </a:t>
            </a:r>
            <a:r>
              <a:rPr dirty="0" sz="2000" spc="-20">
                <a:latin typeface="Lucida Sans Unicode"/>
                <a:cs typeface="Lucida Sans Unicode"/>
              </a:rPr>
              <a:t>Loan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2000" spc="40">
                <a:latin typeface="Lucida Sans Unicode"/>
                <a:cs typeface="Lucida Sans Unicode"/>
              </a:rPr>
              <a:t>Specialist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692510" y="3351657"/>
            <a:ext cx="1034415" cy="2534285"/>
          </a:xfrm>
          <a:custGeom>
            <a:avLst/>
            <a:gdLst/>
            <a:ahLst/>
            <a:cxnLst/>
            <a:rect l="l" t="t" r="r" b="b"/>
            <a:pathLst>
              <a:path w="1034415" h="2534285">
                <a:moveTo>
                  <a:pt x="1034161" y="0"/>
                </a:moveTo>
                <a:lnTo>
                  <a:pt x="0" y="0"/>
                </a:lnTo>
              </a:path>
              <a:path w="1034415" h="2534285">
                <a:moveTo>
                  <a:pt x="1034161" y="2534158"/>
                </a:moveTo>
                <a:lnTo>
                  <a:pt x="1034161" y="0"/>
                </a:lnTo>
              </a:path>
              <a:path w="1034415" h="2534285">
                <a:moveTo>
                  <a:pt x="1034161" y="2534158"/>
                </a:moveTo>
                <a:lnTo>
                  <a:pt x="787019" y="2534158"/>
                </a:lnTo>
              </a:path>
            </a:pathLst>
          </a:custGeom>
          <a:ln w="19050">
            <a:solidFill>
              <a:srgbClr val="285F7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84380" y="7557261"/>
            <a:ext cx="1439418" cy="1701038"/>
          </a:xfrm>
          <a:prstGeom prst="rect">
            <a:avLst/>
          </a:prstGeom>
        </p:spPr>
      </p:pic>
      <p:sp>
        <p:nvSpPr>
          <p:cNvPr id="50" name="object 50"/>
          <p:cNvSpPr/>
          <p:nvPr/>
        </p:nvSpPr>
        <p:spPr>
          <a:xfrm>
            <a:off x="1009108" y="392164"/>
            <a:ext cx="13335" cy="536575"/>
          </a:xfrm>
          <a:custGeom>
            <a:avLst/>
            <a:gdLst/>
            <a:ahLst/>
            <a:cxnLst/>
            <a:rect l="l" t="t" r="r" b="b"/>
            <a:pathLst>
              <a:path w="13334" h="536575">
                <a:moveTo>
                  <a:pt x="12864" y="0"/>
                </a:moveTo>
                <a:lnTo>
                  <a:pt x="0" y="0"/>
                </a:lnTo>
                <a:lnTo>
                  <a:pt x="0" y="536202"/>
                </a:lnTo>
                <a:lnTo>
                  <a:pt x="12864" y="536202"/>
                </a:lnTo>
                <a:lnTo>
                  <a:pt x="12864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1" name="object 5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661" y="534419"/>
            <a:ext cx="1009376" cy="266384"/>
          </a:xfrm>
          <a:prstGeom prst="rect">
            <a:avLst/>
          </a:prstGeom>
        </p:spPr>
      </p:pic>
      <p:sp>
        <p:nvSpPr>
          <p:cNvPr id="52" name="object 52"/>
          <p:cNvSpPr/>
          <p:nvPr/>
        </p:nvSpPr>
        <p:spPr>
          <a:xfrm>
            <a:off x="652747" y="444188"/>
            <a:ext cx="263525" cy="452755"/>
          </a:xfrm>
          <a:custGeom>
            <a:avLst/>
            <a:gdLst/>
            <a:ahLst/>
            <a:cxnLst/>
            <a:rect l="l" t="t" r="r" b="b"/>
            <a:pathLst>
              <a:path w="263525" h="452755">
                <a:moveTo>
                  <a:pt x="132977" y="206963"/>
                </a:moveTo>
                <a:lnTo>
                  <a:pt x="123364" y="210579"/>
                </a:lnTo>
                <a:lnTo>
                  <a:pt x="119459" y="214194"/>
                </a:lnTo>
                <a:lnTo>
                  <a:pt x="117356" y="218713"/>
                </a:lnTo>
                <a:lnTo>
                  <a:pt x="114052" y="225943"/>
                </a:lnTo>
                <a:lnTo>
                  <a:pt x="115387" y="233173"/>
                </a:lnTo>
                <a:lnTo>
                  <a:pt x="115498" y="233776"/>
                </a:lnTo>
                <a:lnTo>
                  <a:pt x="115554" y="234077"/>
                </a:lnTo>
                <a:lnTo>
                  <a:pt x="120661" y="239500"/>
                </a:lnTo>
                <a:lnTo>
                  <a:pt x="93727" y="288404"/>
                </a:lnTo>
                <a:lnTo>
                  <a:pt x="73271" y="334963"/>
                </a:lnTo>
                <a:lnTo>
                  <a:pt x="59912" y="377399"/>
                </a:lnTo>
                <a:lnTo>
                  <a:pt x="54270" y="413932"/>
                </a:lnTo>
                <a:lnTo>
                  <a:pt x="47962" y="414836"/>
                </a:lnTo>
                <a:lnTo>
                  <a:pt x="42554" y="418753"/>
                </a:lnTo>
                <a:lnTo>
                  <a:pt x="39550" y="424778"/>
                </a:lnTo>
                <a:lnTo>
                  <a:pt x="37801" y="432008"/>
                </a:lnTo>
                <a:lnTo>
                  <a:pt x="37752" y="432211"/>
                </a:lnTo>
                <a:lnTo>
                  <a:pt x="38912" y="439502"/>
                </a:lnTo>
                <a:lnTo>
                  <a:pt x="42719" y="445834"/>
                </a:lnTo>
                <a:lnTo>
                  <a:pt x="48863" y="450386"/>
                </a:lnTo>
                <a:lnTo>
                  <a:pt x="49163" y="450687"/>
                </a:lnTo>
                <a:lnTo>
                  <a:pt x="49764" y="450687"/>
                </a:lnTo>
                <a:lnTo>
                  <a:pt x="50065" y="450988"/>
                </a:lnTo>
                <a:lnTo>
                  <a:pt x="57204" y="452273"/>
                </a:lnTo>
                <a:lnTo>
                  <a:pt x="63585" y="450988"/>
                </a:lnTo>
                <a:lnTo>
                  <a:pt x="63970" y="450988"/>
                </a:lnTo>
                <a:lnTo>
                  <a:pt x="70131" y="447048"/>
                </a:lnTo>
                <a:lnTo>
                  <a:pt x="73969" y="441649"/>
                </a:lnTo>
                <a:lnTo>
                  <a:pt x="57575" y="441649"/>
                </a:lnTo>
                <a:lnTo>
                  <a:pt x="49764" y="438034"/>
                </a:lnTo>
                <a:lnTo>
                  <a:pt x="47962" y="433214"/>
                </a:lnTo>
                <a:lnTo>
                  <a:pt x="51567" y="425380"/>
                </a:lnTo>
                <a:lnTo>
                  <a:pt x="55772" y="423874"/>
                </a:lnTo>
                <a:lnTo>
                  <a:pt x="73439" y="423874"/>
                </a:lnTo>
                <a:lnTo>
                  <a:pt x="71314" y="420245"/>
                </a:lnTo>
                <a:lnTo>
                  <a:pt x="65385" y="415740"/>
                </a:lnTo>
                <a:lnTo>
                  <a:pt x="67235" y="397706"/>
                </a:lnTo>
                <a:lnTo>
                  <a:pt x="71394" y="377668"/>
                </a:lnTo>
                <a:lnTo>
                  <a:pt x="77805" y="355878"/>
                </a:lnTo>
                <a:lnTo>
                  <a:pt x="86364" y="332727"/>
                </a:lnTo>
                <a:lnTo>
                  <a:pt x="86414" y="332591"/>
                </a:lnTo>
                <a:lnTo>
                  <a:pt x="121265" y="332591"/>
                </a:lnTo>
                <a:lnTo>
                  <a:pt x="150937" y="322047"/>
                </a:lnTo>
                <a:lnTo>
                  <a:pt x="90620" y="322047"/>
                </a:lnTo>
                <a:lnTo>
                  <a:pt x="99012" y="303524"/>
                </a:lnTo>
                <a:lnTo>
                  <a:pt x="108304" y="284807"/>
                </a:lnTo>
                <a:lnTo>
                  <a:pt x="118839" y="265235"/>
                </a:lnTo>
                <a:lnTo>
                  <a:pt x="130274" y="245525"/>
                </a:lnTo>
                <a:lnTo>
                  <a:pt x="138351" y="245525"/>
                </a:lnTo>
                <a:lnTo>
                  <a:pt x="143041" y="244207"/>
                </a:lnTo>
                <a:lnTo>
                  <a:pt x="148355" y="240484"/>
                </a:lnTo>
                <a:lnTo>
                  <a:pt x="152204" y="234981"/>
                </a:lnTo>
                <a:lnTo>
                  <a:pt x="152276" y="234680"/>
                </a:lnTo>
                <a:lnTo>
                  <a:pt x="133278" y="234680"/>
                </a:lnTo>
                <a:lnTo>
                  <a:pt x="131475" y="233776"/>
                </a:lnTo>
                <a:lnTo>
                  <a:pt x="127570" y="231968"/>
                </a:lnTo>
                <a:lnTo>
                  <a:pt x="125768" y="227148"/>
                </a:lnTo>
                <a:lnTo>
                  <a:pt x="127570" y="223232"/>
                </a:lnTo>
                <a:lnTo>
                  <a:pt x="128471" y="221123"/>
                </a:lnTo>
                <a:lnTo>
                  <a:pt x="129973" y="219918"/>
                </a:lnTo>
                <a:lnTo>
                  <a:pt x="132076" y="219014"/>
                </a:lnTo>
                <a:lnTo>
                  <a:pt x="133879" y="218412"/>
                </a:lnTo>
                <a:lnTo>
                  <a:pt x="151732" y="218412"/>
                </a:lnTo>
                <a:lnTo>
                  <a:pt x="149035" y="213926"/>
                </a:lnTo>
                <a:lnTo>
                  <a:pt x="142891" y="209374"/>
                </a:lnTo>
                <a:lnTo>
                  <a:pt x="138632" y="207380"/>
                </a:lnTo>
                <a:lnTo>
                  <a:pt x="140458" y="207380"/>
                </a:lnTo>
                <a:lnTo>
                  <a:pt x="132977" y="206963"/>
                </a:lnTo>
                <a:close/>
              </a:path>
              <a:path w="263525" h="452755">
                <a:moveTo>
                  <a:pt x="73439" y="423874"/>
                </a:moveTo>
                <a:lnTo>
                  <a:pt x="55772" y="423874"/>
                </a:lnTo>
                <a:lnTo>
                  <a:pt x="59678" y="425079"/>
                </a:lnTo>
                <a:lnTo>
                  <a:pt x="59978" y="425079"/>
                </a:lnTo>
                <a:lnTo>
                  <a:pt x="60278" y="425380"/>
                </a:lnTo>
                <a:lnTo>
                  <a:pt x="64184" y="427188"/>
                </a:lnTo>
                <a:lnTo>
                  <a:pt x="65986" y="432009"/>
                </a:lnTo>
                <a:lnTo>
                  <a:pt x="62381" y="439841"/>
                </a:lnTo>
                <a:lnTo>
                  <a:pt x="57575" y="441649"/>
                </a:lnTo>
                <a:lnTo>
                  <a:pt x="73969" y="441649"/>
                </a:lnTo>
                <a:lnTo>
                  <a:pt x="74398" y="441047"/>
                </a:lnTo>
                <a:lnTo>
                  <a:pt x="76073" y="433661"/>
                </a:lnTo>
                <a:lnTo>
                  <a:pt x="75072" y="427188"/>
                </a:lnTo>
                <a:lnTo>
                  <a:pt x="74961" y="426473"/>
                </a:lnTo>
                <a:lnTo>
                  <a:pt x="73439" y="423874"/>
                </a:lnTo>
                <a:close/>
              </a:path>
              <a:path w="263525" h="452755">
                <a:moveTo>
                  <a:pt x="121265" y="332591"/>
                </a:moveTo>
                <a:lnTo>
                  <a:pt x="86414" y="332591"/>
                </a:lnTo>
                <a:lnTo>
                  <a:pt x="120881" y="332727"/>
                </a:lnTo>
                <a:lnTo>
                  <a:pt x="121265" y="332591"/>
                </a:lnTo>
                <a:close/>
              </a:path>
              <a:path w="263525" h="452755">
                <a:moveTo>
                  <a:pt x="223750" y="26812"/>
                </a:moveTo>
                <a:lnTo>
                  <a:pt x="210783" y="26812"/>
                </a:lnTo>
                <a:lnTo>
                  <a:pt x="242184" y="89793"/>
                </a:lnTo>
                <a:lnTo>
                  <a:pt x="251826" y="145210"/>
                </a:lnTo>
                <a:lnTo>
                  <a:pt x="246532" y="190897"/>
                </a:lnTo>
                <a:lnTo>
                  <a:pt x="246429" y="191791"/>
                </a:lnTo>
                <a:lnTo>
                  <a:pt x="232711" y="228265"/>
                </a:lnTo>
                <a:lnTo>
                  <a:pt x="188544" y="284808"/>
                </a:lnTo>
                <a:lnTo>
                  <a:pt x="155358" y="307925"/>
                </a:lnTo>
                <a:lnTo>
                  <a:pt x="90620" y="322047"/>
                </a:lnTo>
                <a:lnTo>
                  <a:pt x="150937" y="322047"/>
                </a:lnTo>
                <a:lnTo>
                  <a:pt x="194772" y="294589"/>
                </a:lnTo>
                <a:lnTo>
                  <a:pt x="226705" y="259986"/>
                </a:lnTo>
                <a:lnTo>
                  <a:pt x="253704" y="207380"/>
                </a:lnTo>
                <a:lnTo>
                  <a:pt x="263160" y="152242"/>
                </a:lnTo>
                <a:lnTo>
                  <a:pt x="263275" y="150933"/>
                </a:lnTo>
                <a:lnTo>
                  <a:pt x="251038" y="80174"/>
                </a:lnTo>
                <a:lnTo>
                  <a:pt x="235389" y="45260"/>
                </a:lnTo>
                <a:lnTo>
                  <a:pt x="223750" y="26812"/>
                </a:lnTo>
                <a:close/>
              </a:path>
              <a:path w="263525" h="452755">
                <a:moveTo>
                  <a:pt x="205977" y="0"/>
                </a:moveTo>
                <a:lnTo>
                  <a:pt x="172894" y="54378"/>
                </a:lnTo>
                <a:lnTo>
                  <a:pt x="88545" y="100725"/>
                </a:lnTo>
                <a:lnTo>
                  <a:pt x="61555" y="116815"/>
                </a:lnTo>
                <a:lnTo>
                  <a:pt x="20024" y="158766"/>
                </a:lnTo>
                <a:lnTo>
                  <a:pt x="272" y="216192"/>
                </a:lnTo>
                <a:lnTo>
                  <a:pt x="251" y="218411"/>
                </a:lnTo>
                <a:lnTo>
                  <a:pt x="125" y="231667"/>
                </a:lnTo>
                <a:lnTo>
                  <a:pt x="6205" y="272036"/>
                </a:lnTo>
                <a:lnTo>
                  <a:pt x="33960" y="310758"/>
                </a:lnTo>
                <a:lnTo>
                  <a:pt x="46460" y="317528"/>
                </a:lnTo>
                <a:lnTo>
                  <a:pt x="46760" y="317829"/>
                </a:lnTo>
                <a:lnTo>
                  <a:pt x="47361" y="317829"/>
                </a:lnTo>
                <a:lnTo>
                  <a:pt x="47661" y="318130"/>
                </a:lnTo>
                <a:lnTo>
                  <a:pt x="53069" y="319938"/>
                </a:lnTo>
                <a:lnTo>
                  <a:pt x="54871" y="314515"/>
                </a:lnTo>
                <a:lnTo>
                  <a:pt x="58767" y="305176"/>
                </a:lnTo>
                <a:lnTo>
                  <a:pt x="46159" y="305176"/>
                </a:lnTo>
                <a:lnTo>
                  <a:pt x="16719" y="268421"/>
                </a:lnTo>
                <a:lnTo>
                  <a:pt x="11130" y="244207"/>
                </a:lnTo>
                <a:lnTo>
                  <a:pt x="11239" y="225943"/>
                </a:lnTo>
                <a:lnTo>
                  <a:pt x="29637" y="164791"/>
                </a:lnTo>
                <a:lnTo>
                  <a:pt x="68878" y="126003"/>
                </a:lnTo>
                <a:lnTo>
                  <a:pt x="150246" y="82141"/>
                </a:lnTo>
                <a:lnTo>
                  <a:pt x="175898" y="66504"/>
                </a:lnTo>
                <a:lnTo>
                  <a:pt x="196763" y="48494"/>
                </a:lnTo>
                <a:lnTo>
                  <a:pt x="210783" y="26812"/>
                </a:lnTo>
                <a:lnTo>
                  <a:pt x="223750" y="26812"/>
                </a:lnTo>
                <a:lnTo>
                  <a:pt x="213487" y="10544"/>
                </a:lnTo>
                <a:lnTo>
                  <a:pt x="205977" y="0"/>
                </a:lnTo>
                <a:close/>
              </a:path>
              <a:path w="263525" h="452755">
                <a:moveTo>
                  <a:pt x="164807" y="113774"/>
                </a:moveTo>
                <a:lnTo>
                  <a:pt x="145653" y="132241"/>
                </a:lnTo>
                <a:lnTo>
                  <a:pt x="146195" y="137678"/>
                </a:lnTo>
                <a:lnTo>
                  <a:pt x="148899" y="142498"/>
                </a:lnTo>
                <a:lnTo>
                  <a:pt x="122285" y="170416"/>
                </a:lnTo>
                <a:lnTo>
                  <a:pt x="94150" y="209037"/>
                </a:lnTo>
                <a:lnTo>
                  <a:pt x="67704" y="255058"/>
                </a:lnTo>
                <a:lnTo>
                  <a:pt x="46159" y="305176"/>
                </a:lnTo>
                <a:lnTo>
                  <a:pt x="58767" y="305176"/>
                </a:lnTo>
                <a:lnTo>
                  <a:pt x="75947" y="263993"/>
                </a:lnTo>
                <a:lnTo>
                  <a:pt x="102486" y="217171"/>
                </a:lnTo>
                <a:lnTo>
                  <a:pt x="130828" y="177976"/>
                </a:lnTo>
                <a:lnTo>
                  <a:pt x="157311" y="150331"/>
                </a:lnTo>
                <a:lnTo>
                  <a:pt x="173810" y="150331"/>
                </a:lnTo>
                <a:lnTo>
                  <a:pt x="179470" y="146273"/>
                </a:lnTo>
                <a:lnTo>
                  <a:pt x="182338" y="141594"/>
                </a:lnTo>
                <a:lnTo>
                  <a:pt x="166924" y="141594"/>
                </a:lnTo>
                <a:lnTo>
                  <a:pt x="158512" y="138581"/>
                </a:lnTo>
                <a:lnTo>
                  <a:pt x="156710" y="134062"/>
                </a:lnTo>
                <a:lnTo>
                  <a:pt x="158212" y="129845"/>
                </a:lnTo>
                <a:lnTo>
                  <a:pt x="159598" y="126229"/>
                </a:lnTo>
                <a:lnTo>
                  <a:pt x="159685" y="126004"/>
                </a:lnTo>
                <a:lnTo>
                  <a:pt x="159553" y="126004"/>
                </a:lnTo>
                <a:lnTo>
                  <a:pt x="164220" y="123819"/>
                </a:lnTo>
                <a:lnTo>
                  <a:pt x="182185" y="123819"/>
                </a:lnTo>
                <a:lnTo>
                  <a:pt x="178799" y="119070"/>
                </a:lnTo>
                <a:lnTo>
                  <a:pt x="172430" y="115144"/>
                </a:lnTo>
                <a:lnTo>
                  <a:pt x="172683" y="115144"/>
                </a:lnTo>
                <a:lnTo>
                  <a:pt x="164807" y="113774"/>
                </a:lnTo>
                <a:close/>
              </a:path>
              <a:path w="263525" h="452755">
                <a:moveTo>
                  <a:pt x="138351" y="245525"/>
                </a:moveTo>
                <a:lnTo>
                  <a:pt x="130274" y="245525"/>
                </a:lnTo>
                <a:lnTo>
                  <a:pt x="136826" y="245954"/>
                </a:lnTo>
                <a:lnTo>
                  <a:pt x="138351" y="245525"/>
                </a:lnTo>
                <a:close/>
              </a:path>
              <a:path w="263525" h="452755">
                <a:moveTo>
                  <a:pt x="151732" y="218412"/>
                </a:moveTo>
                <a:lnTo>
                  <a:pt x="135681" y="218412"/>
                </a:lnTo>
                <a:lnTo>
                  <a:pt x="137484" y="219014"/>
                </a:lnTo>
                <a:lnTo>
                  <a:pt x="137784" y="219014"/>
                </a:lnTo>
                <a:lnTo>
                  <a:pt x="138084" y="219315"/>
                </a:lnTo>
                <a:lnTo>
                  <a:pt x="141990" y="221123"/>
                </a:lnTo>
                <a:lnTo>
                  <a:pt x="143792" y="225943"/>
                </a:lnTo>
                <a:lnTo>
                  <a:pt x="141990" y="229860"/>
                </a:lnTo>
                <a:lnTo>
                  <a:pt x="141088" y="231667"/>
                </a:lnTo>
                <a:lnTo>
                  <a:pt x="139586" y="233174"/>
                </a:lnTo>
                <a:lnTo>
                  <a:pt x="137484" y="234077"/>
                </a:lnTo>
                <a:lnTo>
                  <a:pt x="135381" y="234680"/>
                </a:lnTo>
                <a:lnTo>
                  <a:pt x="152276" y="234680"/>
                </a:lnTo>
                <a:lnTo>
                  <a:pt x="154001" y="227548"/>
                </a:lnTo>
                <a:lnTo>
                  <a:pt x="152842" y="220257"/>
                </a:lnTo>
                <a:lnTo>
                  <a:pt x="151732" y="218412"/>
                </a:lnTo>
                <a:close/>
              </a:path>
              <a:path w="263525" h="452755">
                <a:moveTo>
                  <a:pt x="173810" y="150331"/>
                </a:moveTo>
                <a:lnTo>
                  <a:pt x="157311" y="150331"/>
                </a:lnTo>
                <a:lnTo>
                  <a:pt x="158512" y="150933"/>
                </a:lnTo>
                <a:lnTo>
                  <a:pt x="158813" y="150933"/>
                </a:lnTo>
                <a:lnTo>
                  <a:pt x="166337" y="152242"/>
                </a:lnTo>
                <a:lnTo>
                  <a:pt x="173495" y="150557"/>
                </a:lnTo>
                <a:lnTo>
                  <a:pt x="173810" y="150331"/>
                </a:lnTo>
                <a:close/>
              </a:path>
              <a:path w="263525" h="452755">
                <a:moveTo>
                  <a:pt x="182185" y="123819"/>
                </a:moveTo>
                <a:lnTo>
                  <a:pt x="164220" y="123819"/>
                </a:lnTo>
                <a:lnTo>
                  <a:pt x="172631" y="126832"/>
                </a:lnTo>
                <a:lnTo>
                  <a:pt x="174434" y="131351"/>
                </a:lnTo>
                <a:lnTo>
                  <a:pt x="171430" y="139786"/>
                </a:lnTo>
                <a:lnTo>
                  <a:pt x="166924" y="141594"/>
                </a:lnTo>
                <a:lnTo>
                  <a:pt x="182338" y="141594"/>
                </a:lnTo>
                <a:lnTo>
                  <a:pt x="183446" y="139786"/>
                </a:lnTo>
                <a:lnTo>
                  <a:pt x="184751" y="132241"/>
                </a:lnTo>
                <a:lnTo>
                  <a:pt x="183132" y="125326"/>
                </a:lnTo>
                <a:lnTo>
                  <a:pt x="183071" y="125062"/>
                </a:lnTo>
                <a:lnTo>
                  <a:pt x="182185" y="123819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3" name="object 53"/>
          <p:cNvGrpSpPr/>
          <p:nvPr/>
        </p:nvGrpSpPr>
        <p:grpSpPr>
          <a:xfrm>
            <a:off x="2393686" y="0"/>
            <a:ext cx="15894685" cy="8829040"/>
            <a:chOff x="2393686" y="0"/>
            <a:chExt cx="15894685" cy="8829040"/>
          </a:xfrm>
        </p:grpSpPr>
        <p:sp>
          <p:nvSpPr>
            <p:cNvPr id="54" name="object 54"/>
            <p:cNvSpPr/>
            <p:nvPr/>
          </p:nvSpPr>
          <p:spPr>
            <a:xfrm>
              <a:off x="8175879" y="2436113"/>
              <a:ext cx="1134110" cy="0"/>
            </a:xfrm>
            <a:custGeom>
              <a:avLst/>
              <a:gdLst/>
              <a:ahLst/>
              <a:cxnLst/>
              <a:rect l="l" t="t" r="r" b="b"/>
              <a:pathLst>
                <a:path w="1134109" h="0">
                  <a:moveTo>
                    <a:pt x="0" y="0"/>
                  </a:moveTo>
                  <a:lnTo>
                    <a:pt x="1133982" y="0"/>
                  </a:lnTo>
                </a:path>
              </a:pathLst>
            </a:custGeom>
            <a:ln w="19050">
              <a:solidFill>
                <a:srgbClr val="285F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7005066" y="8443595"/>
              <a:ext cx="1487805" cy="14604"/>
            </a:xfrm>
            <a:custGeom>
              <a:avLst/>
              <a:gdLst/>
              <a:ahLst/>
              <a:cxnLst/>
              <a:rect l="l" t="t" r="r" b="b"/>
              <a:pathLst>
                <a:path w="1487804" h="14604">
                  <a:moveTo>
                    <a:pt x="0" y="0"/>
                  </a:moveTo>
                  <a:lnTo>
                    <a:pt x="1487424" y="1435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7005066" y="2958719"/>
              <a:ext cx="4979670" cy="5551805"/>
            </a:xfrm>
            <a:custGeom>
              <a:avLst/>
              <a:gdLst/>
              <a:ahLst/>
              <a:cxnLst/>
              <a:rect l="l" t="t" r="r" b="b"/>
              <a:pathLst>
                <a:path w="4979670" h="5551805">
                  <a:moveTo>
                    <a:pt x="2977387" y="1368425"/>
                  </a:moveTo>
                  <a:lnTo>
                    <a:pt x="2977387" y="679450"/>
                  </a:lnTo>
                </a:path>
                <a:path w="4979670" h="5551805">
                  <a:moveTo>
                    <a:pt x="1170812" y="679450"/>
                  </a:moveTo>
                  <a:lnTo>
                    <a:pt x="2977387" y="679450"/>
                  </a:lnTo>
                </a:path>
                <a:path w="4979670" h="5551805">
                  <a:moveTo>
                    <a:pt x="4979542" y="0"/>
                  </a:moveTo>
                  <a:lnTo>
                    <a:pt x="3945381" y="0"/>
                  </a:lnTo>
                </a:path>
                <a:path w="4979670" h="5551805">
                  <a:moveTo>
                    <a:pt x="4979542" y="4285360"/>
                  </a:moveTo>
                  <a:lnTo>
                    <a:pt x="4979542" y="0"/>
                  </a:lnTo>
                </a:path>
                <a:path w="4979670" h="5551805">
                  <a:moveTo>
                    <a:pt x="4979542" y="4285360"/>
                  </a:moveTo>
                  <a:lnTo>
                    <a:pt x="4474463" y="4285360"/>
                  </a:lnTo>
                </a:path>
                <a:path w="4979670" h="5551805">
                  <a:moveTo>
                    <a:pt x="0" y="5551551"/>
                  </a:moveTo>
                  <a:lnTo>
                    <a:pt x="1430274" y="5551551"/>
                  </a:lnTo>
                </a:path>
                <a:path w="4979670" h="5551805">
                  <a:moveTo>
                    <a:pt x="456437" y="4964683"/>
                  </a:moveTo>
                  <a:lnTo>
                    <a:pt x="1180337" y="4974335"/>
                  </a:lnTo>
                </a:path>
                <a:path w="4979670" h="5551805">
                  <a:moveTo>
                    <a:pt x="1180337" y="4963286"/>
                  </a:moveTo>
                  <a:lnTo>
                    <a:pt x="1170812" y="4285360"/>
                  </a:lnTo>
                </a:path>
                <a:path w="4979670" h="5551805">
                  <a:moveTo>
                    <a:pt x="1170812" y="4285360"/>
                  </a:moveTo>
                  <a:lnTo>
                    <a:pt x="1480311" y="4285360"/>
                  </a:lnTo>
                </a:path>
              </a:pathLst>
            </a:custGeom>
            <a:ln w="19050">
              <a:solidFill>
                <a:srgbClr val="285F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6191638" y="7559775"/>
              <a:ext cx="1268095" cy="1268095"/>
            </a:xfrm>
            <a:custGeom>
              <a:avLst/>
              <a:gdLst/>
              <a:ahLst/>
              <a:cxnLst/>
              <a:rect l="l" t="t" r="r" b="b"/>
              <a:pathLst>
                <a:path w="1268095" h="1268095">
                  <a:moveTo>
                    <a:pt x="633791" y="0"/>
                  </a:moveTo>
                  <a:lnTo>
                    <a:pt x="586491" y="1738"/>
                  </a:lnTo>
                  <a:lnTo>
                    <a:pt x="540135" y="6873"/>
                  </a:lnTo>
                  <a:lnTo>
                    <a:pt x="494845" y="15281"/>
                  </a:lnTo>
                  <a:lnTo>
                    <a:pt x="450745" y="26840"/>
                  </a:lnTo>
                  <a:lnTo>
                    <a:pt x="407956" y="41427"/>
                  </a:lnTo>
                  <a:lnTo>
                    <a:pt x="366602" y="58920"/>
                  </a:lnTo>
                  <a:lnTo>
                    <a:pt x="326804" y="79195"/>
                  </a:lnTo>
                  <a:lnTo>
                    <a:pt x="288686" y="102131"/>
                  </a:lnTo>
                  <a:lnTo>
                    <a:pt x="252370" y="127604"/>
                  </a:lnTo>
                  <a:lnTo>
                    <a:pt x="217978" y="155492"/>
                  </a:lnTo>
                  <a:lnTo>
                    <a:pt x="185634" y="185673"/>
                  </a:lnTo>
                  <a:lnTo>
                    <a:pt x="155459" y="218023"/>
                  </a:lnTo>
                  <a:lnTo>
                    <a:pt x="127576" y="252420"/>
                  </a:lnTo>
                  <a:lnTo>
                    <a:pt x="102108" y="288742"/>
                  </a:lnTo>
                  <a:lnTo>
                    <a:pt x="79177" y="326865"/>
                  </a:lnTo>
                  <a:lnTo>
                    <a:pt x="58906" y="366668"/>
                  </a:lnTo>
                  <a:lnTo>
                    <a:pt x="41417" y="408028"/>
                  </a:lnTo>
                  <a:lnTo>
                    <a:pt x="26834" y="450821"/>
                  </a:lnTo>
                  <a:lnTo>
                    <a:pt x="15278" y="494925"/>
                  </a:lnTo>
                  <a:lnTo>
                    <a:pt x="6871" y="540219"/>
                  </a:lnTo>
                  <a:lnTo>
                    <a:pt x="1738" y="586578"/>
                  </a:lnTo>
                  <a:lnTo>
                    <a:pt x="0" y="633880"/>
                  </a:lnTo>
                  <a:lnTo>
                    <a:pt x="1738" y="681183"/>
                  </a:lnTo>
                  <a:lnTo>
                    <a:pt x="6872" y="727541"/>
                  </a:lnTo>
                  <a:lnTo>
                    <a:pt x="15278" y="772832"/>
                  </a:lnTo>
                  <a:lnTo>
                    <a:pt x="26834" y="816935"/>
                  </a:lnTo>
                  <a:lnTo>
                    <a:pt x="41418" y="859725"/>
                  </a:lnTo>
                  <a:lnTo>
                    <a:pt x="58906" y="901081"/>
                  </a:lnTo>
                  <a:lnTo>
                    <a:pt x="79177" y="940880"/>
                  </a:lnTo>
                  <a:lnTo>
                    <a:pt x="102108" y="979000"/>
                  </a:lnTo>
                  <a:lnTo>
                    <a:pt x="127576" y="1015317"/>
                  </a:lnTo>
                  <a:lnTo>
                    <a:pt x="155459" y="1049710"/>
                  </a:lnTo>
                  <a:lnTo>
                    <a:pt x="185634" y="1082056"/>
                  </a:lnTo>
                  <a:lnTo>
                    <a:pt x="217979" y="1112232"/>
                  </a:lnTo>
                  <a:lnTo>
                    <a:pt x="252370" y="1140116"/>
                  </a:lnTo>
                  <a:lnTo>
                    <a:pt x="288687" y="1165585"/>
                  </a:lnTo>
                  <a:lnTo>
                    <a:pt x="326805" y="1188517"/>
                  </a:lnTo>
                  <a:lnTo>
                    <a:pt x="366602" y="1208789"/>
                  </a:lnTo>
                  <a:lnTo>
                    <a:pt x="407957" y="1226278"/>
                  </a:lnTo>
                  <a:lnTo>
                    <a:pt x="450745" y="1240862"/>
                  </a:lnTo>
                  <a:lnTo>
                    <a:pt x="494846" y="1252419"/>
                  </a:lnTo>
                  <a:lnTo>
                    <a:pt x="540135" y="1260825"/>
                  </a:lnTo>
                  <a:lnTo>
                    <a:pt x="586491" y="1265959"/>
                  </a:lnTo>
                  <a:lnTo>
                    <a:pt x="633792" y="1267698"/>
                  </a:lnTo>
                  <a:lnTo>
                    <a:pt x="681092" y="1265959"/>
                  </a:lnTo>
                  <a:lnTo>
                    <a:pt x="727447" y="1260825"/>
                  </a:lnTo>
                  <a:lnTo>
                    <a:pt x="772736" y="1252419"/>
                  </a:lnTo>
                  <a:lnTo>
                    <a:pt x="816835" y="1240862"/>
                  </a:lnTo>
                  <a:lnTo>
                    <a:pt x="859622" y="1226278"/>
                  </a:lnTo>
                  <a:lnTo>
                    <a:pt x="900974" y="1208789"/>
                  </a:lnTo>
                  <a:lnTo>
                    <a:pt x="940770" y="1188517"/>
                  </a:lnTo>
                  <a:lnTo>
                    <a:pt x="978886" y="1165585"/>
                  </a:lnTo>
                  <a:lnTo>
                    <a:pt x="1015199" y="1140116"/>
                  </a:lnTo>
                  <a:lnTo>
                    <a:pt x="1049589" y="1112232"/>
                  </a:lnTo>
                  <a:lnTo>
                    <a:pt x="1081931" y="1082056"/>
                  </a:lnTo>
                  <a:lnTo>
                    <a:pt x="1112103" y="1049710"/>
                  </a:lnTo>
                  <a:lnTo>
                    <a:pt x="1139983" y="1015317"/>
                  </a:lnTo>
                  <a:lnTo>
                    <a:pt x="1165449" y="979000"/>
                  </a:lnTo>
                  <a:lnTo>
                    <a:pt x="1188377" y="940880"/>
                  </a:lnTo>
                  <a:lnTo>
                    <a:pt x="1208646" y="901081"/>
                  </a:lnTo>
                  <a:lnTo>
                    <a:pt x="1226133" y="859725"/>
                  </a:lnTo>
                  <a:lnTo>
                    <a:pt x="1240715" y="816935"/>
                  </a:lnTo>
                  <a:lnTo>
                    <a:pt x="1252270" y="772832"/>
                  </a:lnTo>
                  <a:lnTo>
                    <a:pt x="1260675" y="727541"/>
                  </a:lnTo>
                  <a:lnTo>
                    <a:pt x="1265808" y="681183"/>
                  </a:lnTo>
                  <a:lnTo>
                    <a:pt x="1267546" y="633880"/>
                  </a:lnTo>
                  <a:lnTo>
                    <a:pt x="1265808" y="586578"/>
                  </a:lnTo>
                  <a:lnTo>
                    <a:pt x="1260675" y="540219"/>
                  </a:lnTo>
                  <a:lnTo>
                    <a:pt x="1252270" y="494925"/>
                  </a:lnTo>
                  <a:lnTo>
                    <a:pt x="1240715" y="450821"/>
                  </a:lnTo>
                  <a:lnTo>
                    <a:pt x="1226133" y="408028"/>
                  </a:lnTo>
                  <a:lnTo>
                    <a:pt x="1208646" y="366668"/>
                  </a:lnTo>
                  <a:lnTo>
                    <a:pt x="1188377" y="326865"/>
                  </a:lnTo>
                  <a:lnTo>
                    <a:pt x="1165449" y="288742"/>
                  </a:lnTo>
                  <a:lnTo>
                    <a:pt x="1139983" y="252420"/>
                  </a:lnTo>
                  <a:lnTo>
                    <a:pt x="1112103" y="218023"/>
                  </a:lnTo>
                  <a:lnTo>
                    <a:pt x="1081930" y="185673"/>
                  </a:lnTo>
                  <a:lnTo>
                    <a:pt x="1049588" y="155492"/>
                  </a:lnTo>
                  <a:lnTo>
                    <a:pt x="1015199" y="127604"/>
                  </a:lnTo>
                  <a:lnTo>
                    <a:pt x="978885" y="102131"/>
                  </a:lnTo>
                  <a:lnTo>
                    <a:pt x="940769" y="79195"/>
                  </a:lnTo>
                  <a:lnTo>
                    <a:pt x="900974" y="58920"/>
                  </a:lnTo>
                  <a:lnTo>
                    <a:pt x="859621" y="41427"/>
                  </a:lnTo>
                  <a:lnTo>
                    <a:pt x="816834" y="26840"/>
                  </a:lnTo>
                  <a:lnTo>
                    <a:pt x="772735" y="15281"/>
                  </a:lnTo>
                  <a:lnTo>
                    <a:pt x="727447" y="6873"/>
                  </a:lnTo>
                  <a:lnTo>
                    <a:pt x="681091" y="1738"/>
                  </a:lnTo>
                  <a:lnTo>
                    <a:pt x="633791" y="0"/>
                  </a:lnTo>
                  <a:close/>
                </a:path>
              </a:pathLst>
            </a:custGeom>
            <a:solidFill>
              <a:srgbClr val="5591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6191638" y="7559775"/>
              <a:ext cx="1268095" cy="1268095"/>
            </a:xfrm>
            <a:custGeom>
              <a:avLst/>
              <a:gdLst/>
              <a:ahLst/>
              <a:cxnLst/>
              <a:rect l="l" t="t" r="r" b="b"/>
              <a:pathLst>
                <a:path w="1268095" h="1268095">
                  <a:moveTo>
                    <a:pt x="1267546" y="633880"/>
                  </a:moveTo>
                  <a:lnTo>
                    <a:pt x="1265808" y="681183"/>
                  </a:lnTo>
                  <a:lnTo>
                    <a:pt x="1260675" y="727541"/>
                  </a:lnTo>
                  <a:lnTo>
                    <a:pt x="1252270" y="772832"/>
                  </a:lnTo>
                  <a:lnTo>
                    <a:pt x="1240715" y="816935"/>
                  </a:lnTo>
                  <a:lnTo>
                    <a:pt x="1226133" y="859725"/>
                  </a:lnTo>
                  <a:lnTo>
                    <a:pt x="1208646" y="901081"/>
                  </a:lnTo>
                  <a:lnTo>
                    <a:pt x="1188377" y="940880"/>
                  </a:lnTo>
                  <a:lnTo>
                    <a:pt x="1165449" y="979000"/>
                  </a:lnTo>
                  <a:lnTo>
                    <a:pt x="1139983" y="1015317"/>
                  </a:lnTo>
                  <a:lnTo>
                    <a:pt x="1112103" y="1049710"/>
                  </a:lnTo>
                  <a:lnTo>
                    <a:pt x="1081931" y="1082056"/>
                  </a:lnTo>
                  <a:lnTo>
                    <a:pt x="1049589" y="1112232"/>
                  </a:lnTo>
                  <a:lnTo>
                    <a:pt x="1015199" y="1140116"/>
                  </a:lnTo>
                  <a:lnTo>
                    <a:pt x="978886" y="1165585"/>
                  </a:lnTo>
                  <a:lnTo>
                    <a:pt x="940770" y="1188517"/>
                  </a:lnTo>
                  <a:lnTo>
                    <a:pt x="900974" y="1208789"/>
                  </a:lnTo>
                  <a:lnTo>
                    <a:pt x="859622" y="1226278"/>
                  </a:lnTo>
                  <a:lnTo>
                    <a:pt x="816835" y="1240862"/>
                  </a:lnTo>
                  <a:lnTo>
                    <a:pt x="772736" y="1252419"/>
                  </a:lnTo>
                  <a:lnTo>
                    <a:pt x="727447" y="1260825"/>
                  </a:lnTo>
                  <a:lnTo>
                    <a:pt x="681092" y="1265959"/>
                  </a:lnTo>
                  <a:lnTo>
                    <a:pt x="633792" y="1267698"/>
                  </a:lnTo>
                  <a:lnTo>
                    <a:pt x="586491" y="1265959"/>
                  </a:lnTo>
                  <a:lnTo>
                    <a:pt x="540135" y="1260825"/>
                  </a:lnTo>
                  <a:lnTo>
                    <a:pt x="494846" y="1252419"/>
                  </a:lnTo>
                  <a:lnTo>
                    <a:pt x="450745" y="1240862"/>
                  </a:lnTo>
                  <a:lnTo>
                    <a:pt x="407957" y="1226278"/>
                  </a:lnTo>
                  <a:lnTo>
                    <a:pt x="366602" y="1208789"/>
                  </a:lnTo>
                  <a:lnTo>
                    <a:pt x="326805" y="1188517"/>
                  </a:lnTo>
                  <a:lnTo>
                    <a:pt x="288687" y="1165585"/>
                  </a:lnTo>
                  <a:lnTo>
                    <a:pt x="252370" y="1140116"/>
                  </a:lnTo>
                  <a:lnTo>
                    <a:pt x="217979" y="1112232"/>
                  </a:lnTo>
                  <a:lnTo>
                    <a:pt x="185634" y="1082056"/>
                  </a:lnTo>
                  <a:lnTo>
                    <a:pt x="155459" y="1049710"/>
                  </a:lnTo>
                  <a:lnTo>
                    <a:pt x="127576" y="1015317"/>
                  </a:lnTo>
                  <a:lnTo>
                    <a:pt x="102108" y="979000"/>
                  </a:lnTo>
                  <a:lnTo>
                    <a:pt x="79177" y="940880"/>
                  </a:lnTo>
                  <a:lnTo>
                    <a:pt x="58906" y="901081"/>
                  </a:lnTo>
                  <a:lnTo>
                    <a:pt x="41418" y="859725"/>
                  </a:lnTo>
                  <a:lnTo>
                    <a:pt x="26834" y="816935"/>
                  </a:lnTo>
                  <a:lnTo>
                    <a:pt x="15278" y="772832"/>
                  </a:lnTo>
                  <a:lnTo>
                    <a:pt x="6872" y="727541"/>
                  </a:lnTo>
                  <a:lnTo>
                    <a:pt x="1738" y="681183"/>
                  </a:lnTo>
                  <a:lnTo>
                    <a:pt x="0" y="633880"/>
                  </a:lnTo>
                  <a:lnTo>
                    <a:pt x="1738" y="586578"/>
                  </a:lnTo>
                  <a:lnTo>
                    <a:pt x="6871" y="540219"/>
                  </a:lnTo>
                  <a:lnTo>
                    <a:pt x="15278" y="494925"/>
                  </a:lnTo>
                  <a:lnTo>
                    <a:pt x="26834" y="450821"/>
                  </a:lnTo>
                  <a:lnTo>
                    <a:pt x="41417" y="408028"/>
                  </a:lnTo>
                  <a:lnTo>
                    <a:pt x="58906" y="366668"/>
                  </a:lnTo>
                  <a:lnTo>
                    <a:pt x="79177" y="326865"/>
                  </a:lnTo>
                  <a:lnTo>
                    <a:pt x="102108" y="288742"/>
                  </a:lnTo>
                  <a:lnTo>
                    <a:pt x="127576" y="252420"/>
                  </a:lnTo>
                  <a:lnTo>
                    <a:pt x="155459" y="218023"/>
                  </a:lnTo>
                  <a:lnTo>
                    <a:pt x="185634" y="185673"/>
                  </a:lnTo>
                  <a:lnTo>
                    <a:pt x="217978" y="155492"/>
                  </a:lnTo>
                  <a:lnTo>
                    <a:pt x="252370" y="127604"/>
                  </a:lnTo>
                  <a:lnTo>
                    <a:pt x="288686" y="102131"/>
                  </a:lnTo>
                  <a:lnTo>
                    <a:pt x="326804" y="79195"/>
                  </a:lnTo>
                  <a:lnTo>
                    <a:pt x="366602" y="58920"/>
                  </a:lnTo>
                  <a:lnTo>
                    <a:pt x="407956" y="41427"/>
                  </a:lnTo>
                  <a:lnTo>
                    <a:pt x="450745" y="26840"/>
                  </a:lnTo>
                  <a:lnTo>
                    <a:pt x="494845" y="15281"/>
                  </a:lnTo>
                  <a:lnTo>
                    <a:pt x="540135" y="6873"/>
                  </a:lnTo>
                  <a:lnTo>
                    <a:pt x="586491" y="1738"/>
                  </a:lnTo>
                  <a:lnTo>
                    <a:pt x="633791" y="0"/>
                  </a:lnTo>
                  <a:lnTo>
                    <a:pt x="681091" y="1738"/>
                  </a:lnTo>
                  <a:lnTo>
                    <a:pt x="727447" y="6873"/>
                  </a:lnTo>
                  <a:lnTo>
                    <a:pt x="772735" y="15281"/>
                  </a:lnTo>
                  <a:lnTo>
                    <a:pt x="816834" y="26840"/>
                  </a:lnTo>
                  <a:lnTo>
                    <a:pt x="859621" y="41427"/>
                  </a:lnTo>
                  <a:lnTo>
                    <a:pt x="900974" y="58920"/>
                  </a:lnTo>
                  <a:lnTo>
                    <a:pt x="940769" y="79195"/>
                  </a:lnTo>
                  <a:lnTo>
                    <a:pt x="978885" y="102131"/>
                  </a:lnTo>
                  <a:lnTo>
                    <a:pt x="1015199" y="127604"/>
                  </a:lnTo>
                  <a:lnTo>
                    <a:pt x="1049588" y="155492"/>
                  </a:lnTo>
                  <a:lnTo>
                    <a:pt x="1081930" y="185673"/>
                  </a:lnTo>
                  <a:lnTo>
                    <a:pt x="1112103" y="218023"/>
                  </a:lnTo>
                  <a:lnTo>
                    <a:pt x="1139983" y="252420"/>
                  </a:lnTo>
                  <a:lnTo>
                    <a:pt x="1165449" y="288742"/>
                  </a:lnTo>
                  <a:lnTo>
                    <a:pt x="1188377" y="326865"/>
                  </a:lnTo>
                  <a:lnTo>
                    <a:pt x="1208646" y="366668"/>
                  </a:lnTo>
                  <a:lnTo>
                    <a:pt x="1226133" y="408028"/>
                  </a:lnTo>
                  <a:lnTo>
                    <a:pt x="1240715" y="450821"/>
                  </a:lnTo>
                  <a:lnTo>
                    <a:pt x="1252270" y="494925"/>
                  </a:lnTo>
                  <a:lnTo>
                    <a:pt x="1260675" y="540219"/>
                  </a:lnTo>
                  <a:lnTo>
                    <a:pt x="1265808" y="586578"/>
                  </a:lnTo>
                  <a:lnTo>
                    <a:pt x="1267546" y="63388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6443662" y="8446338"/>
              <a:ext cx="763905" cy="60325"/>
            </a:xfrm>
            <a:custGeom>
              <a:avLst/>
              <a:gdLst/>
              <a:ahLst/>
              <a:cxnLst/>
              <a:rect l="l" t="t" r="r" b="b"/>
              <a:pathLst>
                <a:path w="763904" h="60325">
                  <a:moveTo>
                    <a:pt x="763524" y="45948"/>
                  </a:moveTo>
                  <a:lnTo>
                    <a:pt x="759523" y="41935"/>
                  </a:lnTo>
                  <a:lnTo>
                    <a:pt x="4000" y="41935"/>
                  </a:lnTo>
                  <a:lnTo>
                    <a:pt x="0" y="45948"/>
                  </a:lnTo>
                  <a:lnTo>
                    <a:pt x="0" y="55816"/>
                  </a:lnTo>
                  <a:lnTo>
                    <a:pt x="4000" y="59829"/>
                  </a:lnTo>
                  <a:lnTo>
                    <a:pt x="754570" y="59829"/>
                  </a:lnTo>
                  <a:lnTo>
                    <a:pt x="759523" y="59829"/>
                  </a:lnTo>
                  <a:lnTo>
                    <a:pt x="763524" y="55816"/>
                  </a:lnTo>
                  <a:lnTo>
                    <a:pt x="763524" y="45948"/>
                  </a:lnTo>
                  <a:close/>
                </a:path>
                <a:path w="763904" h="60325">
                  <a:moveTo>
                    <a:pt x="763524" y="4000"/>
                  </a:moveTo>
                  <a:lnTo>
                    <a:pt x="759523" y="0"/>
                  </a:lnTo>
                  <a:lnTo>
                    <a:pt x="4000" y="0"/>
                  </a:lnTo>
                  <a:lnTo>
                    <a:pt x="0" y="4000"/>
                  </a:lnTo>
                  <a:lnTo>
                    <a:pt x="0" y="13881"/>
                  </a:lnTo>
                  <a:lnTo>
                    <a:pt x="4000" y="17894"/>
                  </a:lnTo>
                  <a:lnTo>
                    <a:pt x="754570" y="17894"/>
                  </a:lnTo>
                  <a:lnTo>
                    <a:pt x="759523" y="17894"/>
                  </a:lnTo>
                  <a:lnTo>
                    <a:pt x="763524" y="13881"/>
                  </a:lnTo>
                  <a:lnTo>
                    <a:pt x="763524" y="400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00425" y="7982095"/>
              <a:ext cx="204962" cy="265516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6839400" y="8257182"/>
              <a:ext cx="327660" cy="207645"/>
            </a:xfrm>
            <a:custGeom>
              <a:avLst/>
              <a:gdLst/>
              <a:ahLst/>
              <a:cxnLst/>
              <a:rect l="l" t="t" r="r" b="b"/>
              <a:pathLst>
                <a:path w="327659" h="207645">
                  <a:moveTo>
                    <a:pt x="103528" y="0"/>
                  </a:moveTo>
                  <a:lnTo>
                    <a:pt x="103065" y="0"/>
                  </a:lnTo>
                  <a:lnTo>
                    <a:pt x="63245" y="8078"/>
                  </a:lnTo>
                  <a:lnTo>
                    <a:pt x="30344" y="30299"/>
                  </a:lnTo>
                  <a:lnTo>
                    <a:pt x="8145" y="63217"/>
                  </a:lnTo>
                  <a:lnTo>
                    <a:pt x="105" y="102951"/>
                  </a:lnTo>
                  <a:lnTo>
                    <a:pt x="0" y="186600"/>
                  </a:lnTo>
                  <a:lnTo>
                    <a:pt x="1609" y="194551"/>
                  </a:lnTo>
                  <a:lnTo>
                    <a:pt x="5995" y="201051"/>
                  </a:lnTo>
                  <a:lnTo>
                    <a:pt x="12494" y="205437"/>
                  </a:lnTo>
                  <a:lnTo>
                    <a:pt x="20445" y="207046"/>
                  </a:lnTo>
                  <a:lnTo>
                    <a:pt x="306965" y="207046"/>
                  </a:lnTo>
                  <a:lnTo>
                    <a:pt x="314908" y="205437"/>
                  </a:lnTo>
                  <a:lnTo>
                    <a:pt x="321404" y="201051"/>
                  </a:lnTo>
                  <a:lnTo>
                    <a:pt x="325789" y="194551"/>
                  </a:lnTo>
                  <a:lnTo>
                    <a:pt x="327398" y="186600"/>
                  </a:lnTo>
                  <a:lnTo>
                    <a:pt x="327398" y="135118"/>
                  </a:lnTo>
                  <a:lnTo>
                    <a:pt x="160047" y="135118"/>
                  </a:lnTo>
                  <a:lnTo>
                    <a:pt x="156738" y="132831"/>
                  </a:lnTo>
                  <a:lnTo>
                    <a:pt x="103528" y="0"/>
                  </a:lnTo>
                  <a:close/>
                </a:path>
                <a:path w="327659" h="207645">
                  <a:moveTo>
                    <a:pt x="227881" y="0"/>
                  </a:moveTo>
                  <a:lnTo>
                    <a:pt x="171914" y="129736"/>
                  </a:lnTo>
                  <a:lnTo>
                    <a:pt x="170561" y="132831"/>
                  </a:lnTo>
                  <a:lnTo>
                    <a:pt x="170485" y="133005"/>
                  </a:lnTo>
                  <a:lnTo>
                    <a:pt x="167266" y="135118"/>
                  </a:lnTo>
                  <a:lnTo>
                    <a:pt x="327398" y="135118"/>
                  </a:lnTo>
                  <a:lnTo>
                    <a:pt x="327295" y="102951"/>
                  </a:lnTo>
                  <a:lnTo>
                    <a:pt x="319617" y="64089"/>
                  </a:lnTo>
                  <a:lnTo>
                    <a:pt x="298356" y="31634"/>
                  </a:lnTo>
                  <a:lnTo>
                    <a:pt x="266737" y="9230"/>
                  </a:lnTo>
                  <a:lnTo>
                    <a:pt x="227881" y="0"/>
                  </a:lnTo>
                  <a:close/>
                </a:path>
                <a:path w="327659" h="207645">
                  <a:moveTo>
                    <a:pt x="208417" y="0"/>
                  </a:moveTo>
                  <a:lnTo>
                    <a:pt x="122818" y="0"/>
                  </a:lnTo>
                  <a:lnTo>
                    <a:pt x="164059" y="102951"/>
                  </a:lnTo>
                  <a:lnTo>
                    <a:pt x="208417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01457" y="8366647"/>
              <a:ext cx="203284" cy="97582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6474803" y="7881150"/>
              <a:ext cx="344170" cy="579120"/>
            </a:xfrm>
            <a:custGeom>
              <a:avLst/>
              <a:gdLst/>
              <a:ahLst/>
              <a:cxnLst/>
              <a:rect l="l" t="t" r="r" b="b"/>
              <a:pathLst>
                <a:path w="344170" h="579120">
                  <a:moveTo>
                    <a:pt x="228257" y="418033"/>
                  </a:moveTo>
                  <a:lnTo>
                    <a:pt x="224243" y="414020"/>
                  </a:lnTo>
                  <a:lnTo>
                    <a:pt x="92443" y="414020"/>
                  </a:lnTo>
                  <a:lnTo>
                    <a:pt x="88430" y="418033"/>
                  </a:lnTo>
                  <a:lnTo>
                    <a:pt x="88430" y="427901"/>
                  </a:lnTo>
                  <a:lnTo>
                    <a:pt x="92443" y="431914"/>
                  </a:lnTo>
                  <a:lnTo>
                    <a:pt x="219316" y="431914"/>
                  </a:lnTo>
                  <a:lnTo>
                    <a:pt x="224243" y="431914"/>
                  </a:lnTo>
                  <a:lnTo>
                    <a:pt x="228257" y="427901"/>
                  </a:lnTo>
                  <a:lnTo>
                    <a:pt x="228257" y="418033"/>
                  </a:lnTo>
                  <a:close/>
                </a:path>
                <a:path w="344170" h="579120">
                  <a:moveTo>
                    <a:pt x="228257" y="384632"/>
                  </a:moveTo>
                  <a:lnTo>
                    <a:pt x="224243" y="380619"/>
                  </a:lnTo>
                  <a:lnTo>
                    <a:pt x="92443" y="380619"/>
                  </a:lnTo>
                  <a:lnTo>
                    <a:pt x="88430" y="384632"/>
                  </a:lnTo>
                  <a:lnTo>
                    <a:pt x="88430" y="394525"/>
                  </a:lnTo>
                  <a:lnTo>
                    <a:pt x="92443" y="398513"/>
                  </a:lnTo>
                  <a:lnTo>
                    <a:pt x="219316" y="398513"/>
                  </a:lnTo>
                  <a:lnTo>
                    <a:pt x="224243" y="398513"/>
                  </a:lnTo>
                  <a:lnTo>
                    <a:pt x="228257" y="394525"/>
                  </a:lnTo>
                  <a:lnTo>
                    <a:pt x="228257" y="384632"/>
                  </a:lnTo>
                  <a:close/>
                </a:path>
                <a:path w="344170" h="579120">
                  <a:moveTo>
                    <a:pt x="228257" y="351231"/>
                  </a:moveTo>
                  <a:lnTo>
                    <a:pt x="224243" y="347230"/>
                  </a:lnTo>
                  <a:lnTo>
                    <a:pt x="92443" y="347230"/>
                  </a:lnTo>
                  <a:lnTo>
                    <a:pt x="88430" y="351231"/>
                  </a:lnTo>
                  <a:lnTo>
                    <a:pt x="88430" y="361111"/>
                  </a:lnTo>
                  <a:lnTo>
                    <a:pt x="92443" y="365125"/>
                  </a:lnTo>
                  <a:lnTo>
                    <a:pt x="219316" y="365125"/>
                  </a:lnTo>
                  <a:lnTo>
                    <a:pt x="224243" y="365125"/>
                  </a:lnTo>
                  <a:lnTo>
                    <a:pt x="228257" y="361111"/>
                  </a:lnTo>
                  <a:lnTo>
                    <a:pt x="228257" y="351231"/>
                  </a:lnTo>
                  <a:close/>
                </a:path>
                <a:path w="344170" h="579120">
                  <a:moveTo>
                    <a:pt x="316674" y="303644"/>
                  </a:moveTo>
                  <a:lnTo>
                    <a:pt x="309486" y="296456"/>
                  </a:lnTo>
                  <a:lnTo>
                    <a:pt x="298780" y="296456"/>
                  </a:lnTo>
                  <a:lnTo>
                    <a:pt x="298780" y="314337"/>
                  </a:lnTo>
                  <a:lnTo>
                    <a:pt x="298780" y="482701"/>
                  </a:lnTo>
                  <a:lnTo>
                    <a:pt x="17907" y="482701"/>
                  </a:lnTo>
                  <a:lnTo>
                    <a:pt x="17907" y="314337"/>
                  </a:lnTo>
                  <a:lnTo>
                    <a:pt x="298780" y="314337"/>
                  </a:lnTo>
                  <a:lnTo>
                    <a:pt x="298780" y="296456"/>
                  </a:lnTo>
                  <a:lnTo>
                    <a:pt x="7213" y="296456"/>
                  </a:lnTo>
                  <a:lnTo>
                    <a:pt x="0" y="303644"/>
                  </a:lnTo>
                  <a:lnTo>
                    <a:pt x="0" y="514464"/>
                  </a:lnTo>
                  <a:lnTo>
                    <a:pt x="7213" y="521677"/>
                  </a:lnTo>
                  <a:lnTo>
                    <a:pt x="123863" y="521677"/>
                  </a:lnTo>
                  <a:lnTo>
                    <a:pt x="123863" y="534720"/>
                  </a:lnTo>
                  <a:lnTo>
                    <a:pt x="104140" y="534720"/>
                  </a:lnTo>
                  <a:lnTo>
                    <a:pt x="95580" y="536460"/>
                  </a:lnTo>
                  <a:lnTo>
                    <a:pt x="88595" y="541172"/>
                  </a:lnTo>
                  <a:lnTo>
                    <a:pt x="83883" y="548170"/>
                  </a:lnTo>
                  <a:lnTo>
                    <a:pt x="82143" y="556717"/>
                  </a:lnTo>
                  <a:lnTo>
                    <a:pt x="82143" y="574713"/>
                  </a:lnTo>
                  <a:lnTo>
                    <a:pt x="86131" y="578713"/>
                  </a:lnTo>
                  <a:lnTo>
                    <a:pt x="225590" y="578713"/>
                  </a:lnTo>
                  <a:lnTo>
                    <a:pt x="230530" y="578713"/>
                  </a:lnTo>
                  <a:lnTo>
                    <a:pt x="234530" y="574713"/>
                  </a:lnTo>
                  <a:lnTo>
                    <a:pt x="234530" y="556717"/>
                  </a:lnTo>
                  <a:lnTo>
                    <a:pt x="232803" y="548170"/>
                  </a:lnTo>
                  <a:lnTo>
                    <a:pt x="228092" y="541172"/>
                  </a:lnTo>
                  <a:lnTo>
                    <a:pt x="221094" y="536460"/>
                  </a:lnTo>
                  <a:lnTo>
                    <a:pt x="212547" y="534720"/>
                  </a:lnTo>
                  <a:lnTo>
                    <a:pt x="192811" y="534720"/>
                  </a:lnTo>
                  <a:lnTo>
                    <a:pt x="192811" y="521677"/>
                  </a:lnTo>
                  <a:lnTo>
                    <a:pt x="309486" y="521677"/>
                  </a:lnTo>
                  <a:lnTo>
                    <a:pt x="316674" y="514464"/>
                  </a:lnTo>
                  <a:lnTo>
                    <a:pt x="316674" y="482701"/>
                  </a:lnTo>
                  <a:lnTo>
                    <a:pt x="316674" y="314337"/>
                  </a:lnTo>
                  <a:lnTo>
                    <a:pt x="316674" y="303644"/>
                  </a:lnTo>
                  <a:close/>
                </a:path>
                <a:path w="344170" h="579120">
                  <a:moveTo>
                    <a:pt x="343623" y="123558"/>
                  </a:moveTo>
                  <a:lnTo>
                    <a:pt x="337312" y="116941"/>
                  </a:lnTo>
                  <a:lnTo>
                    <a:pt x="305422" y="114376"/>
                  </a:lnTo>
                  <a:lnTo>
                    <a:pt x="303326" y="107327"/>
                  </a:lnTo>
                  <a:lnTo>
                    <a:pt x="300761" y="100469"/>
                  </a:lnTo>
                  <a:lnTo>
                    <a:pt x="297726" y="93802"/>
                  </a:lnTo>
                  <a:lnTo>
                    <a:pt x="294208" y="87337"/>
                  </a:lnTo>
                  <a:lnTo>
                    <a:pt x="314223" y="63842"/>
                  </a:lnTo>
                  <a:lnTo>
                    <a:pt x="314947" y="62979"/>
                  </a:lnTo>
                  <a:lnTo>
                    <a:pt x="314744" y="53822"/>
                  </a:lnTo>
                  <a:lnTo>
                    <a:pt x="310311" y="49415"/>
                  </a:lnTo>
                  <a:lnTo>
                    <a:pt x="292671" y="31750"/>
                  </a:lnTo>
                  <a:lnTo>
                    <a:pt x="288848" y="30175"/>
                  </a:lnTo>
                  <a:lnTo>
                    <a:pt x="280987" y="30175"/>
                  </a:lnTo>
                  <a:lnTo>
                    <a:pt x="279768" y="30632"/>
                  </a:lnTo>
                  <a:lnTo>
                    <a:pt x="279768" y="141198"/>
                  </a:lnTo>
                  <a:lnTo>
                    <a:pt x="273685" y="171272"/>
                  </a:lnTo>
                  <a:lnTo>
                    <a:pt x="257098" y="195859"/>
                  </a:lnTo>
                  <a:lnTo>
                    <a:pt x="232511" y="212458"/>
                  </a:lnTo>
                  <a:lnTo>
                    <a:pt x="202438" y="218541"/>
                  </a:lnTo>
                  <a:lnTo>
                    <a:pt x="172351" y="212458"/>
                  </a:lnTo>
                  <a:lnTo>
                    <a:pt x="147777" y="195859"/>
                  </a:lnTo>
                  <a:lnTo>
                    <a:pt x="131191" y="171272"/>
                  </a:lnTo>
                  <a:lnTo>
                    <a:pt x="125095" y="141198"/>
                  </a:lnTo>
                  <a:lnTo>
                    <a:pt x="131191" y="111112"/>
                  </a:lnTo>
                  <a:lnTo>
                    <a:pt x="147777" y="86525"/>
                  </a:lnTo>
                  <a:lnTo>
                    <a:pt x="172351" y="69926"/>
                  </a:lnTo>
                  <a:lnTo>
                    <a:pt x="202438" y="63842"/>
                  </a:lnTo>
                  <a:lnTo>
                    <a:pt x="232511" y="69926"/>
                  </a:lnTo>
                  <a:lnTo>
                    <a:pt x="257098" y="86525"/>
                  </a:lnTo>
                  <a:lnTo>
                    <a:pt x="273685" y="111112"/>
                  </a:lnTo>
                  <a:lnTo>
                    <a:pt x="279768" y="141198"/>
                  </a:lnTo>
                  <a:lnTo>
                    <a:pt x="279768" y="30632"/>
                  </a:lnTo>
                  <a:lnTo>
                    <a:pt x="277228" y="31572"/>
                  </a:lnTo>
                  <a:lnTo>
                    <a:pt x="256286" y="49415"/>
                  </a:lnTo>
                  <a:lnTo>
                    <a:pt x="249821" y="45897"/>
                  </a:lnTo>
                  <a:lnTo>
                    <a:pt x="243154" y="42862"/>
                  </a:lnTo>
                  <a:lnTo>
                    <a:pt x="236296" y="40297"/>
                  </a:lnTo>
                  <a:lnTo>
                    <a:pt x="229247" y="38201"/>
                  </a:lnTo>
                  <a:lnTo>
                    <a:pt x="226695" y="6324"/>
                  </a:lnTo>
                  <a:lnTo>
                    <a:pt x="220065" y="0"/>
                  </a:lnTo>
                  <a:lnTo>
                    <a:pt x="184797" y="0"/>
                  </a:lnTo>
                  <a:lnTo>
                    <a:pt x="178168" y="6324"/>
                  </a:lnTo>
                  <a:lnTo>
                    <a:pt x="175628" y="38201"/>
                  </a:lnTo>
                  <a:lnTo>
                    <a:pt x="168554" y="40297"/>
                  </a:lnTo>
                  <a:lnTo>
                    <a:pt x="161696" y="42862"/>
                  </a:lnTo>
                  <a:lnTo>
                    <a:pt x="155041" y="45897"/>
                  </a:lnTo>
                  <a:lnTo>
                    <a:pt x="148577" y="49415"/>
                  </a:lnTo>
                  <a:lnTo>
                    <a:pt x="127635" y="31572"/>
                  </a:lnTo>
                  <a:lnTo>
                    <a:pt x="123913" y="30175"/>
                  </a:lnTo>
                  <a:lnTo>
                    <a:pt x="115989" y="30175"/>
                  </a:lnTo>
                  <a:lnTo>
                    <a:pt x="112204" y="31750"/>
                  </a:lnTo>
                  <a:lnTo>
                    <a:pt x="90131" y="53822"/>
                  </a:lnTo>
                  <a:lnTo>
                    <a:pt x="89916" y="62979"/>
                  </a:lnTo>
                  <a:lnTo>
                    <a:pt x="109956" y="86525"/>
                  </a:lnTo>
                  <a:lnTo>
                    <a:pt x="110642" y="87337"/>
                  </a:lnTo>
                  <a:lnTo>
                    <a:pt x="107137" y="93802"/>
                  </a:lnTo>
                  <a:lnTo>
                    <a:pt x="104101" y="100469"/>
                  </a:lnTo>
                  <a:lnTo>
                    <a:pt x="101536" y="107327"/>
                  </a:lnTo>
                  <a:lnTo>
                    <a:pt x="99453" y="114376"/>
                  </a:lnTo>
                  <a:lnTo>
                    <a:pt x="67551" y="116941"/>
                  </a:lnTo>
                  <a:lnTo>
                    <a:pt x="61239" y="123558"/>
                  </a:lnTo>
                  <a:lnTo>
                    <a:pt x="61239" y="158851"/>
                  </a:lnTo>
                  <a:lnTo>
                    <a:pt x="67551" y="165442"/>
                  </a:lnTo>
                  <a:lnTo>
                    <a:pt x="99453" y="168008"/>
                  </a:lnTo>
                  <a:lnTo>
                    <a:pt x="101536" y="175056"/>
                  </a:lnTo>
                  <a:lnTo>
                    <a:pt x="104101" y="181927"/>
                  </a:lnTo>
                  <a:lnTo>
                    <a:pt x="107149" y="188595"/>
                  </a:lnTo>
                  <a:lnTo>
                    <a:pt x="110655" y="195059"/>
                  </a:lnTo>
                  <a:lnTo>
                    <a:pt x="89916" y="219417"/>
                  </a:lnTo>
                  <a:lnTo>
                    <a:pt x="90131" y="228561"/>
                  </a:lnTo>
                  <a:lnTo>
                    <a:pt x="112204" y="250634"/>
                  </a:lnTo>
                  <a:lnTo>
                    <a:pt x="116014" y="252222"/>
                  </a:lnTo>
                  <a:lnTo>
                    <a:pt x="123888" y="252222"/>
                  </a:lnTo>
                  <a:lnTo>
                    <a:pt x="127635" y="250812"/>
                  </a:lnTo>
                  <a:lnTo>
                    <a:pt x="148577" y="232981"/>
                  </a:lnTo>
                  <a:lnTo>
                    <a:pt x="155041" y="236486"/>
                  </a:lnTo>
                  <a:lnTo>
                    <a:pt x="161709" y="239534"/>
                  </a:lnTo>
                  <a:lnTo>
                    <a:pt x="168579" y="242100"/>
                  </a:lnTo>
                  <a:lnTo>
                    <a:pt x="175628" y="244182"/>
                  </a:lnTo>
                  <a:lnTo>
                    <a:pt x="178168" y="276085"/>
                  </a:lnTo>
                  <a:lnTo>
                    <a:pt x="184797" y="282384"/>
                  </a:lnTo>
                  <a:lnTo>
                    <a:pt x="220065" y="282384"/>
                  </a:lnTo>
                  <a:lnTo>
                    <a:pt x="226695" y="276085"/>
                  </a:lnTo>
                  <a:lnTo>
                    <a:pt x="229235" y="244182"/>
                  </a:lnTo>
                  <a:lnTo>
                    <a:pt x="236245" y="242100"/>
                  </a:lnTo>
                  <a:lnTo>
                    <a:pt x="243128" y="239534"/>
                  </a:lnTo>
                  <a:lnTo>
                    <a:pt x="249809" y="236486"/>
                  </a:lnTo>
                  <a:lnTo>
                    <a:pt x="256286" y="232981"/>
                  </a:lnTo>
                  <a:lnTo>
                    <a:pt x="277228" y="250812"/>
                  </a:lnTo>
                  <a:lnTo>
                    <a:pt x="280987" y="252222"/>
                  </a:lnTo>
                  <a:lnTo>
                    <a:pt x="288848" y="252222"/>
                  </a:lnTo>
                  <a:lnTo>
                    <a:pt x="292658" y="250634"/>
                  </a:lnTo>
                  <a:lnTo>
                    <a:pt x="310324" y="232981"/>
                  </a:lnTo>
                  <a:lnTo>
                    <a:pt x="314744" y="228561"/>
                  </a:lnTo>
                  <a:lnTo>
                    <a:pt x="314947" y="219417"/>
                  </a:lnTo>
                  <a:lnTo>
                    <a:pt x="314210" y="218541"/>
                  </a:lnTo>
                  <a:lnTo>
                    <a:pt x="294208" y="195059"/>
                  </a:lnTo>
                  <a:lnTo>
                    <a:pt x="297726" y="188595"/>
                  </a:lnTo>
                  <a:lnTo>
                    <a:pt x="300761" y="181927"/>
                  </a:lnTo>
                  <a:lnTo>
                    <a:pt x="303326" y="175056"/>
                  </a:lnTo>
                  <a:lnTo>
                    <a:pt x="305422" y="168008"/>
                  </a:lnTo>
                  <a:lnTo>
                    <a:pt x="337312" y="165442"/>
                  </a:lnTo>
                  <a:lnTo>
                    <a:pt x="343623" y="158851"/>
                  </a:lnTo>
                  <a:lnTo>
                    <a:pt x="343623" y="123558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9320960" y="1916014"/>
              <a:ext cx="965200" cy="964565"/>
            </a:xfrm>
            <a:custGeom>
              <a:avLst/>
              <a:gdLst/>
              <a:ahLst/>
              <a:cxnLst/>
              <a:rect l="l" t="t" r="r" b="b"/>
              <a:pathLst>
                <a:path w="965200" h="964564">
                  <a:moveTo>
                    <a:pt x="442825" y="710162"/>
                  </a:moveTo>
                  <a:lnTo>
                    <a:pt x="158141" y="710162"/>
                  </a:lnTo>
                  <a:lnTo>
                    <a:pt x="180102" y="738350"/>
                  </a:lnTo>
                  <a:lnTo>
                    <a:pt x="204476" y="764462"/>
                  </a:lnTo>
                  <a:lnTo>
                    <a:pt x="231054" y="788341"/>
                  </a:lnTo>
                  <a:lnTo>
                    <a:pt x="259625" y="809830"/>
                  </a:lnTo>
                  <a:lnTo>
                    <a:pt x="252422" y="827613"/>
                  </a:lnTo>
                  <a:lnTo>
                    <a:pt x="245084" y="845353"/>
                  </a:lnTo>
                  <a:lnTo>
                    <a:pt x="237861" y="863130"/>
                  </a:lnTo>
                  <a:lnTo>
                    <a:pt x="231009" y="881024"/>
                  </a:lnTo>
                  <a:lnTo>
                    <a:pt x="229099" y="894180"/>
                  </a:lnTo>
                  <a:lnTo>
                    <a:pt x="232132" y="906513"/>
                  </a:lnTo>
                  <a:lnTo>
                    <a:pt x="232256" y="907016"/>
                  </a:lnTo>
                  <a:lnTo>
                    <a:pt x="239719" y="917947"/>
                  </a:lnTo>
                  <a:lnTo>
                    <a:pt x="250725" y="925390"/>
                  </a:lnTo>
                  <a:lnTo>
                    <a:pt x="338771" y="961098"/>
                  </a:lnTo>
                  <a:lnTo>
                    <a:pt x="352251" y="964075"/>
                  </a:lnTo>
                  <a:lnTo>
                    <a:pt x="365280" y="961794"/>
                  </a:lnTo>
                  <a:lnTo>
                    <a:pt x="365668" y="961794"/>
                  </a:lnTo>
                  <a:lnTo>
                    <a:pt x="393175" y="925794"/>
                  </a:lnTo>
                  <a:lnTo>
                    <a:pt x="407479" y="890207"/>
                  </a:lnTo>
                  <a:lnTo>
                    <a:pt x="414781" y="872482"/>
                  </a:lnTo>
                  <a:lnTo>
                    <a:pt x="551387" y="872482"/>
                  </a:lnTo>
                  <a:lnTo>
                    <a:pt x="557300" y="871730"/>
                  </a:lnTo>
                  <a:lnTo>
                    <a:pt x="738732" y="871730"/>
                  </a:lnTo>
                  <a:lnTo>
                    <a:pt x="733128" y="857981"/>
                  </a:lnTo>
                  <a:lnTo>
                    <a:pt x="725757" y="840671"/>
                  </a:lnTo>
                  <a:lnTo>
                    <a:pt x="718341" y="823398"/>
                  </a:lnTo>
                  <a:lnTo>
                    <a:pt x="711097" y="806074"/>
                  </a:lnTo>
                  <a:lnTo>
                    <a:pt x="739217" y="784044"/>
                  </a:lnTo>
                  <a:lnTo>
                    <a:pt x="765270" y="759634"/>
                  </a:lnTo>
                  <a:lnTo>
                    <a:pt x="789159" y="733095"/>
                  </a:lnTo>
                  <a:lnTo>
                    <a:pt x="804018" y="713567"/>
                  </a:lnTo>
                  <a:lnTo>
                    <a:pt x="489653" y="713567"/>
                  </a:lnTo>
                  <a:lnTo>
                    <a:pt x="443730" y="710409"/>
                  </a:lnTo>
                  <a:lnTo>
                    <a:pt x="442825" y="710162"/>
                  </a:lnTo>
                  <a:close/>
                </a:path>
                <a:path w="965200" h="964564">
                  <a:moveTo>
                    <a:pt x="738732" y="871730"/>
                  </a:moveTo>
                  <a:lnTo>
                    <a:pt x="557300" y="871730"/>
                  </a:lnTo>
                  <a:lnTo>
                    <a:pt x="564510" y="889212"/>
                  </a:lnTo>
                  <a:lnTo>
                    <a:pt x="571725" y="906513"/>
                  </a:lnTo>
                  <a:lnTo>
                    <a:pt x="594757" y="952162"/>
                  </a:lnTo>
                  <a:lnTo>
                    <a:pt x="619925" y="961794"/>
                  </a:lnTo>
                  <a:lnTo>
                    <a:pt x="633322" y="958847"/>
                  </a:lnTo>
                  <a:lnTo>
                    <a:pt x="720048" y="922141"/>
                  </a:lnTo>
                  <a:lnTo>
                    <a:pt x="731925" y="914519"/>
                  </a:lnTo>
                  <a:lnTo>
                    <a:pt x="739792" y="902895"/>
                  </a:lnTo>
                  <a:lnTo>
                    <a:pt x="742833" y="889212"/>
                  </a:lnTo>
                  <a:lnTo>
                    <a:pt x="740232" y="875412"/>
                  </a:lnTo>
                  <a:lnTo>
                    <a:pt x="738732" y="871730"/>
                  </a:lnTo>
                  <a:close/>
                </a:path>
                <a:path w="965200" h="964564">
                  <a:moveTo>
                    <a:pt x="551387" y="872482"/>
                  </a:moveTo>
                  <a:lnTo>
                    <a:pt x="414781" y="872482"/>
                  </a:lnTo>
                  <a:lnTo>
                    <a:pt x="450320" y="876826"/>
                  </a:lnTo>
                  <a:lnTo>
                    <a:pt x="486068" y="878013"/>
                  </a:lnTo>
                  <a:lnTo>
                    <a:pt x="521803" y="876246"/>
                  </a:lnTo>
                  <a:lnTo>
                    <a:pt x="551387" y="872482"/>
                  </a:lnTo>
                  <a:close/>
                </a:path>
                <a:path w="965200" h="964564">
                  <a:moveTo>
                    <a:pt x="71287" y="228822"/>
                  </a:moveTo>
                  <a:lnTo>
                    <a:pt x="38422" y="250955"/>
                  </a:lnTo>
                  <a:lnTo>
                    <a:pt x="20340" y="295019"/>
                  </a:lnTo>
                  <a:lnTo>
                    <a:pt x="2651" y="339269"/>
                  </a:lnTo>
                  <a:lnTo>
                    <a:pt x="0" y="352973"/>
                  </a:lnTo>
                  <a:lnTo>
                    <a:pt x="2866" y="366574"/>
                  </a:lnTo>
                  <a:lnTo>
                    <a:pt x="10477" y="378209"/>
                  </a:lnTo>
                  <a:lnTo>
                    <a:pt x="22124" y="386042"/>
                  </a:lnTo>
                  <a:lnTo>
                    <a:pt x="91773" y="414323"/>
                  </a:lnTo>
                  <a:lnTo>
                    <a:pt x="87284" y="449723"/>
                  </a:lnTo>
                  <a:lnTo>
                    <a:pt x="85986" y="485354"/>
                  </a:lnTo>
                  <a:lnTo>
                    <a:pt x="87832" y="520275"/>
                  </a:lnTo>
                  <a:lnTo>
                    <a:pt x="87869" y="520961"/>
                  </a:lnTo>
                  <a:lnTo>
                    <a:pt x="92921" y="556291"/>
                  </a:lnTo>
                  <a:lnTo>
                    <a:pt x="41283" y="578025"/>
                  </a:lnTo>
                  <a:lnTo>
                    <a:pt x="24172" y="585524"/>
                  </a:lnTo>
                  <a:lnTo>
                    <a:pt x="12198" y="593728"/>
                  </a:lnTo>
                  <a:lnTo>
                    <a:pt x="4678" y="606014"/>
                  </a:lnTo>
                  <a:lnTo>
                    <a:pt x="2300" y="620266"/>
                  </a:lnTo>
                  <a:lnTo>
                    <a:pt x="5750" y="634368"/>
                  </a:lnTo>
                  <a:lnTo>
                    <a:pt x="24094" y="677862"/>
                  </a:lnTo>
                  <a:lnTo>
                    <a:pt x="42772" y="721263"/>
                  </a:lnTo>
                  <a:lnTo>
                    <a:pt x="75734" y="742093"/>
                  </a:lnTo>
                  <a:lnTo>
                    <a:pt x="89131" y="739345"/>
                  </a:lnTo>
                  <a:lnTo>
                    <a:pt x="158141" y="710162"/>
                  </a:lnTo>
                  <a:lnTo>
                    <a:pt x="442825" y="710162"/>
                  </a:lnTo>
                  <a:lnTo>
                    <a:pt x="400379" y="698600"/>
                  </a:lnTo>
                  <a:lnTo>
                    <a:pt x="360095" y="678702"/>
                  </a:lnTo>
                  <a:lnTo>
                    <a:pt x="324344" y="651531"/>
                  </a:lnTo>
                  <a:lnTo>
                    <a:pt x="294593" y="617902"/>
                  </a:lnTo>
                  <a:lnTo>
                    <a:pt x="272781" y="580887"/>
                  </a:lnTo>
                  <a:lnTo>
                    <a:pt x="258148" y="540519"/>
                  </a:lnTo>
                  <a:lnTo>
                    <a:pt x="251113" y="498185"/>
                  </a:lnTo>
                  <a:lnTo>
                    <a:pt x="252095" y="455273"/>
                  </a:lnTo>
                  <a:lnTo>
                    <a:pt x="264735" y="402126"/>
                  </a:lnTo>
                  <a:lnTo>
                    <a:pt x="289534" y="353453"/>
                  </a:lnTo>
                  <a:lnTo>
                    <a:pt x="324878" y="311811"/>
                  </a:lnTo>
                  <a:lnTo>
                    <a:pt x="369152" y="279756"/>
                  </a:lnTo>
                  <a:lnTo>
                    <a:pt x="404608" y="263792"/>
                  </a:lnTo>
                  <a:lnTo>
                    <a:pt x="421741" y="259219"/>
                  </a:lnTo>
                  <a:lnTo>
                    <a:pt x="154542" y="259219"/>
                  </a:lnTo>
                  <a:lnTo>
                    <a:pt x="137117" y="252321"/>
                  </a:lnTo>
                  <a:lnTo>
                    <a:pt x="102445" y="238110"/>
                  </a:lnTo>
                  <a:lnTo>
                    <a:pt x="85026" y="231282"/>
                  </a:lnTo>
                  <a:lnTo>
                    <a:pt x="71287" y="228822"/>
                  </a:lnTo>
                  <a:close/>
                </a:path>
                <a:path w="965200" h="964564">
                  <a:moveTo>
                    <a:pt x="930039" y="704674"/>
                  </a:moveTo>
                  <a:lnTo>
                    <a:pt x="810785" y="704674"/>
                  </a:lnTo>
                  <a:lnTo>
                    <a:pt x="863657" y="726136"/>
                  </a:lnTo>
                  <a:lnTo>
                    <a:pt x="881549" y="733095"/>
                  </a:lnTo>
                  <a:lnTo>
                    <a:pt x="881768" y="733095"/>
                  </a:lnTo>
                  <a:lnTo>
                    <a:pt x="894904" y="735167"/>
                  </a:lnTo>
                  <a:lnTo>
                    <a:pt x="908135" y="731924"/>
                  </a:lnTo>
                  <a:lnTo>
                    <a:pt x="919342" y="724136"/>
                  </a:lnTo>
                  <a:lnTo>
                    <a:pt x="926769" y="712630"/>
                  </a:lnTo>
                  <a:lnTo>
                    <a:pt x="930039" y="704674"/>
                  </a:lnTo>
                  <a:close/>
                </a:path>
                <a:path w="965200" h="964564">
                  <a:moveTo>
                    <a:pt x="804071" y="250113"/>
                  </a:moveTo>
                  <a:lnTo>
                    <a:pt x="480866" y="250113"/>
                  </a:lnTo>
                  <a:lnTo>
                    <a:pt x="519610" y="253299"/>
                  </a:lnTo>
                  <a:lnTo>
                    <a:pt x="565905" y="265739"/>
                  </a:lnTo>
                  <a:lnTo>
                    <a:pt x="608596" y="287511"/>
                  </a:lnTo>
                  <a:lnTo>
                    <a:pt x="645948" y="317493"/>
                  </a:lnTo>
                  <a:lnTo>
                    <a:pt x="676222" y="354564"/>
                  </a:lnTo>
                  <a:lnTo>
                    <a:pt x="696637" y="392745"/>
                  </a:lnTo>
                  <a:lnTo>
                    <a:pt x="709454" y="434112"/>
                  </a:lnTo>
                  <a:lnTo>
                    <a:pt x="714389" y="477133"/>
                  </a:lnTo>
                  <a:lnTo>
                    <a:pt x="711159" y="520275"/>
                  </a:lnTo>
                  <a:lnTo>
                    <a:pt x="699417" y="563653"/>
                  </a:lnTo>
                  <a:lnTo>
                    <a:pt x="679578" y="604018"/>
                  </a:lnTo>
                  <a:lnTo>
                    <a:pt x="652368" y="639792"/>
                  </a:lnTo>
                  <a:lnTo>
                    <a:pt x="618508" y="669398"/>
                  </a:lnTo>
                  <a:lnTo>
                    <a:pt x="578932" y="692847"/>
                  </a:lnTo>
                  <a:lnTo>
                    <a:pt x="535350" y="707642"/>
                  </a:lnTo>
                  <a:lnTo>
                    <a:pt x="489653" y="713567"/>
                  </a:lnTo>
                  <a:lnTo>
                    <a:pt x="804018" y="713567"/>
                  </a:lnTo>
                  <a:lnTo>
                    <a:pt x="810785" y="704674"/>
                  </a:lnTo>
                  <a:lnTo>
                    <a:pt x="930039" y="704674"/>
                  </a:lnTo>
                  <a:lnTo>
                    <a:pt x="935799" y="690663"/>
                  </a:lnTo>
                  <a:lnTo>
                    <a:pt x="944754" y="668627"/>
                  </a:lnTo>
                  <a:lnTo>
                    <a:pt x="953652" y="646544"/>
                  </a:lnTo>
                  <a:lnTo>
                    <a:pt x="962508" y="624439"/>
                  </a:lnTo>
                  <a:lnTo>
                    <a:pt x="964994" y="610997"/>
                  </a:lnTo>
                  <a:lnTo>
                    <a:pt x="962300" y="597658"/>
                  </a:lnTo>
                  <a:lnTo>
                    <a:pt x="955035" y="586193"/>
                  </a:lnTo>
                  <a:lnTo>
                    <a:pt x="943805" y="578370"/>
                  </a:lnTo>
                  <a:lnTo>
                    <a:pt x="926308" y="570950"/>
                  </a:lnTo>
                  <a:lnTo>
                    <a:pt x="873376" y="549755"/>
                  </a:lnTo>
                  <a:lnTo>
                    <a:pt x="877707" y="514310"/>
                  </a:lnTo>
                  <a:lnTo>
                    <a:pt x="879000" y="478639"/>
                  </a:lnTo>
                  <a:lnTo>
                    <a:pt x="877204" y="443004"/>
                  </a:lnTo>
                  <a:lnTo>
                    <a:pt x="872265" y="407663"/>
                  </a:lnTo>
                  <a:lnTo>
                    <a:pt x="940163" y="378739"/>
                  </a:lnTo>
                  <a:lnTo>
                    <a:pt x="951986" y="371043"/>
                  </a:lnTo>
                  <a:lnTo>
                    <a:pt x="959839" y="359397"/>
                  </a:lnTo>
                  <a:lnTo>
                    <a:pt x="962854" y="345705"/>
                  </a:lnTo>
                  <a:lnTo>
                    <a:pt x="960163" y="331869"/>
                  </a:lnTo>
                  <a:lnTo>
                    <a:pt x="941321" y="286794"/>
                  </a:lnTo>
                  <a:lnTo>
                    <a:pt x="806920" y="253761"/>
                  </a:lnTo>
                  <a:lnTo>
                    <a:pt x="804071" y="250113"/>
                  </a:lnTo>
                  <a:close/>
                </a:path>
                <a:path w="965200" h="964564">
                  <a:moveTo>
                    <a:pt x="341789" y="2432"/>
                  </a:moveTo>
                  <a:lnTo>
                    <a:pt x="261862" y="34165"/>
                  </a:lnTo>
                  <a:lnTo>
                    <a:pt x="225327" y="60759"/>
                  </a:lnTo>
                  <a:lnTo>
                    <a:pt x="222159" y="73874"/>
                  </a:lnTo>
                  <a:lnTo>
                    <a:pt x="224133" y="85767"/>
                  </a:lnTo>
                  <a:lnTo>
                    <a:pt x="224413" y="87346"/>
                  </a:lnTo>
                  <a:lnTo>
                    <a:pt x="231597" y="105114"/>
                  </a:lnTo>
                  <a:lnTo>
                    <a:pt x="239095" y="122778"/>
                  </a:lnTo>
                  <a:lnTo>
                    <a:pt x="246672" y="140407"/>
                  </a:lnTo>
                  <a:lnTo>
                    <a:pt x="254094" y="158077"/>
                  </a:lnTo>
                  <a:lnTo>
                    <a:pt x="225865" y="179830"/>
                  </a:lnTo>
                  <a:lnTo>
                    <a:pt x="199768" y="204115"/>
                  </a:lnTo>
                  <a:lnTo>
                    <a:pt x="175946" y="230667"/>
                  </a:lnTo>
                  <a:lnTo>
                    <a:pt x="154542" y="259219"/>
                  </a:lnTo>
                  <a:lnTo>
                    <a:pt x="421741" y="259219"/>
                  </a:lnTo>
                  <a:lnTo>
                    <a:pt x="442189" y="253761"/>
                  </a:lnTo>
                  <a:lnTo>
                    <a:pt x="480866" y="250113"/>
                  </a:lnTo>
                  <a:lnTo>
                    <a:pt x="804071" y="250113"/>
                  </a:lnTo>
                  <a:lnTo>
                    <a:pt x="784886" y="225547"/>
                  </a:lnTo>
                  <a:lnTo>
                    <a:pt x="760486" y="199452"/>
                  </a:lnTo>
                  <a:lnTo>
                    <a:pt x="733921" y="175564"/>
                  </a:lnTo>
                  <a:lnTo>
                    <a:pt x="705418" y="154007"/>
                  </a:lnTo>
                  <a:lnTo>
                    <a:pt x="712413" y="137003"/>
                  </a:lnTo>
                  <a:lnTo>
                    <a:pt x="726147" y="102926"/>
                  </a:lnTo>
                  <a:lnTo>
                    <a:pt x="730309" y="92706"/>
                  </a:lnTo>
                  <a:lnTo>
                    <a:pt x="408213" y="92705"/>
                  </a:lnTo>
                  <a:lnTo>
                    <a:pt x="400211" y="73874"/>
                  </a:lnTo>
                  <a:lnTo>
                    <a:pt x="394035" y="59202"/>
                  </a:lnTo>
                  <a:lnTo>
                    <a:pt x="386945" y="42457"/>
                  </a:lnTo>
                  <a:lnTo>
                    <a:pt x="360454" y="5307"/>
                  </a:lnTo>
                  <a:lnTo>
                    <a:pt x="351202" y="2665"/>
                  </a:lnTo>
                  <a:lnTo>
                    <a:pt x="341789" y="2432"/>
                  </a:lnTo>
                  <a:close/>
                </a:path>
                <a:path w="965200" h="964564">
                  <a:moveTo>
                    <a:pt x="887813" y="221961"/>
                  </a:moveTo>
                  <a:lnTo>
                    <a:pt x="874301" y="225238"/>
                  </a:lnTo>
                  <a:lnTo>
                    <a:pt x="857407" y="232205"/>
                  </a:lnTo>
                  <a:lnTo>
                    <a:pt x="806824" y="253761"/>
                  </a:lnTo>
                  <a:lnTo>
                    <a:pt x="927037" y="253761"/>
                  </a:lnTo>
                  <a:lnTo>
                    <a:pt x="921831" y="241951"/>
                  </a:lnTo>
                  <a:lnTo>
                    <a:pt x="913493" y="230901"/>
                  </a:lnTo>
                  <a:lnTo>
                    <a:pt x="901515" y="224043"/>
                  </a:lnTo>
                  <a:lnTo>
                    <a:pt x="887813" y="221961"/>
                  </a:lnTo>
                  <a:close/>
                </a:path>
                <a:path w="965200" h="964564">
                  <a:moveTo>
                    <a:pt x="479213" y="85767"/>
                  </a:moveTo>
                  <a:lnTo>
                    <a:pt x="443549" y="87577"/>
                  </a:lnTo>
                  <a:lnTo>
                    <a:pt x="408213" y="92705"/>
                  </a:lnTo>
                  <a:lnTo>
                    <a:pt x="730309" y="92706"/>
                  </a:lnTo>
                  <a:lnTo>
                    <a:pt x="730836" y="91410"/>
                  </a:lnTo>
                  <a:lnTo>
                    <a:pt x="550399" y="91410"/>
                  </a:lnTo>
                  <a:lnTo>
                    <a:pt x="516928" y="87346"/>
                  </a:lnTo>
                  <a:lnTo>
                    <a:pt x="521430" y="87346"/>
                  </a:lnTo>
                  <a:lnTo>
                    <a:pt x="479213" y="85767"/>
                  </a:lnTo>
                  <a:close/>
                </a:path>
                <a:path w="965200" h="964564">
                  <a:moveTo>
                    <a:pt x="613644" y="0"/>
                  </a:moveTo>
                  <a:lnTo>
                    <a:pt x="579361" y="20241"/>
                  </a:lnTo>
                  <a:lnTo>
                    <a:pt x="564699" y="55756"/>
                  </a:lnTo>
                  <a:lnTo>
                    <a:pt x="557620" y="73621"/>
                  </a:lnTo>
                  <a:lnTo>
                    <a:pt x="550399" y="91410"/>
                  </a:lnTo>
                  <a:lnTo>
                    <a:pt x="730836" y="91410"/>
                  </a:lnTo>
                  <a:lnTo>
                    <a:pt x="733072" y="85922"/>
                  </a:lnTo>
                  <a:lnTo>
                    <a:pt x="735960" y="72396"/>
                  </a:lnTo>
                  <a:lnTo>
                    <a:pt x="733614" y="59202"/>
                  </a:lnTo>
                  <a:lnTo>
                    <a:pt x="733542" y="58802"/>
                  </a:lnTo>
                  <a:lnTo>
                    <a:pt x="726414" y="47034"/>
                  </a:lnTo>
                  <a:lnTo>
                    <a:pt x="715171" y="38990"/>
                  </a:lnTo>
                  <a:lnTo>
                    <a:pt x="693322" y="29783"/>
                  </a:lnTo>
                  <a:lnTo>
                    <a:pt x="627335" y="3158"/>
                  </a:lnTo>
                  <a:lnTo>
                    <a:pt x="613644" y="0"/>
                  </a:lnTo>
                  <a:close/>
                </a:path>
              </a:pathLst>
            </a:custGeom>
            <a:solidFill>
              <a:srgbClr val="2860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9666133" y="2260834"/>
              <a:ext cx="274955" cy="274955"/>
            </a:xfrm>
            <a:custGeom>
              <a:avLst/>
              <a:gdLst/>
              <a:ahLst/>
              <a:cxnLst/>
              <a:rect l="l" t="t" r="r" b="b"/>
              <a:pathLst>
                <a:path w="274954" h="274955">
                  <a:moveTo>
                    <a:pt x="137322" y="0"/>
                  </a:moveTo>
                  <a:lnTo>
                    <a:pt x="93919" y="6994"/>
                  </a:lnTo>
                  <a:lnTo>
                    <a:pt x="56223" y="26468"/>
                  </a:lnTo>
                  <a:lnTo>
                    <a:pt x="26496" y="56161"/>
                  </a:lnTo>
                  <a:lnTo>
                    <a:pt x="7001" y="93811"/>
                  </a:lnTo>
                  <a:lnTo>
                    <a:pt x="0" y="137157"/>
                  </a:lnTo>
                  <a:lnTo>
                    <a:pt x="7001" y="180533"/>
                  </a:lnTo>
                  <a:lnTo>
                    <a:pt x="26496" y="218202"/>
                  </a:lnTo>
                  <a:lnTo>
                    <a:pt x="56223" y="247904"/>
                  </a:lnTo>
                  <a:lnTo>
                    <a:pt x="93919" y="267382"/>
                  </a:lnTo>
                  <a:lnTo>
                    <a:pt x="137322" y="274377"/>
                  </a:lnTo>
                  <a:lnTo>
                    <a:pt x="180726" y="267382"/>
                  </a:lnTo>
                  <a:lnTo>
                    <a:pt x="218419" y="247904"/>
                  </a:lnTo>
                  <a:lnTo>
                    <a:pt x="248142" y="218202"/>
                  </a:lnTo>
                  <a:lnTo>
                    <a:pt x="267633" y="180533"/>
                  </a:lnTo>
                  <a:lnTo>
                    <a:pt x="274632" y="137157"/>
                  </a:lnTo>
                  <a:lnTo>
                    <a:pt x="267633" y="93812"/>
                  </a:lnTo>
                  <a:lnTo>
                    <a:pt x="248142" y="56161"/>
                  </a:lnTo>
                  <a:lnTo>
                    <a:pt x="218419" y="26468"/>
                  </a:lnTo>
                  <a:lnTo>
                    <a:pt x="180726" y="6994"/>
                  </a:lnTo>
                  <a:lnTo>
                    <a:pt x="137322" y="0"/>
                  </a:lnTo>
                  <a:close/>
                </a:path>
              </a:pathLst>
            </a:custGeom>
            <a:solidFill>
              <a:srgbClr val="04AB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0176127" y="1618955"/>
              <a:ext cx="331470" cy="444500"/>
            </a:xfrm>
            <a:custGeom>
              <a:avLst/>
              <a:gdLst/>
              <a:ahLst/>
              <a:cxnLst/>
              <a:rect l="l" t="t" r="r" b="b"/>
              <a:pathLst>
                <a:path w="331470" h="444500">
                  <a:moveTo>
                    <a:pt x="267336" y="0"/>
                  </a:moveTo>
                  <a:lnTo>
                    <a:pt x="242494" y="5011"/>
                  </a:lnTo>
                  <a:lnTo>
                    <a:pt x="222206" y="18678"/>
                  </a:lnTo>
                  <a:lnTo>
                    <a:pt x="208527" y="38948"/>
                  </a:lnTo>
                  <a:lnTo>
                    <a:pt x="203511" y="63768"/>
                  </a:lnTo>
                  <a:lnTo>
                    <a:pt x="206974" y="84507"/>
                  </a:lnTo>
                  <a:lnTo>
                    <a:pt x="216589" y="102390"/>
                  </a:lnTo>
                  <a:lnTo>
                    <a:pt x="231192" y="116272"/>
                  </a:lnTo>
                  <a:lnTo>
                    <a:pt x="249620" y="125008"/>
                  </a:lnTo>
                  <a:lnTo>
                    <a:pt x="249620" y="410178"/>
                  </a:lnTo>
                  <a:lnTo>
                    <a:pt x="0" y="410178"/>
                  </a:lnTo>
                  <a:lnTo>
                    <a:pt x="0" y="444221"/>
                  </a:lnTo>
                  <a:lnTo>
                    <a:pt x="280792" y="444221"/>
                  </a:lnTo>
                  <a:lnTo>
                    <a:pt x="280792" y="126056"/>
                  </a:lnTo>
                  <a:lnTo>
                    <a:pt x="300797" y="118024"/>
                  </a:lnTo>
                  <a:lnTo>
                    <a:pt x="316763" y="104071"/>
                  </a:lnTo>
                  <a:lnTo>
                    <a:pt x="327336" y="85538"/>
                  </a:lnTo>
                  <a:lnTo>
                    <a:pt x="331161" y="63768"/>
                  </a:lnTo>
                  <a:lnTo>
                    <a:pt x="326145" y="38948"/>
                  </a:lnTo>
                  <a:lnTo>
                    <a:pt x="312465" y="18678"/>
                  </a:lnTo>
                  <a:lnTo>
                    <a:pt x="292178" y="5011"/>
                  </a:lnTo>
                  <a:lnTo>
                    <a:pt x="267336" y="0"/>
                  </a:lnTo>
                  <a:close/>
                </a:path>
              </a:pathLst>
            </a:custGeom>
            <a:solidFill>
              <a:srgbClr val="276A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0327172" y="1761355"/>
              <a:ext cx="454659" cy="485140"/>
            </a:xfrm>
            <a:custGeom>
              <a:avLst/>
              <a:gdLst/>
              <a:ahLst/>
              <a:cxnLst/>
              <a:rect l="l" t="t" r="r" b="b"/>
              <a:pathLst>
                <a:path w="454659" h="485139">
                  <a:moveTo>
                    <a:pt x="390727" y="0"/>
                  </a:moveTo>
                  <a:lnTo>
                    <a:pt x="365885" y="5011"/>
                  </a:lnTo>
                  <a:lnTo>
                    <a:pt x="345597" y="18678"/>
                  </a:lnTo>
                  <a:lnTo>
                    <a:pt x="331918" y="38948"/>
                  </a:lnTo>
                  <a:lnTo>
                    <a:pt x="326902" y="63768"/>
                  </a:lnTo>
                  <a:lnTo>
                    <a:pt x="330239" y="84179"/>
                  </a:lnTo>
                  <a:lnTo>
                    <a:pt x="339525" y="101850"/>
                  </a:lnTo>
                  <a:lnTo>
                    <a:pt x="353672" y="115682"/>
                  </a:lnTo>
                  <a:lnTo>
                    <a:pt x="371591" y="124576"/>
                  </a:lnTo>
                  <a:lnTo>
                    <a:pt x="371592" y="454890"/>
                  </a:lnTo>
                  <a:lnTo>
                    <a:pt x="0" y="454890"/>
                  </a:lnTo>
                  <a:lnTo>
                    <a:pt x="0" y="484554"/>
                  </a:lnTo>
                  <a:lnTo>
                    <a:pt x="400233" y="484554"/>
                  </a:lnTo>
                  <a:lnTo>
                    <a:pt x="400232" y="126735"/>
                  </a:lnTo>
                  <a:lnTo>
                    <a:pt x="421678" y="119437"/>
                  </a:lnTo>
                  <a:lnTo>
                    <a:pt x="438888" y="105497"/>
                  </a:lnTo>
                  <a:lnTo>
                    <a:pt x="450335" y="86433"/>
                  </a:lnTo>
                  <a:lnTo>
                    <a:pt x="454490" y="63768"/>
                  </a:lnTo>
                  <a:lnTo>
                    <a:pt x="449483" y="38948"/>
                  </a:lnTo>
                  <a:lnTo>
                    <a:pt x="435825" y="18678"/>
                  </a:lnTo>
                  <a:lnTo>
                    <a:pt x="415559" y="5011"/>
                  </a:lnTo>
                  <a:lnTo>
                    <a:pt x="390727" y="0"/>
                  </a:lnTo>
                  <a:close/>
                </a:path>
              </a:pathLst>
            </a:custGeom>
            <a:solidFill>
              <a:srgbClr val="2860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0154153" y="2810199"/>
              <a:ext cx="331470" cy="444500"/>
            </a:xfrm>
            <a:custGeom>
              <a:avLst/>
              <a:gdLst/>
              <a:ahLst/>
              <a:cxnLst/>
              <a:rect l="l" t="t" r="r" b="b"/>
              <a:pathLst>
                <a:path w="331470" h="444500">
                  <a:moveTo>
                    <a:pt x="280792" y="0"/>
                  </a:moveTo>
                  <a:lnTo>
                    <a:pt x="0" y="0"/>
                  </a:lnTo>
                  <a:lnTo>
                    <a:pt x="0" y="34005"/>
                  </a:lnTo>
                  <a:lnTo>
                    <a:pt x="249621" y="34005"/>
                  </a:lnTo>
                  <a:lnTo>
                    <a:pt x="249621" y="319212"/>
                  </a:lnTo>
                  <a:lnTo>
                    <a:pt x="231166" y="327930"/>
                  </a:lnTo>
                  <a:lnTo>
                    <a:pt x="216566" y="341803"/>
                  </a:lnTo>
                  <a:lnTo>
                    <a:pt x="206966" y="359685"/>
                  </a:lnTo>
                  <a:lnTo>
                    <a:pt x="203511" y="380434"/>
                  </a:lnTo>
                  <a:lnTo>
                    <a:pt x="208527" y="405251"/>
                  </a:lnTo>
                  <a:lnTo>
                    <a:pt x="222206" y="425517"/>
                  </a:lnTo>
                  <a:lnTo>
                    <a:pt x="242494" y="439179"/>
                  </a:lnTo>
                  <a:lnTo>
                    <a:pt x="267336" y="444189"/>
                  </a:lnTo>
                  <a:lnTo>
                    <a:pt x="292168" y="439179"/>
                  </a:lnTo>
                  <a:lnTo>
                    <a:pt x="312435" y="425517"/>
                  </a:lnTo>
                  <a:lnTo>
                    <a:pt x="326093" y="405251"/>
                  </a:lnTo>
                  <a:lnTo>
                    <a:pt x="331099" y="380434"/>
                  </a:lnTo>
                  <a:lnTo>
                    <a:pt x="327310" y="358657"/>
                  </a:lnTo>
                  <a:lnTo>
                    <a:pt x="316756" y="340121"/>
                  </a:lnTo>
                  <a:lnTo>
                    <a:pt x="300797" y="326163"/>
                  </a:lnTo>
                  <a:lnTo>
                    <a:pt x="280792" y="318121"/>
                  </a:lnTo>
                  <a:lnTo>
                    <a:pt x="280792" y="0"/>
                  </a:lnTo>
                  <a:close/>
                </a:path>
              </a:pathLst>
            </a:custGeom>
            <a:solidFill>
              <a:srgbClr val="276A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0305197" y="2627410"/>
              <a:ext cx="454659" cy="485140"/>
            </a:xfrm>
            <a:custGeom>
              <a:avLst/>
              <a:gdLst/>
              <a:ahLst/>
              <a:cxnLst/>
              <a:rect l="l" t="t" r="r" b="b"/>
              <a:pathLst>
                <a:path w="454659" h="485139">
                  <a:moveTo>
                    <a:pt x="400233" y="0"/>
                  </a:moveTo>
                  <a:lnTo>
                    <a:pt x="0" y="0"/>
                  </a:lnTo>
                  <a:lnTo>
                    <a:pt x="0" y="29651"/>
                  </a:lnTo>
                  <a:lnTo>
                    <a:pt x="371530" y="29651"/>
                  </a:lnTo>
                  <a:lnTo>
                    <a:pt x="371530" y="359984"/>
                  </a:lnTo>
                  <a:lnTo>
                    <a:pt x="353646" y="368900"/>
                  </a:lnTo>
                  <a:lnTo>
                    <a:pt x="339517" y="382740"/>
                  </a:lnTo>
                  <a:lnTo>
                    <a:pt x="330238" y="400412"/>
                  </a:lnTo>
                  <a:lnTo>
                    <a:pt x="326902" y="420829"/>
                  </a:lnTo>
                  <a:lnTo>
                    <a:pt x="331909" y="445647"/>
                  </a:lnTo>
                  <a:lnTo>
                    <a:pt x="345566" y="465912"/>
                  </a:lnTo>
                  <a:lnTo>
                    <a:pt x="365833" y="479575"/>
                  </a:lnTo>
                  <a:lnTo>
                    <a:pt x="390665" y="484585"/>
                  </a:lnTo>
                  <a:lnTo>
                    <a:pt x="415507" y="479575"/>
                  </a:lnTo>
                  <a:lnTo>
                    <a:pt x="435795" y="465912"/>
                  </a:lnTo>
                  <a:lnTo>
                    <a:pt x="449474" y="445647"/>
                  </a:lnTo>
                  <a:lnTo>
                    <a:pt x="454490" y="420829"/>
                  </a:lnTo>
                  <a:lnTo>
                    <a:pt x="450335" y="398147"/>
                  </a:lnTo>
                  <a:lnTo>
                    <a:pt x="438889" y="379078"/>
                  </a:lnTo>
                  <a:lnTo>
                    <a:pt x="421679" y="365140"/>
                  </a:lnTo>
                  <a:lnTo>
                    <a:pt x="400233" y="357850"/>
                  </a:lnTo>
                  <a:lnTo>
                    <a:pt x="400233" y="0"/>
                  </a:lnTo>
                  <a:close/>
                </a:path>
              </a:pathLst>
            </a:custGeom>
            <a:solidFill>
              <a:srgbClr val="04AB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0327172" y="2348531"/>
              <a:ext cx="601345" cy="127635"/>
            </a:xfrm>
            <a:custGeom>
              <a:avLst/>
              <a:gdLst/>
              <a:ahLst/>
              <a:cxnLst/>
              <a:rect l="l" t="t" r="r" b="b"/>
              <a:pathLst>
                <a:path w="601345" h="127635">
                  <a:moveTo>
                    <a:pt x="537512" y="0"/>
                  </a:moveTo>
                  <a:lnTo>
                    <a:pt x="515899" y="3748"/>
                  </a:lnTo>
                  <a:lnTo>
                    <a:pt x="497475" y="14122"/>
                  </a:lnTo>
                  <a:lnTo>
                    <a:pt x="483529" y="29816"/>
                  </a:lnTo>
                  <a:lnTo>
                    <a:pt x="475353" y="49522"/>
                  </a:lnTo>
                  <a:lnTo>
                    <a:pt x="0" y="49522"/>
                  </a:lnTo>
                  <a:lnTo>
                    <a:pt x="0" y="78076"/>
                  </a:lnTo>
                  <a:lnTo>
                    <a:pt x="475353" y="78076"/>
                  </a:lnTo>
                  <a:lnTo>
                    <a:pt x="483529" y="97746"/>
                  </a:lnTo>
                  <a:lnTo>
                    <a:pt x="497475" y="113421"/>
                  </a:lnTo>
                  <a:lnTo>
                    <a:pt x="515899" y="123789"/>
                  </a:lnTo>
                  <a:lnTo>
                    <a:pt x="537512" y="127537"/>
                  </a:lnTo>
                  <a:lnTo>
                    <a:pt x="562344" y="122525"/>
                  </a:lnTo>
                  <a:lnTo>
                    <a:pt x="582611" y="108858"/>
                  </a:lnTo>
                  <a:lnTo>
                    <a:pt x="596268" y="88588"/>
                  </a:lnTo>
                  <a:lnTo>
                    <a:pt x="601275" y="63768"/>
                  </a:lnTo>
                  <a:lnTo>
                    <a:pt x="596260" y="38948"/>
                  </a:lnTo>
                  <a:lnTo>
                    <a:pt x="582587" y="18678"/>
                  </a:lnTo>
                  <a:lnTo>
                    <a:pt x="562318" y="5011"/>
                  </a:lnTo>
                  <a:lnTo>
                    <a:pt x="537512" y="0"/>
                  </a:lnTo>
                  <a:close/>
                </a:path>
              </a:pathLst>
            </a:custGeom>
            <a:solidFill>
              <a:srgbClr val="276A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393686" y="2424562"/>
              <a:ext cx="1861185" cy="1363980"/>
            </a:xfrm>
            <a:custGeom>
              <a:avLst/>
              <a:gdLst/>
              <a:ahLst/>
              <a:cxnLst/>
              <a:rect l="l" t="t" r="r" b="b"/>
              <a:pathLst>
                <a:path w="1861185" h="1363979">
                  <a:moveTo>
                    <a:pt x="930518" y="0"/>
                  </a:moveTo>
                  <a:lnTo>
                    <a:pt x="878796" y="4034"/>
                  </a:lnTo>
                  <a:lnTo>
                    <a:pt x="829060" y="15934"/>
                  </a:lnTo>
                  <a:lnTo>
                    <a:pt x="782034" y="35394"/>
                  </a:lnTo>
                  <a:lnTo>
                    <a:pt x="738444" y="62107"/>
                  </a:lnTo>
                  <a:lnTo>
                    <a:pt x="699014" y="95768"/>
                  </a:lnTo>
                  <a:lnTo>
                    <a:pt x="667369" y="132412"/>
                  </a:lnTo>
                  <a:lnTo>
                    <a:pt x="642053" y="172298"/>
                  </a:lnTo>
                  <a:lnTo>
                    <a:pt x="623067" y="214707"/>
                  </a:lnTo>
                  <a:lnTo>
                    <a:pt x="610409" y="258917"/>
                  </a:lnTo>
                  <a:lnTo>
                    <a:pt x="604080" y="304207"/>
                  </a:lnTo>
                  <a:lnTo>
                    <a:pt x="604080" y="349857"/>
                  </a:lnTo>
                  <a:lnTo>
                    <a:pt x="610409" y="395146"/>
                  </a:lnTo>
                  <a:lnTo>
                    <a:pt x="623067" y="439353"/>
                  </a:lnTo>
                  <a:lnTo>
                    <a:pt x="642053" y="481757"/>
                  </a:lnTo>
                  <a:lnTo>
                    <a:pt x="667369" y="521637"/>
                  </a:lnTo>
                  <a:lnTo>
                    <a:pt x="699014" y="558274"/>
                  </a:lnTo>
                  <a:lnTo>
                    <a:pt x="739599" y="592820"/>
                  </a:lnTo>
                  <a:lnTo>
                    <a:pt x="695259" y="600324"/>
                  </a:lnTo>
                  <a:lnTo>
                    <a:pt x="652496" y="613350"/>
                  </a:lnTo>
                  <a:lnTo>
                    <a:pt x="611761" y="631729"/>
                  </a:lnTo>
                  <a:lnTo>
                    <a:pt x="573506" y="655291"/>
                  </a:lnTo>
                  <a:lnTo>
                    <a:pt x="567179" y="610500"/>
                  </a:lnTo>
                  <a:lnTo>
                    <a:pt x="552667" y="568865"/>
                  </a:lnTo>
                  <a:lnTo>
                    <a:pt x="530840" y="531252"/>
                  </a:lnTo>
                  <a:lnTo>
                    <a:pt x="502565" y="498528"/>
                  </a:lnTo>
                  <a:lnTo>
                    <a:pt x="468710" y="471557"/>
                  </a:lnTo>
                  <a:lnTo>
                    <a:pt x="430143" y="451207"/>
                  </a:lnTo>
                  <a:lnTo>
                    <a:pt x="387733" y="438343"/>
                  </a:lnTo>
                  <a:lnTo>
                    <a:pt x="342346" y="433831"/>
                  </a:lnTo>
                  <a:lnTo>
                    <a:pt x="295775" y="438536"/>
                  </a:lnTo>
                  <a:lnTo>
                    <a:pt x="252369" y="452026"/>
                  </a:lnTo>
                  <a:lnTo>
                    <a:pt x="213067" y="473363"/>
                  </a:lnTo>
                  <a:lnTo>
                    <a:pt x="178806" y="501612"/>
                  </a:lnTo>
                  <a:lnTo>
                    <a:pt x="150526" y="535835"/>
                  </a:lnTo>
                  <a:lnTo>
                    <a:pt x="129164" y="575094"/>
                  </a:lnTo>
                  <a:lnTo>
                    <a:pt x="115659" y="618453"/>
                  </a:lnTo>
                  <a:lnTo>
                    <a:pt x="110949" y="664974"/>
                  </a:lnTo>
                  <a:lnTo>
                    <a:pt x="115777" y="711697"/>
                  </a:lnTo>
                  <a:lnTo>
                    <a:pt x="129766" y="755901"/>
                  </a:lnTo>
                  <a:lnTo>
                    <a:pt x="152168" y="796310"/>
                  </a:lnTo>
                  <a:lnTo>
                    <a:pt x="182239" y="831648"/>
                  </a:lnTo>
                  <a:lnTo>
                    <a:pt x="138928" y="847868"/>
                  </a:lnTo>
                  <a:lnTo>
                    <a:pt x="99988" y="871480"/>
                  </a:lnTo>
                  <a:lnTo>
                    <a:pt x="66252" y="901619"/>
                  </a:lnTo>
                  <a:lnTo>
                    <a:pt x="38552" y="937420"/>
                  </a:lnTo>
                  <a:lnTo>
                    <a:pt x="17721" y="978017"/>
                  </a:lnTo>
                  <a:lnTo>
                    <a:pt x="4593" y="1022545"/>
                  </a:lnTo>
                  <a:lnTo>
                    <a:pt x="0" y="1070138"/>
                  </a:lnTo>
                  <a:lnTo>
                    <a:pt x="0" y="1363704"/>
                  </a:lnTo>
                  <a:lnTo>
                    <a:pt x="1861036" y="1363704"/>
                  </a:lnTo>
                  <a:lnTo>
                    <a:pt x="1861036" y="1070063"/>
                  </a:lnTo>
                  <a:lnTo>
                    <a:pt x="1856225" y="1021920"/>
                  </a:lnTo>
                  <a:lnTo>
                    <a:pt x="1842515" y="976849"/>
                  </a:lnTo>
                  <a:lnTo>
                    <a:pt x="1820833" y="935784"/>
                  </a:lnTo>
                  <a:lnTo>
                    <a:pt x="1792104" y="899659"/>
                  </a:lnTo>
                  <a:lnTo>
                    <a:pt x="1757255" y="869410"/>
                  </a:lnTo>
                  <a:lnTo>
                    <a:pt x="1717212" y="845970"/>
                  </a:lnTo>
                  <a:lnTo>
                    <a:pt x="1672900" y="830274"/>
                  </a:lnTo>
                  <a:lnTo>
                    <a:pt x="1702410" y="795103"/>
                  </a:lnTo>
                  <a:lnTo>
                    <a:pt x="1724378" y="754988"/>
                  </a:lnTo>
                  <a:lnTo>
                    <a:pt x="1738085" y="711184"/>
                  </a:lnTo>
                  <a:lnTo>
                    <a:pt x="1742814" y="664944"/>
                  </a:lnTo>
                  <a:lnTo>
                    <a:pt x="1738074" y="618464"/>
                  </a:lnTo>
                  <a:lnTo>
                    <a:pt x="1724548" y="575138"/>
                  </a:lnTo>
                  <a:lnTo>
                    <a:pt x="1703174" y="535902"/>
                  </a:lnTo>
                  <a:lnTo>
                    <a:pt x="1674889" y="501691"/>
                  </a:lnTo>
                  <a:lnTo>
                    <a:pt x="1640633" y="473442"/>
                  </a:lnTo>
                  <a:lnTo>
                    <a:pt x="1601341" y="452091"/>
                  </a:lnTo>
                  <a:lnTo>
                    <a:pt x="1557952" y="438576"/>
                  </a:lnTo>
                  <a:lnTo>
                    <a:pt x="1511404" y="433831"/>
                  </a:lnTo>
                  <a:lnTo>
                    <a:pt x="1466595" y="438183"/>
                  </a:lnTo>
                  <a:lnTo>
                    <a:pt x="1424675" y="450685"/>
                  </a:lnTo>
                  <a:lnTo>
                    <a:pt x="1386476" y="470504"/>
                  </a:lnTo>
                  <a:lnTo>
                    <a:pt x="1352831" y="496810"/>
                  </a:lnTo>
                  <a:lnTo>
                    <a:pt x="1324574" y="528770"/>
                  </a:lnTo>
                  <a:lnTo>
                    <a:pt x="1302539" y="565554"/>
                  </a:lnTo>
                  <a:lnTo>
                    <a:pt x="1287557" y="606328"/>
                  </a:lnTo>
                  <a:lnTo>
                    <a:pt x="1280463" y="650263"/>
                  </a:lnTo>
                  <a:lnTo>
                    <a:pt x="1243576" y="628690"/>
                  </a:lnTo>
                  <a:lnTo>
                    <a:pt x="1204491" y="611820"/>
                  </a:lnTo>
                  <a:lnTo>
                    <a:pt x="1163635" y="599810"/>
                  </a:lnTo>
                  <a:lnTo>
                    <a:pt x="1121437" y="592820"/>
                  </a:lnTo>
                  <a:lnTo>
                    <a:pt x="1142304" y="576449"/>
                  </a:lnTo>
                  <a:lnTo>
                    <a:pt x="1195741" y="518884"/>
                  </a:lnTo>
                  <a:lnTo>
                    <a:pt x="1222484" y="475340"/>
                  </a:lnTo>
                  <a:lnTo>
                    <a:pt x="1241955" y="428367"/>
                  </a:lnTo>
                  <a:lnTo>
                    <a:pt x="1253855" y="378691"/>
                  </a:lnTo>
                  <a:lnTo>
                    <a:pt x="1257888" y="327037"/>
                  </a:lnTo>
                  <a:lnTo>
                    <a:pt x="1253849" y="275379"/>
                  </a:lnTo>
                  <a:lnTo>
                    <a:pt x="1241937" y="225695"/>
                  </a:lnTo>
                  <a:lnTo>
                    <a:pt x="1222457" y="178713"/>
                  </a:lnTo>
                  <a:lnTo>
                    <a:pt x="1195717" y="135161"/>
                  </a:lnTo>
                  <a:lnTo>
                    <a:pt x="1162022" y="95768"/>
                  </a:lnTo>
                  <a:lnTo>
                    <a:pt x="1122592" y="62095"/>
                  </a:lnTo>
                  <a:lnTo>
                    <a:pt x="1079002" y="35380"/>
                  </a:lnTo>
                  <a:lnTo>
                    <a:pt x="1031976" y="15925"/>
                  </a:lnTo>
                  <a:lnTo>
                    <a:pt x="982240" y="4031"/>
                  </a:lnTo>
                  <a:lnTo>
                    <a:pt x="930518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416199" y="2447083"/>
              <a:ext cx="1816100" cy="1318895"/>
            </a:xfrm>
            <a:custGeom>
              <a:avLst/>
              <a:gdLst/>
              <a:ahLst/>
              <a:cxnLst/>
              <a:rect l="l" t="t" r="r" b="b"/>
              <a:pathLst>
                <a:path w="1816100" h="1318895">
                  <a:moveTo>
                    <a:pt x="908037" y="0"/>
                  </a:moveTo>
                  <a:lnTo>
                    <a:pt x="859879" y="3754"/>
                  </a:lnTo>
                  <a:lnTo>
                    <a:pt x="813565" y="14831"/>
                  </a:lnTo>
                  <a:lnTo>
                    <a:pt x="769774" y="32951"/>
                  </a:lnTo>
                  <a:lnTo>
                    <a:pt x="729185" y="57837"/>
                  </a:lnTo>
                  <a:lnTo>
                    <a:pt x="692479" y="89208"/>
                  </a:lnTo>
                  <a:lnTo>
                    <a:pt x="660390" y="126921"/>
                  </a:lnTo>
                  <a:lnTo>
                    <a:pt x="635432" y="168207"/>
                  </a:lnTo>
                  <a:lnTo>
                    <a:pt x="617605" y="212173"/>
                  </a:lnTo>
                  <a:lnTo>
                    <a:pt x="606909" y="257926"/>
                  </a:lnTo>
                  <a:lnTo>
                    <a:pt x="603343" y="304570"/>
                  </a:lnTo>
                  <a:lnTo>
                    <a:pt x="606909" y="351213"/>
                  </a:lnTo>
                  <a:lnTo>
                    <a:pt x="617605" y="396959"/>
                  </a:lnTo>
                  <a:lnTo>
                    <a:pt x="635432" y="440916"/>
                  </a:lnTo>
                  <a:lnTo>
                    <a:pt x="660390" y="482190"/>
                  </a:lnTo>
                  <a:lnTo>
                    <a:pt x="692479" y="519885"/>
                  </a:lnTo>
                  <a:lnTo>
                    <a:pt x="744770" y="561850"/>
                  </a:lnTo>
                  <a:lnTo>
                    <a:pt x="804072" y="590977"/>
                  </a:lnTo>
                  <a:lnTo>
                    <a:pt x="753357" y="590977"/>
                  </a:lnTo>
                  <a:lnTo>
                    <a:pt x="701183" y="595166"/>
                  </a:lnTo>
                  <a:lnTo>
                    <a:pt x="651579" y="607195"/>
                  </a:lnTo>
                  <a:lnTo>
                    <a:pt x="605193" y="626426"/>
                  </a:lnTo>
                  <a:lnTo>
                    <a:pt x="562672" y="652218"/>
                  </a:lnTo>
                  <a:lnTo>
                    <a:pt x="524667" y="683935"/>
                  </a:lnTo>
                  <a:lnTo>
                    <a:pt x="527754" y="663499"/>
                  </a:lnTo>
                  <a:lnTo>
                    <a:pt x="523254" y="594720"/>
                  </a:lnTo>
                  <a:lnTo>
                    <a:pt x="507490" y="550861"/>
                  </a:lnTo>
                  <a:lnTo>
                    <a:pt x="482794" y="512137"/>
                  </a:lnTo>
                  <a:lnTo>
                    <a:pt x="450427" y="479811"/>
                  </a:lnTo>
                  <a:lnTo>
                    <a:pt x="411653" y="455143"/>
                  </a:lnTo>
                  <a:lnTo>
                    <a:pt x="367733" y="439396"/>
                  </a:lnTo>
                  <a:lnTo>
                    <a:pt x="319928" y="433831"/>
                  </a:lnTo>
                  <a:lnTo>
                    <a:pt x="272092" y="439352"/>
                  </a:lnTo>
                  <a:lnTo>
                    <a:pt x="228151" y="455074"/>
                  </a:lnTo>
                  <a:lnTo>
                    <a:pt x="189367" y="479734"/>
                  </a:lnTo>
                  <a:lnTo>
                    <a:pt x="157003" y="512070"/>
                  </a:lnTo>
                  <a:lnTo>
                    <a:pt x="132322" y="550821"/>
                  </a:lnTo>
                  <a:lnTo>
                    <a:pt x="116587" y="594724"/>
                  </a:lnTo>
                  <a:lnTo>
                    <a:pt x="111061" y="642516"/>
                  </a:lnTo>
                  <a:lnTo>
                    <a:pt x="115943" y="687453"/>
                  </a:lnTo>
                  <a:lnTo>
                    <a:pt x="129891" y="729030"/>
                  </a:lnTo>
                  <a:lnTo>
                    <a:pt x="151859" y="766207"/>
                  </a:lnTo>
                  <a:lnTo>
                    <a:pt x="180801" y="797947"/>
                  </a:lnTo>
                  <a:lnTo>
                    <a:pt x="215670" y="823214"/>
                  </a:lnTo>
                  <a:lnTo>
                    <a:pt x="166053" y="830866"/>
                  </a:lnTo>
                  <a:lnTo>
                    <a:pt x="120606" y="848752"/>
                  </a:lnTo>
                  <a:lnTo>
                    <a:pt x="80587" y="875613"/>
                  </a:lnTo>
                  <a:lnTo>
                    <a:pt x="47256" y="910189"/>
                  </a:lnTo>
                  <a:lnTo>
                    <a:pt x="21875" y="951221"/>
                  </a:lnTo>
                  <a:lnTo>
                    <a:pt x="5702" y="997450"/>
                  </a:lnTo>
                  <a:lnTo>
                    <a:pt x="0" y="1047617"/>
                  </a:lnTo>
                  <a:lnTo>
                    <a:pt x="0" y="1318693"/>
                  </a:lnTo>
                  <a:lnTo>
                    <a:pt x="1816011" y="1318694"/>
                  </a:lnTo>
                  <a:lnTo>
                    <a:pt x="1816011" y="1047580"/>
                  </a:lnTo>
                  <a:lnTo>
                    <a:pt x="1811452" y="1002698"/>
                  </a:lnTo>
                  <a:lnTo>
                    <a:pt x="1798464" y="960833"/>
                  </a:lnTo>
                  <a:lnTo>
                    <a:pt x="1777940" y="922877"/>
                  </a:lnTo>
                  <a:lnTo>
                    <a:pt x="1750772" y="889723"/>
                  </a:lnTo>
                  <a:lnTo>
                    <a:pt x="1717852" y="862265"/>
                  </a:lnTo>
                  <a:lnTo>
                    <a:pt x="1680074" y="841396"/>
                  </a:lnTo>
                  <a:lnTo>
                    <a:pt x="1638330" y="828008"/>
                  </a:lnTo>
                  <a:lnTo>
                    <a:pt x="1593512" y="822996"/>
                  </a:lnTo>
                  <a:lnTo>
                    <a:pt x="1636082" y="790354"/>
                  </a:lnTo>
                  <a:lnTo>
                    <a:pt x="1669007" y="748034"/>
                  </a:lnTo>
                  <a:lnTo>
                    <a:pt x="1690254" y="698060"/>
                  </a:lnTo>
                  <a:lnTo>
                    <a:pt x="1697789" y="642454"/>
                  </a:lnTo>
                  <a:lnTo>
                    <a:pt x="1692229" y="594721"/>
                  </a:lnTo>
                  <a:lnTo>
                    <a:pt x="1676473" y="550862"/>
                  </a:lnTo>
                  <a:lnTo>
                    <a:pt x="1651780" y="512138"/>
                  </a:lnTo>
                  <a:lnTo>
                    <a:pt x="1619414" y="479811"/>
                  </a:lnTo>
                  <a:lnTo>
                    <a:pt x="1580636" y="455144"/>
                  </a:lnTo>
                  <a:lnTo>
                    <a:pt x="1536708" y="439396"/>
                  </a:lnTo>
                  <a:lnTo>
                    <a:pt x="1488891" y="433831"/>
                  </a:lnTo>
                  <a:lnTo>
                    <a:pt x="1441052" y="439352"/>
                  </a:lnTo>
                  <a:lnTo>
                    <a:pt x="1397109" y="455074"/>
                  </a:lnTo>
                  <a:lnTo>
                    <a:pt x="1358325" y="479734"/>
                  </a:lnTo>
                  <a:lnTo>
                    <a:pt x="1325962" y="512071"/>
                  </a:lnTo>
                  <a:lnTo>
                    <a:pt x="1301283" y="550821"/>
                  </a:lnTo>
                  <a:lnTo>
                    <a:pt x="1285550" y="594724"/>
                  </a:lnTo>
                  <a:lnTo>
                    <a:pt x="1280025" y="642516"/>
                  </a:lnTo>
                  <a:lnTo>
                    <a:pt x="1280693" y="659110"/>
                  </a:lnTo>
                  <a:lnTo>
                    <a:pt x="1282651" y="675376"/>
                  </a:lnTo>
                  <a:lnTo>
                    <a:pt x="1245484" y="646460"/>
                  </a:lnTo>
                  <a:lnTo>
                    <a:pt x="1204361" y="623012"/>
                  </a:lnTo>
                  <a:lnTo>
                    <a:pt x="1159828" y="605582"/>
                  </a:lnTo>
                  <a:lnTo>
                    <a:pt x="1112431" y="594720"/>
                  </a:lnTo>
                  <a:lnTo>
                    <a:pt x="1062716" y="590978"/>
                  </a:lnTo>
                  <a:lnTo>
                    <a:pt x="1012001" y="590977"/>
                  </a:lnTo>
                  <a:lnTo>
                    <a:pt x="1042413" y="578051"/>
                  </a:lnTo>
                  <a:lnTo>
                    <a:pt x="1098441" y="542405"/>
                  </a:lnTo>
                  <a:lnTo>
                    <a:pt x="1154998" y="483205"/>
                  </a:lnTo>
                  <a:lnTo>
                    <a:pt x="1179908" y="442656"/>
                  </a:lnTo>
                  <a:lnTo>
                    <a:pt x="1198048" y="398913"/>
                  </a:lnTo>
                  <a:lnTo>
                    <a:pt x="1209136" y="352652"/>
                  </a:lnTo>
                  <a:lnTo>
                    <a:pt x="1212894" y="304547"/>
                  </a:lnTo>
                  <a:lnTo>
                    <a:pt x="1209136" y="256439"/>
                  </a:lnTo>
                  <a:lnTo>
                    <a:pt x="1198048" y="210171"/>
                  </a:lnTo>
                  <a:lnTo>
                    <a:pt x="1179908" y="166424"/>
                  </a:lnTo>
                  <a:lnTo>
                    <a:pt x="1154998" y="125877"/>
                  </a:lnTo>
                  <a:lnTo>
                    <a:pt x="1123594" y="89209"/>
                  </a:lnTo>
                  <a:lnTo>
                    <a:pt x="1086876" y="57861"/>
                  </a:lnTo>
                  <a:lnTo>
                    <a:pt x="1046286" y="32978"/>
                  </a:lnTo>
                  <a:lnTo>
                    <a:pt x="1002499" y="14849"/>
                  </a:lnTo>
                  <a:lnTo>
                    <a:pt x="956191" y="3760"/>
                  </a:lnTo>
                  <a:lnTo>
                    <a:pt x="9080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461221" y="2492031"/>
              <a:ext cx="1726564" cy="1229360"/>
            </a:xfrm>
            <a:custGeom>
              <a:avLst/>
              <a:gdLst/>
              <a:ahLst/>
              <a:cxnLst/>
              <a:rect l="l" t="t" r="r" b="b"/>
              <a:pathLst>
                <a:path w="1726564" h="1229360">
                  <a:moveTo>
                    <a:pt x="382117" y="822934"/>
                  </a:moveTo>
                  <a:lnTo>
                    <a:pt x="179870" y="822934"/>
                  </a:lnTo>
                  <a:lnTo>
                    <a:pt x="132067" y="829411"/>
                  </a:lnTo>
                  <a:lnTo>
                    <a:pt x="89115" y="847547"/>
                  </a:lnTo>
                  <a:lnTo>
                    <a:pt x="52730" y="875652"/>
                  </a:lnTo>
                  <a:lnTo>
                    <a:pt x="24612" y="912012"/>
                  </a:lnTo>
                  <a:lnTo>
                    <a:pt x="6464" y="954925"/>
                  </a:lnTo>
                  <a:lnTo>
                    <a:pt x="0" y="1002677"/>
                  </a:lnTo>
                  <a:lnTo>
                    <a:pt x="0" y="1228775"/>
                  </a:lnTo>
                  <a:lnTo>
                    <a:pt x="378015" y="1228775"/>
                  </a:lnTo>
                  <a:lnTo>
                    <a:pt x="378015" y="874763"/>
                  </a:lnTo>
                  <a:lnTo>
                    <a:pt x="379031" y="848766"/>
                  </a:lnTo>
                  <a:lnTo>
                    <a:pt x="382117" y="822934"/>
                  </a:lnTo>
                  <a:close/>
                </a:path>
                <a:path w="1726564" h="1229360">
                  <a:moveTo>
                    <a:pt x="438683" y="597509"/>
                  </a:moveTo>
                  <a:lnTo>
                    <a:pt x="432803" y="554012"/>
                  </a:lnTo>
                  <a:lnTo>
                    <a:pt x="416280" y="514934"/>
                  </a:lnTo>
                  <a:lnTo>
                    <a:pt x="390652" y="481812"/>
                  </a:lnTo>
                  <a:lnTo>
                    <a:pt x="357505" y="456222"/>
                  </a:lnTo>
                  <a:lnTo>
                    <a:pt x="318376" y="439712"/>
                  </a:lnTo>
                  <a:lnTo>
                    <a:pt x="274840" y="433832"/>
                  </a:lnTo>
                  <a:lnTo>
                    <a:pt x="231279" y="439686"/>
                  </a:lnTo>
                  <a:lnTo>
                    <a:pt x="192138" y="456184"/>
                  </a:lnTo>
                  <a:lnTo>
                    <a:pt x="158965" y="481774"/>
                  </a:lnTo>
                  <a:lnTo>
                    <a:pt x="133350" y="514896"/>
                  </a:lnTo>
                  <a:lnTo>
                    <a:pt x="116840" y="553999"/>
                  </a:lnTo>
                  <a:lnTo>
                    <a:pt x="110985" y="597509"/>
                  </a:lnTo>
                  <a:lnTo>
                    <a:pt x="116840" y="641032"/>
                  </a:lnTo>
                  <a:lnTo>
                    <a:pt x="133350" y="680148"/>
                  </a:lnTo>
                  <a:lnTo>
                    <a:pt x="158965" y="713270"/>
                  </a:lnTo>
                  <a:lnTo>
                    <a:pt x="192138" y="738873"/>
                  </a:lnTo>
                  <a:lnTo>
                    <a:pt x="231279" y="755370"/>
                  </a:lnTo>
                  <a:lnTo>
                    <a:pt x="274840" y="761212"/>
                  </a:lnTo>
                  <a:lnTo>
                    <a:pt x="318389" y="755370"/>
                  </a:lnTo>
                  <a:lnTo>
                    <a:pt x="357530" y="738873"/>
                  </a:lnTo>
                  <a:lnTo>
                    <a:pt x="390690" y="713270"/>
                  </a:lnTo>
                  <a:lnTo>
                    <a:pt x="416306" y="680148"/>
                  </a:lnTo>
                  <a:lnTo>
                    <a:pt x="432828" y="641032"/>
                  </a:lnTo>
                  <a:lnTo>
                    <a:pt x="438683" y="597509"/>
                  </a:lnTo>
                  <a:close/>
                </a:path>
                <a:path w="1726564" h="1229360">
                  <a:moveTo>
                    <a:pt x="1122807" y="259575"/>
                  </a:moveTo>
                  <a:lnTo>
                    <a:pt x="1118616" y="212915"/>
                  </a:lnTo>
                  <a:lnTo>
                    <a:pt x="1106551" y="169011"/>
                  </a:lnTo>
                  <a:lnTo>
                    <a:pt x="1087335" y="128574"/>
                  </a:lnTo>
                  <a:lnTo>
                    <a:pt x="1061694" y="92341"/>
                  </a:lnTo>
                  <a:lnTo>
                    <a:pt x="1030376" y="61061"/>
                  </a:lnTo>
                  <a:lnTo>
                    <a:pt x="994117" y="35445"/>
                  </a:lnTo>
                  <a:lnTo>
                    <a:pt x="953630" y="16243"/>
                  </a:lnTo>
                  <a:lnTo>
                    <a:pt x="909675" y="4191"/>
                  </a:lnTo>
                  <a:lnTo>
                    <a:pt x="862977" y="0"/>
                  </a:lnTo>
                  <a:lnTo>
                    <a:pt x="816279" y="4191"/>
                  </a:lnTo>
                  <a:lnTo>
                    <a:pt x="772325" y="16243"/>
                  </a:lnTo>
                  <a:lnTo>
                    <a:pt x="731837" y="35445"/>
                  </a:lnTo>
                  <a:lnTo>
                    <a:pt x="695579" y="61061"/>
                  </a:lnTo>
                  <a:lnTo>
                    <a:pt x="664260" y="92341"/>
                  </a:lnTo>
                  <a:lnTo>
                    <a:pt x="638619" y="128574"/>
                  </a:lnTo>
                  <a:lnTo>
                    <a:pt x="619404" y="169011"/>
                  </a:lnTo>
                  <a:lnTo>
                    <a:pt x="607326" y="212915"/>
                  </a:lnTo>
                  <a:lnTo>
                    <a:pt x="603148" y="259575"/>
                  </a:lnTo>
                  <a:lnTo>
                    <a:pt x="607326" y="306235"/>
                  </a:lnTo>
                  <a:lnTo>
                    <a:pt x="619404" y="350151"/>
                  </a:lnTo>
                  <a:lnTo>
                    <a:pt x="638619" y="390588"/>
                  </a:lnTo>
                  <a:lnTo>
                    <a:pt x="664260" y="426821"/>
                  </a:lnTo>
                  <a:lnTo>
                    <a:pt x="695579" y="458101"/>
                  </a:lnTo>
                  <a:lnTo>
                    <a:pt x="731837" y="483704"/>
                  </a:lnTo>
                  <a:lnTo>
                    <a:pt x="772325" y="502907"/>
                  </a:lnTo>
                  <a:lnTo>
                    <a:pt x="816279" y="514959"/>
                  </a:lnTo>
                  <a:lnTo>
                    <a:pt x="862977" y="519137"/>
                  </a:lnTo>
                  <a:lnTo>
                    <a:pt x="909675" y="514959"/>
                  </a:lnTo>
                  <a:lnTo>
                    <a:pt x="953630" y="502907"/>
                  </a:lnTo>
                  <a:lnTo>
                    <a:pt x="994117" y="483704"/>
                  </a:lnTo>
                  <a:lnTo>
                    <a:pt x="1030376" y="458101"/>
                  </a:lnTo>
                  <a:lnTo>
                    <a:pt x="1061694" y="426821"/>
                  </a:lnTo>
                  <a:lnTo>
                    <a:pt x="1087335" y="390588"/>
                  </a:lnTo>
                  <a:lnTo>
                    <a:pt x="1106551" y="350151"/>
                  </a:lnTo>
                  <a:lnTo>
                    <a:pt x="1118616" y="306235"/>
                  </a:lnTo>
                  <a:lnTo>
                    <a:pt x="1122807" y="259575"/>
                  </a:lnTo>
                  <a:close/>
                </a:path>
                <a:path w="1726564" h="1229360">
                  <a:moveTo>
                    <a:pt x="1301750" y="874763"/>
                  </a:moveTo>
                  <a:lnTo>
                    <a:pt x="1298028" y="828636"/>
                  </a:lnTo>
                  <a:lnTo>
                    <a:pt x="1287259" y="784974"/>
                  </a:lnTo>
                  <a:lnTo>
                    <a:pt x="1270025" y="744270"/>
                  </a:lnTo>
                  <a:lnTo>
                    <a:pt x="1246924" y="707097"/>
                  </a:lnTo>
                  <a:lnTo>
                    <a:pt x="1218539" y="674027"/>
                  </a:lnTo>
                  <a:lnTo>
                    <a:pt x="1185430" y="645668"/>
                  </a:lnTo>
                  <a:lnTo>
                    <a:pt x="1148219" y="622604"/>
                  </a:lnTo>
                  <a:lnTo>
                    <a:pt x="1107465" y="605409"/>
                  </a:lnTo>
                  <a:lnTo>
                    <a:pt x="1063764" y="594652"/>
                  </a:lnTo>
                  <a:lnTo>
                    <a:pt x="1017689" y="590956"/>
                  </a:lnTo>
                  <a:lnTo>
                    <a:pt x="708329" y="590956"/>
                  </a:lnTo>
                  <a:lnTo>
                    <a:pt x="662279" y="594715"/>
                  </a:lnTo>
                  <a:lnTo>
                    <a:pt x="618591" y="605497"/>
                  </a:lnTo>
                  <a:lnTo>
                    <a:pt x="577850" y="622731"/>
                  </a:lnTo>
                  <a:lnTo>
                    <a:pt x="540639" y="645820"/>
                  </a:lnTo>
                  <a:lnTo>
                    <a:pt x="507542" y="674179"/>
                  </a:lnTo>
                  <a:lnTo>
                    <a:pt x="479158" y="707237"/>
                  </a:lnTo>
                  <a:lnTo>
                    <a:pt x="456044" y="744410"/>
                  </a:lnTo>
                  <a:lnTo>
                    <a:pt x="438797" y="785114"/>
                  </a:lnTo>
                  <a:lnTo>
                    <a:pt x="428002" y="828751"/>
                  </a:lnTo>
                  <a:lnTo>
                    <a:pt x="424230" y="874763"/>
                  </a:lnTo>
                  <a:lnTo>
                    <a:pt x="424230" y="1228775"/>
                  </a:lnTo>
                  <a:lnTo>
                    <a:pt x="557428" y="1228775"/>
                  </a:lnTo>
                  <a:lnTo>
                    <a:pt x="557428" y="950036"/>
                  </a:lnTo>
                  <a:lnTo>
                    <a:pt x="559244" y="941082"/>
                  </a:lnTo>
                  <a:lnTo>
                    <a:pt x="564184" y="933754"/>
                  </a:lnTo>
                  <a:lnTo>
                    <a:pt x="571525" y="928801"/>
                  </a:lnTo>
                  <a:lnTo>
                    <a:pt x="580504" y="926985"/>
                  </a:lnTo>
                  <a:lnTo>
                    <a:pt x="589534" y="928776"/>
                  </a:lnTo>
                  <a:lnTo>
                    <a:pt x="596900" y="933716"/>
                  </a:lnTo>
                  <a:lnTo>
                    <a:pt x="601853" y="941057"/>
                  </a:lnTo>
                  <a:lnTo>
                    <a:pt x="603681" y="950036"/>
                  </a:lnTo>
                  <a:lnTo>
                    <a:pt x="603681" y="1228775"/>
                  </a:lnTo>
                  <a:lnTo>
                    <a:pt x="1122273" y="1228775"/>
                  </a:lnTo>
                  <a:lnTo>
                    <a:pt x="1122273" y="950036"/>
                  </a:lnTo>
                  <a:lnTo>
                    <a:pt x="1124089" y="941057"/>
                  </a:lnTo>
                  <a:lnTo>
                    <a:pt x="1129042" y="933716"/>
                  </a:lnTo>
                  <a:lnTo>
                    <a:pt x="1136396" y="928763"/>
                  </a:lnTo>
                  <a:lnTo>
                    <a:pt x="1145387" y="926960"/>
                  </a:lnTo>
                  <a:lnTo>
                    <a:pt x="1154379" y="928763"/>
                  </a:lnTo>
                  <a:lnTo>
                    <a:pt x="1161732" y="933716"/>
                  </a:lnTo>
                  <a:lnTo>
                    <a:pt x="1166698" y="941057"/>
                  </a:lnTo>
                  <a:lnTo>
                    <a:pt x="1168527" y="950036"/>
                  </a:lnTo>
                  <a:lnTo>
                    <a:pt x="1168527" y="1228775"/>
                  </a:lnTo>
                  <a:lnTo>
                    <a:pt x="1301750" y="1228775"/>
                  </a:lnTo>
                  <a:lnTo>
                    <a:pt x="1301750" y="874763"/>
                  </a:lnTo>
                  <a:close/>
                </a:path>
                <a:path w="1726564" h="1229360">
                  <a:moveTo>
                    <a:pt x="1607731" y="597509"/>
                  </a:moveTo>
                  <a:lnTo>
                    <a:pt x="1601851" y="554012"/>
                  </a:lnTo>
                  <a:lnTo>
                    <a:pt x="1585328" y="514934"/>
                  </a:lnTo>
                  <a:lnTo>
                    <a:pt x="1559712" y="481812"/>
                  </a:lnTo>
                  <a:lnTo>
                    <a:pt x="1526578" y="456222"/>
                  </a:lnTo>
                  <a:lnTo>
                    <a:pt x="1487462" y="439712"/>
                  </a:lnTo>
                  <a:lnTo>
                    <a:pt x="1443863" y="433832"/>
                  </a:lnTo>
                  <a:lnTo>
                    <a:pt x="1400251" y="439712"/>
                  </a:lnTo>
                  <a:lnTo>
                    <a:pt x="1361122" y="456222"/>
                  </a:lnTo>
                  <a:lnTo>
                    <a:pt x="1327988" y="481812"/>
                  </a:lnTo>
                  <a:lnTo>
                    <a:pt x="1302385" y="514934"/>
                  </a:lnTo>
                  <a:lnTo>
                    <a:pt x="1285875" y="554012"/>
                  </a:lnTo>
                  <a:lnTo>
                    <a:pt x="1280020" y="597509"/>
                  </a:lnTo>
                  <a:lnTo>
                    <a:pt x="1285875" y="641032"/>
                  </a:lnTo>
                  <a:lnTo>
                    <a:pt x="1302385" y="680148"/>
                  </a:lnTo>
                  <a:lnTo>
                    <a:pt x="1328013" y="713270"/>
                  </a:lnTo>
                  <a:lnTo>
                    <a:pt x="1361173" y="738873"/>
                  </a:lnTo>
                  <a:lnTo>
                    <a:pt x="1400302" y="755370"/>
                  </a:lnTo>
                  <a:lnTo>
                    <a:pt x="1443863" y="761212"/>
                  </a:lnTo>
                  <a:lnTo>
                    <a:pt x="1487436" y="755370"/>
                  </a:lnTo>
                  <a:lnTo>
                    <a:pt x="1526578" y="738873"/>
                  </a:lnTo>
                  <a:lnTo>
                    <a:pt x="1559737" y="713270"/>
                  </a:lnTo>
                  <a:lnTo>
                    <a:pt x="1585366" y="680148"/>
                  </a:lnTo>
                  <a:lnTo>
                    <a:pt x="1601876" y="641032"/>
                  </a:lnTo>
                  <a:lnTo>
                    <a:pt x="1607731" y="597509"/>
                  </a:lnTo>
                  <a:close/>
                </a:path>
                <a:path w="1726564" h="1229360">
                  <a:moveTo>
                    <a:pt x="1725955" y="1002677"/>
                  </a:moveTo>
                  <a:lnTo>
                    <a:pt x="1719491" y="954938"/>
                  </a:lnTo>
                  <a:lnTo>
                    <a:pt x="1701342" y="912037"/>
                  </a:lnTo>
                  <a:lnTo>
                    <a:pt x="1673225" y="875677"/>
                  </a:lnTo>
                  <a:lnTo>
                    <a:pt x="1636839" y="847572"/>
                  </a:lnTo>
                  <a:lnTo>
                    <a:pt x="1593900" y="829424"/>
                  </a:lnTo>
                  <a:lnTo>
                    <a:pt x="1546110" y="822934"/>
                  </a:lnTo>
                  <a:lnTo>
                    <a:pt x="1343875" y="822934"/>
                  </a:lnTo>
                  <a:lnTo>
                    <a:pt x="1345666" y="835825"/>
                  </a:lnTo>
                  <a:lnTo>
                    <a:pt x="1347711" y="861745"/>
                  </a:lnTo>
                  <a:lnTo>
                    <a:pt x="1347965" y="1228775"/>
                  </a:lnTo>
                  <a:lnTo>
                    <a:pt x="1725955" y="1228775"/>
                  </a:lnTo>
                  <a:lnTo>
                    <a:pt x="1725955" y="1002677"/>
                  </a:lnTo>
                  <a:close/>
                </a:path>
              </a:pathLst>
            </a:custGeom>
            <a:solidFill>
              <a:srgbClr val="2860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256023" y="2436113"/>
              <a:ext cx="925830" cy="1202055"/>
            </a:xfrm>
            <a:custGeom>
              <a:avLst/>
              <a:gdLst/>
              <a:ahLst/>
              <a:cxnLst/>
              <a:rect l="l" t="t" r="r" b="b"/>
              <a:pathLst>
                <a:path w="925829" h="1202054">
                  <a:moveTo>
                    <a:pt x="0" y="669543"/>
                  </a:moveTo>
                  <a:lnTo>
                    <a:pt x="234314" y="669543"/>
                  </a:lnTo>
                  <a:lnTo>
                    <a:pt x="279096" y="665122"/>
                  </a:lnTo>
                  <a:lnTo>
                    <a:pt x="321770" y="652176"/>
                  </a:lnTo>
                  <a:lnTo>
                    <a:pt x="361134" y="631182"/>
                  </a:lnTo>
                  <a:lnTo>
                    <a:pt x="395986" y="602614"/>
                  </a:lnTo>
                  <a:lnTo>
                    <a:pt x="424499" y="567834"/>
                  </a:lnTo>
                  <a:lnTo>
                    <a:pt x="445500" y="528494"/>
                  </a:lnTo>
                  <a:lnTo>
                    <a:pt x="458475" y="485796"/>
                  </a:lnTo>
                  <a:lnTo>
                    <a:pt x="462914" y="440943"/>
                  </a:lnTo>
                  <a:lnTo>
                    <a:pt x="462914" y="228600"/>
                  </a:lnTo>
                  <a:lnTo>
                    <a:pt x="467559" y="182533"/>
                  </a:lnTo>
                  <a:lnTo>
                    <a:pt x="480881" y="139624"/>
                  </a:lnTo>
                  <a:lnTo>
                    <a:pt x="501960" y="100793"/>
                  </a:lnTo>
                  <a:lnTo>
                    <a:pt x="529875" y="66960"/>
                  </a:lnTo>
                  <a:lnTo>
                    <a:pt x="563708" y="39045"/>
                  </a:lnTo>
                  <a:lnTo>
                    <a:pt x="602539" y="17966"/>
                  </a:lnTo>
                  <a:lnTo>
                    <a:pt x="645448" y="4644"/>
                  </a:lnTo>
                  <a:lnTo>
                    <a:pt x="691514" y="0"/>
                  </a:lnTo>
                  <a:lnTo>
                    <a:pt x="925829" y="0"/>
                  </a:lnTo>
                </a:path>
                <a:path w="925829" h="1202054">
                  <a:moveTo>
                    <a:pt x="0" y="669543"/>
                  </a:moveTo>
                  <a:lnTo>
                    <a:pt x="234314" y="669543"/>
                  </a:lnTo>
                  <a:lnTo>
                    <a:pt x="279096" y="673983"/>
                  </a:lnTo>
                  <a:lnTo>
                    <a:pt x="321770" y="686958"/>
                  </a:lnTo>
                  <a:lnTo>
                    <a:pt x="361134" y="707959"/>
                  </a:lnTo>
                  <a:lnTo>
                    <a:pt x="395986" y="736472"/>
                  </a:lnTo>
                  <a:lnTo>
                    <a:pt x="424499" y="771324"/>
                  </a:lnTo>
                  <a:lnTo>
                    <a:pt x="445500" y="810688"/>
                  </a:lnTo>
                  <a:lnTo>
                    <a:pt x="458475" y="853362"/>
                  </a:lnTo>
                  <a:lnTo>
                    <a:pt x="462914" y="898143"/>
                  </a:lnTo>
                  <a:lnTo>
                    <a:pt x="462914" y="973454"/>
                  </a:lnTo>
                  <a:lnTo>
                    <a:pt x="467336" y="1018234"/>
                  </a:lnTo>
                  <a:lnTo>
                    <a:pt x="480282" y="1060894"/>
                  </a:lnTo>
                  <a:lnTo>
                    <a:pt x="501276" y="1100220"/>
                  </a:lnTo>
                  <a:lnTo>
                    <a:pt x="529843" y="1134999"/>
                  </a:lnTo>
                  <a:lnTo>
                    <a:pt x="564677" y="1163585"/>
                  </a:lnTo>
                  <a:lnTo>
                    <a:pt x="604012" y="1184624"/>
                  </a:lnTo>
                  <a:lnTo>
                    <a:pt x="646680" y="1197613"/>
                  </a:lnTo>
                  <a:lnTo>
                    <a:pt x="691514" y="1202054"/>
                  </a:lnTo>
                  <a:lnTo>
                    <a:pt x="925829" y="1202054"/>
                  </a:lnTo>
                </a:path>
              </a:pathLst>
            </a:custGeom>
            <a:ln w="19050">
              <a:solidFill>
                <a:srgbClr val="285F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7458998" y="0"/>
              <a:ext cx="10829290" cy="1470025"/>
            </a:xfrm>
            <a:custGeom>
              <a:avLst/>
              <a:gdLst/>
              <a:ahLst/>
              <a:cxnLst/>
              <a:rect l="l" t="t" r="r" b="b"/>
              <a:pathLst>
                <a:path w="10829290" h="1470025">
                  <a:moveTo>
                    <a:pt x="0" y="0"/>
                  </a:moveTo>
                  <a:lnTo>
                    <a:pt x="0" y="1469920"/>
                  </a:lnTo>
                  <a:lnTo>
                    <a:pt x="10828873" y="1469921"/>
                  </a:lnTo>
                  <a:lnTo>
                    <a:pt x="108288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3508560" y="0"/>
              <a:ext cx="4779645" cy="1119505"/>
            </a:xfrm>
            <a:custGeom>
              <a:avLst/>
              <a:gdLst/>
              <a:ahLst/>
              <a:cxnLst/>
              <a:rect l="l" t="t" r="r" b="b"/>
              <a:pathLst>
                <a:path w="4779644" h="1119505">
                  <a:moveTo>
                    <a:pt x="2366720" y="0"/>
                  </a:moveTo>
                  <a:lnTo>
                    <a:pt x="0" y="0"/>
                  </a:lnTo>
                  <a:lnTo>
                    <a:pt x="99292" y="52722"/>
                  </a:lnTo>
                  <a:lnTo>
                    <a:pt x="207446" y="111769"/>
                  </a:lnTo>
                  <a:lnTo>
                    <a:pt x="377087" y="207149"/>
                  </a:lnTo>
                  <a:lnTo>
                    <a:pt x="497736" y="273419"/>
                  </a:lnTo>
                  <a:lnTo>
                    <a:pt x="617499" y="336856"/>
                  </a:lnTo>
                  <a:lnTo>
                    <a:pt x="736374" y="397500"/>
                  </a:lnTo>
                  <a:lnTo>
                    <a:pt x="854356" y="455388"/>
                  </a:lnTo>
                  <a:lnTo>
                    <a:pt x="971442" y="510558"/>
                  </a:lnTo>
                  <a:lnTo>
                    <a:pt x="1087629" y="563050"/>
                  </a:lnTo>
                  <a:lnTo>
                    <a:pt x="1202914" y="612901"/>
                  </a:lnTo>
                  <a:lnTo>
                    <a:pt x="1317293" y="660149"/>
                  </a:lnTo>
                  <a:lnTo>
                    <a:pt x="1430763" y="704834"/>
                  </a:lnTo>
                  <a:lnTo>
                    <a:pt x="1543321" y="746992"/>
                  </a:lnTo>
                  <a:lnTo>
                    <a:pt x="1654963" y="786663"/>
                  </a:lnTo>
                  <a:lnTo>
                    <a:pt x="1765686" y="823884"/>
                  </a:lnTo>
                  <a:lnTo>
                    <a:pt x="1875487" y="858694"/>
                  </a:lnTo>
                  <a:lnTo>
                    <a:pt x="1984362" y="891132"/>
                  </a:lnTo>
                  <a:lnTo>
                    <a:pt x="2092307" y="921235"/>
                  </a:lnTo>
                  <a:lnTo>
                    <a:pt x="2199320" y="949042"/>
                  </a:lnTo>
                  <a:lnTo>
                    <a:pt x="2305398" y="974591"/>
                  </a:lnTo>
                  <a:lnTo>
                    <a:pt x="2410536" y="997920"/>
                  </a:lnTo>
                  <a:lnTo>
                    <a:pt x="2514732" y="1019068"/>
                  </a:lnTo>
                  <a:lnTo>
                    <a:pt x="2617982" y="1038072"/>
                  </a:lnTo>
                  <a:lnTo>
                    <a:pt x="2720282" y="1054972"/>
                  </a:lnTo>
                  <a:lnTo>
                    <a:pt x="2821630" y="1069806"/>
                  </a:lnTo>
                  <a:lnTo>
                    <a:pt x="2922022" y="1082611"/>
                  </a:lnTo>
                  <a:lnTo>
                    <a:pt x="3021455" y="1093426"/>
                  </a:lnTo>
                  <a:lnTo>
                    <a:pt x="3119925" y="1102289"/>
                  </a:lnTo>
                  <a:lnTo>
                    <a:pt x="3217430" y="1109239"/>
                  </a:lnTo>
                  <a:lnTo>
                    <a:pt x="3313965" y="1114314"/>
                  </a:lnTo>
                  <a:lnTo>
                    <a:pt x="3409527" y="1117552"/>
                  </a:lnTo>
                  <a:lnTo>
                    <a:pt x="3509540" y="1119049"/>
                  </a:lnTo>
                  <a:lnTo>
                    <a:pt x="3551040" y="1119049"/>
                  </a:lnTo>
                  <a:lnTo>
                    <a:pt x="3644156" y="1117862"/>
                  </a:lnTo>
                  <a:lnTo>
                    <a:pt x="3736288" y="1114973"/>
                  </a:lnTo>
                  <a:lnTo>
                    <a:pt x="3827432" y="1110418"/>
                  </a:lnTo>
                  <a:lnTo>
                    <a:pt x="3917585" y="1104238"/>
                  </a:lnTo>
                  <a:lnTo>
                    <a:pt x="4006743" y="1096470"/>
                  </a:lnTo>
                  <a:lnTo>
                    <a:pt x="4094904" y="1087151"/>
                  </a:lnTo>
                  <a:lnTo>
                    <a:pt x="4182064" y="1076321"/>
                  </a:lnTo>
                  <a:lnTo>
                    <a:pt x="4268219" y="1064019"/>
                  </a:lnTo>
                  <a:lnTo>
                    <a:pt x="4353367" y="1050281"/>
                  </a:lnTo>
                  <a:lnTo>
                    <a:pt x="4437503" y="1035146"/>
                  </a:lnTo>
                  <a:lnTo>
                    <a:pt x="4520625" y="1018653"/>
                  </a:lnTo>
                  <a:lnTo>
                    <a:pt x="4602729" y="1000840"/>
                  </a:lnTo>
                  <a:lnTo>
                    <a:pt x="4683812" y="981746"/>
                  </a:lnTo>
                  <a:lnTo>
                    <a:pt x="4763871" y="961407"/>
                  </a:lnTo>
                  <a:lnTo>
                    <a:pt x="4779311" y="462236"/>
                  </a:lnTo>
                  <a:lnTo>
                    <a:pt x="4266922" y="462236"/>
                  </a:lnTo>
                  <a:lnTo>
                    <a:pt x="4216887" y="462005"/>
                  </a:lnTo>
                  <a:lnTo>
                    <a:pt x="4166559" y="461118"/>
                  </a:lnTo>
                  <a:lnTo>
                    <a:pt x="4115940" y="459563"/>
                  </a:lnTo>
                  <a:lnTo>
                    <a:pt x="4065032" y="457330"/>
                  </a:lnTo>
                  <a:lnTo>
                    <a:pt x="4013838" y="454409"/>
                  </a:lnTo>
                  <a:lnTo>
                    <a:pt x="3962359" y="450788"/>
                  </a:lnTo>
                  <a:lnTo>
                    <a:pt x="3910596" y="446457"/>
                  </a:lnTo>
                  <a:lnTo>
                    <a:pt x="3858553" y="441405"/>
                  </a:lnTo>
                  <a:lnTo>
                    <a:pt x="3806230" y="435622"/>
                  </a:lnTo>
                  <a:lnTo>
                    <a:pt x="3753630" y="429098"/>
                  </a:lnTo>
                  <a:lnTo>
                    <a:pt x="3700754" y="421821"/>
                  </a:lnTo>
                  <a:lnTo>
                    <a:pt x="3647604" y="413781"/>
                  </a:lnTo>
                  <a:lnTo>
                    <a:pt x="3594183" y="404967"/>
                  </a:lnTo>
                  <a:lnTo>
                    <a:pt x="3540492" y="395369"/>
                  </a:lnTo>
                  <a:lnTo>
                    <a:pt x="3486532" y="384975"/>
                  </a:lnTo>
                  <a:lnTo>
                    <a:pt x="3432307" y="373777"/>
                  </a:lnTo>
                  <a:lnTo>
                    <a:pt x="3377818" y="361762"/>
                  </a:lnTo>
                  <a:lnTo>
                    <a:pt x="3323066" y="348920"/>
                  </a:lnTo>
                  <a:lnTo>
                    <a:pt x="3268053" y="335241"/>
                  </a:lnTo>
                  <a:lnTo>
                    <a:pt x="3212782" y="320714"/>
                  </a:lnTo>
                  <a:lnTo>
                    <a:pt x="3157255" y="305329"/>
                  </a:lnTo>
                  <a:lnTo>
                    <a:pt x="3101472" y="289074"/>
                  </a:lnTo>
                  <a:lnTo>
                    <a:pt x="3045437" y="271939"/>
                  </a:lnTo>
                  <a:lnTo>
                    <a:pt x="2989150" y="253914"/>
                  </a:lnTo>
                  <a:lnTo>
                    <a:pt x="2932615" y="234988"/>
                  </a:lnTo>
                  <a:lnTo>
                    <a:pt x="2875832" y="215150"/>
                  </a:lnTo>
                  <a:lnTo>
                    <a:pt x="2818804" y="194389"/>
                  </a:lnTo>
                  <a:lnTo>
                    <a:pt x="2761532" y="172696"/>
                  </a:lnTo>
                  <a:lnTo>
                    <a:pt x="2704018" y="150059"/>
                  </a:lnTo>
                  <a:lnTo>
                    <a:pt x="2646265" y="126468"/>
                  </a:lnTo>
                  <a:lnTo>
                    <a:pt x="2588274" y="101912"/>
                  </a:lnTo>
                  <a:lnTo>
                    <a:pt x="2530047" y="76381"/>
                  </a:lnTo>
                  <a:lnTo>
                    <a:pt x="2471586" y="49863"/>
                  </a:lnTo>
                  <a:lnTo>
                    <a:pt x="2412893" y="22349"/>
                  </a:lnTo>
                  <a:lnTo>
                    <a:pt x="2366720" y="0"/>
                  </a:lnTo>
                  <a:close/>
                </a:path>
                <a:path w="4779644" h="1119505">
                  <a:moveTo>
                    <a:pt x="4779311" y="426899"/>
                  </a:moveTo>
                  <a:lnTo>
                    <a:pt x="4750777" y="430745"/>
                  </a:lnTo>
                  <a:lnTo>
                    <a:pt x="4703770" y="436500"/>
                  </a:lnTo>
                  <a:lnTo>
                    <a:pt x="4656451" y="441704"/>
                  </a:lnTo>
                  <a:lnTo>
                    <a:pt x="4607693" y="446457"/>
                  </a:lnTo>
                  <a:lnTo>
                    <a:pt x="4607526" y="446457"/>
                  </a:lnTo>
                  <a:lnTo>
                    <a:pt x="4560888" y="450417"/>
                  </a:lnTo>
                  <a:lnTo>
                    <a:pt x="4512647" y="453905"/>
                  </a:lnTo>
                  <a:lnTo>
                    <a:pt x="4464102" y="456800"/>
                  </a:lnTo>
                  <a:lnTo>
                    <a:pt x="4415255" y="459091"/>
                  </a:lnTo>
                  <a:lnTo>
                    <a:pt x="4366109" y="460768"/>
                  </a:lnTo>
                  <a:lnTo>
                    <a:pt x="4316664" y="461820"/>
                  </a:lnTo>
                  <a:lnTo>
                    <a:pt x="4266922" y="462236"/>
                  </a:lnTo>
                  <a:lnTo>
                    <a:pt x="4779311" y="462236"/>
                  </a:lnTo>
                  <a:lnTo>
                    <a:pt x="4779311" y="426899"/>
                  </a:lnTo>
                  <a:close/>
                </a:path>
              </a:pathLst>
            </a:custGeom>
            <a:solidFill>
              <a:srgbClr val="008D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5169961" y="0"/>
              <a:ext cx="3118485" cy="553085"/>
            </a:xfrm>
            <a:custGeom>
              <a:avLst/>
              <a:gdLst/>
              <a:ahLst/>
              <a:cxnLst/>
              <a:rect l="l" t="t" r="r" b="b"/>
              <a:pathLst>
                <a:path w="3118484" h="553085">
                  <a:moveTo>
                    <a:pt x="3117910" y="0"/>
                  </a:moveTo>
                  <a:lnTo>
                    <a:pt x="0" y="0"/>
                  </a:lnTo>
                  <a:lnTo>
                    <a:pt x="107910" y="46621"/>
                  </a:lnTo>
                  <a:lnTo>
                    <a:pt x="222304" y="93870"/>
                  </a:lnTo>
                  <a:lnTo>
                    <a:pt x="335789" y="138556"/>
                  </a:lnTo>
                  <a:lnTo>
                    <a:pt x="448361" y="180715"/>
                  </a:lnTo>
                  <a:lnTo>
                    <a:pt x="560016" y="220386"/>
                  </a:lnTo>
                  <a:lnTo>
                    <a:pt x="670752" y="257608"/>
                  </a:lnTo>
                  <a:lnTo>
                    <a:pt x="780565" y="292419"/>
                  </a:lnTo>
                  <a:lnTo>
                    <a:pt x="889452" y="324858"/>
                  </a:lnTo>
                  <a:lnTo>
                    <a:pt x="997409" y="354961"/>
                  </a:lnTo>
                  <a:lnTo>
                    <a:pt x="1104433" y="382768"/>
                  </a:lnTo>
                  <a:lnTo>
                    <a:pt x="1210521" y="408318"/>
                  </a:lnTo>
                  <a:lnTo>
                    <a:pt x="1315669" y="431647"/>
                  </a:lnTo>
                  <a:lnTo>
                    <a:pt x="1419875" y="452796"/>
                  </a:lnTo>
                  <a:lnTo>
                    <a:pt x="1523134" y="471801"/>
                  </a:lnTo>
                  <a:lnTo>
                    <a:pt x="1625444" y="488701"/>
                  </a:lnTo>
                  <a:lnTo>
                    <a:pt x="1726800" y="503534"/>
                  </a:lnTo>
                  <a:lnTo>
                    <a:pt x="1827200" y="516340"/>
                  </a:lnTo>
                  <a:lnTo>
                    <a:pt x="1926641" y="527155"/>
                  </a:lnTo>
                  <a:lnTo>
                    <a:pt x="2025119" y="536018"/>
                  </a:lnTo>
                  <a:lnTo>
                    <a:pt x="2122630" y="542968"/>
                  </a:lnTo>
                  <a:lnTo>
                    <a:pt x="2219172" y="548043"/>
                  </a:lnTo>
                  <a:lnTo>
                    <a:pt x="2314741" y="551281"/>
                  </a:lnTo>
                  <a:lnTo>
                    <a:pt x="2414761" y="552778"/>
                  </a:lnTo>
                  <a:lnTo>
                    <a:pt x="2456262" y="552778"/>
                  </a:lnTo>
                  <a:lnTo>
                    <a:pt x="2549384" y="551591"/>
                  </a:lnTo>
                  <a:lnTo>
                    <a:pt x="2641521" y="548702"/>
                  </a:lnTo>
                  <a:lnTo>
                    <a:pt x="2732670" y="544148"/>
                  </a:lnTo>
                  <a:lnTo>
                    <a:pt x="2822827" y="537967"/>
                  </a:lnTo>
                  <a:lnTo>
                    <a:pt x="2911990" y="530199"/>
                  </a:lnTo>
                  <a:lnTo>
                    <a:pt x="3000155" y="520881"/>
                  </a:lnTo>
                  <a:lnTo>
                    <a:pt x="3087319" y="510051"/>
                  </a:lnTo>
                  <a:lnTo>
                    <a:pt x="3117910" y="0"/>
                  </a:lnTo>
                  <a:close/>
                </a:path>
              </a:pathLst>
            </a:custGeom>
            <a:solidFill>
              <a:srgbClr val="276A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27514" y="15367"/>
              <a:ext cx="8460486" cy="1947799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553562" y="3538092"/>
              <a:ext cx="1938273" cy="1925192"/>
            </a:xfrm>
            <a:prstGeom prst="rect">
              <a:avLst/>
            </a:prstGeom>
          </p:spPr>
        </p:pic>
      </p:grpSp>
      <p:sp>
        <p:nvSpPr>
          <p:cNvPr id="80" name="object 80"/>
          <p:cNvSpPr txBox="1"/>
          <p:nvPr/>
        </p:nvSpPr>
        <p:spPr>
          <a:xfrm>
            <a:off x="15948406" y="5402935"/>
            <a:ext cx="1150620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069" marR="5080" indent="-40005">
              <a:lnSpc>
                <a:spcPct val="116500"/>
              </a:lnSpc>
              <a:spcBef>
                <a:spcPts val="100"/>
              </a:spcBef>
            </a:pPr>
            <a:r>
              <a:rPr dirty="0" sz="2000" spc="-195">
                <a:solidFill>
                  <a:srgbClr val="276A89"/>
                </a:solidFill>
                <a:latin typeface="Arial Black"/>
                <a:cs typeface="Arial Black"/>
              </a:rPr>
              <a:t>Use</a:t>
            </a:r>
            <a:r>
              <a:rPr dirty="0" sz="2000" spc="-180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2000" spc="-195">
                <a:solidFill>
                  <a:srgbClr val="276A89"/>
                </a:solidFill>
                <a:latin typeface="Arial Black"/>
                <a:cs typeface="Arial Black"/>
              </a:rPr>
              <a:t>Case </a:t>
            </a:r>
            <a:r>
              <a:rPr dirty="0" sz="2000" spc="-95">
                <a:solidFill>
                  <a:srgbClr val="276A89"/>
                </a:solidFill>
                <a:latin typeface="Arial Black"/>
                <a:cs typeface="Arial Black"/>
              </a:rPr>
              <a:t>Diagram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7762982" y="8703792"/>
            <a:ext cx="269240" cy="28575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450" spc="-25">
                <a:solidFill>
                  <a:srgbClr val="FFFFFF"/>
                </a:solidFill>
                <a:latin typeface="Arial Black"/>
                <a:cs typeface="Arial Black"/>
              </a:rPr>
              <a:t>08</a:t>
            </a:r>
            <a:endParaRPr sz="14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644207" y="3024682"/>
            <a:ext cx="16615410" cy="965200"/>
            <a:chOff x="644207" y="3024682"/>
            <a:chExt cx="16615410" cy="965200"/>
          </a:xfrm>
        </p:grpSpPr>
        <p:sp>
          <p:nvSpPr>
            <p:cNvPr id="4" name="object 4"/>
            <p:cNvSpPr/>
            <p:nvPr/>
          </p:nvSpPr>
          <p:spPr>
            <a:xfrm>
              <a:off x="5832348" y="3024682"/>
              <a:ext cx="11427460" cy="963930"/>
            </a:xfrm>
            <a:custGeom>
              <a:avLst/>
              <a:gdLst/>
              <a:ahLst/>
              <a:cxnLst/>
              <a:rect l="l" t="t" r="r" b="b"/>
              <a:pathLst>
                <a:path w="11427460" h="963929">
                  <a:moveTo>
                    <a:pt x="11426952" y="0"/>
                  </a:moveTo>
                  <a:lnTo>
                    <a:pt x="0" y="0"/>
                  </a:lnTo>
                  <a:lnTo>
                    <a:pt x="0" y="963498"/>
                  </a:lnTo>
                  <a:lnTo>
                    <a:pt x="11426952" y="963498"/>
                  </a:lnTo>
                  <a:lnTo>
                    <a:pt x="11426952" y="0"/>
                  </a:lnTo>
                  <a:close/>
                </a:path>
              </a:pathLst>
            </a:custGeom>
            <a:solidFill>
              <a:srgbClr val="276A89">
                <a:alpha val="2666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44207" y="3024759"/>
              <a:ext cx="5222875" cy="964565"/>
            </a:xfrm>
            <a:custGeom>
              <a:avLst/>
              <a:gdLst/>
              <a:ahLst/>
              <a:cxnLst/>
              <a:rect l="l" t="t" r="r" b="b"/>
              <a:pathLst>
                <a:path w="5222875" h="964564">
                  <a:moveTo>
                    <a:pt x="5222303" y="0"/>
                  </a:moveTo>
                  <a:lnTo>
                    <a:pt x="5221287" y="0"/>
                  </a:lnTo>
                  <a:lnTo>
                    <a:pt x="489470" y="0"/>
                  </a:lnTo>
                  <a:lnTo>
                    <a:pt x="442294" y="2205"/>
                  </a:lnTo>
                  <a:lnTo>
                    <a:pt x="396395" y="8685"/>
                  </a:lnTo>
                  <a:lnTo>
                    <a:pt x="351977" y="19241"/>
                  </a:lnTo>
                  <a:lnTo>
                    <a:pt x="309244" y="33670"/>
                  </a:lnTo>
                  <a:lnTo>
                    <a:pt x="268400" y="51772"/>
                  </a:lnTo>
                  <a:lnTo>
                    <a:pt x="229650" y="73345"/>
                  </a:lnTo>
                  <a:lnTo>
                    <a:pt x="193197" y="98188"/>
                  </a:lnTo>
                  <a:lnTo>
                    <a:pt x="159247" y="126100"/>
                  </a:lnTo>
                  <a:lnTo>
                    <a:pt x="128004" y="156880"/>
                  </a:lnTo>
                  <a:lnTo>
                    <a:pt x="99671" y="190326"/>
                  </a:lnTo>
                  <a:lnTo>
                    <a:pt x="74453" y="226238"/>
                  </a:lnTo>
                  <a:lnTo>
                    <a:pt x="52555" y="264414"/>
                  </a:lnTo>
                  <a:lnTo>
                    <a:pt x="34179" y="304654"/>
                  </a:lnTo>
                  <a:lnTo>
                    <a:pt x="19532" y="346755"/>
                  </a:lnTo>
                  <a:lnTo>
                    <a:pt x="8817" y="390517"/>
                  </a:lnTo>
                  <a:lnTo>
                    <a:pt x="2238" y="435738"/>
                  </a:lnTo>
                  <a:lnTo>
                    <a:pt x="0" y="482219"/>
                  </a:lnTo>
                  <a:lnTo>
                    <a:pt x="2238" y="528700"/>
                  </a:lnTo>
                  <a:lnTo>
                    <a:pt x="8817" y="573925"/>
                  </a:lnTo>
                  <a:lnTo>
                    <a:pt x="19532" y="617693"/>
                  </a:lnTo>
                  <a:lnTo>
                    <a:pt x="34179" y="659801"/>
                  </a:lnTo>
                  <a:lnTo>
                    <a:pt x="52555" y="700049"/>
                  </a:lnTo>
                  <a:lnTo>
                    <a:pt x="74453" y="738235"/>
                  </a:lnTo>
                  <a:lnTo>
                    <a:pt x="99671" y="774158"/>
                  </a:lnTo>
                  <a:lnTo>
                    <a:pt x="128004" y="807615"/>
                  </a:lnTo>
                  <a:lnTo>
                    <a:pt x="159247" y="838406"/>
                  </a:lnTo>
                  <a:lnTo>
                    <a:pt x="193197" y="866329"/>
                  </a:lnTo>
                  <a:lnTo>
                    <a:pt x="229650" y="891183"/>
                  </a:lnTo>
                  <a:lnTo>
                    <a:pt x="268400" y="912765"/>
                  </a:lnTo>
                  <a:lnTo>
                    <a:pt x="309244" y="930876"/>
                  </a:lnTo>
                  <a:lnTo>
                    <a:pt x="351977" y="945312"/>
                  </a:lnTo>
                  <a:lnTo>
                    <a:pt x="396395" y="955874"/>
                  </a:lnTo>
                  <a:lnTo>
                    <a:pt x="442294" y="962358"/>
                  </a:lnTo>
                  <a:lnTo>
                    <a:pt x="489470" y="964565"/>
                  </a:lnTo>
                  <a:lnTo>
                    <a:pt x="5222303" y="964565"/>
                  </a:lnTo>
                  <a:lnTo>
                    <a:pt x="5222303" y="0"/>
                  </a:lnTo>
                  <a:close/>
                </a:path>
              </a:pathLst>
            </a:custGeom>
            <a:solidFill>
              <a:srgbClr val="276A89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87616" y="3175127"/>
              <a:ext cx="672465" cy="664210"/>
            </a:xfrm>
            <a:custGeom>
              <a:avLst/>
              <a:gdLst/>
              <a:ahLst/>
              <a:cxnLst/>
              <a:rect l="l" t="t" r="r" b="b"/>
              <a:pathLst>
                <a:path w="672465" h="664210">
                  <a:moveTo>
                    <a:pt x="335952" y="0"/>
                  </a:moveTo>
                  <a:lnTo>
                    <a:pt x="285057" y="3802"/>
                  </a:lnTo>
                  <a:lnTo>
                    <a:pt x="236013" y="14934"/>
                  </a:lnTo>
                  <a:lnTo>
                    <a:pt x="189552" y="32980"/>
                  </a:lnTo>
                  <a:lnTo>
                    <a:pt x="146409" y="57523"/>
                  </a:lnTo>
                  <a:lnTo>
                    <a:pt x="107315" y="88150"/>
                  </a:lnTo>
                  <a:lnTo>
                    <a:pt x="73004" y="124443"/>
                  </a:lnTo>
                  <a:lnTo>
                    <a:pt x="44208" y="165989"/>
                  </a:lnTo>
                  <a:lnTo>
                    <a:pt x="22104" y="211290"/>
                  </a:lnTo>
                  <a:lnTo>
                    <a:pt x="7368" y="258681"/>
                  </a:lnTo>
                  <a:lnTo>
                    <a:pt x="0" y="307331"/>
                  </a:lnTo>
                  <a:lnTo>
                    <a:pt x="0" y="356404"/>
                  </a:lnTo>
                  <a:lnTo>
                    <a:pt x="7368" y="405069"/>
                  </a:lnTo>
                  <a:lnTo>
                    <a:pt x="22104" y="452492"/>
                  </a:lnTo>
                  <a:lnTo>
                    <a:pt x="44208" y="497840"/>
                  </a:lnTo>
                  <a:lnTo>
                    <a:pt x="73004" y="539384"/>
                  </a:lnTo>
                  <a:lnTo>
                    <a:pt x="107315" y="575675"/>
                  </a:lnTo>
                  <a:lnTo>
                    <a:pt x="146409" y="606295"/>
                  </a:lnTo>
                  <a:lnTo>
                    <a:pt x="189552" y="630824"/>
                  </a:lnTo>
                  <a:lnTo>
                    <a:pt x="236013" y="648847"/>
                  </a:lnTo>
                  <a:lnTo>
                    <a:pt x="285057" y="659946"/>
                  </a:lnTo>
                  <a:lnTo>
                    <a:pt x="335952" y="663701"/>
                  </a:lnTo>
                  <a:lnTo>
                    <a:pt x="386846" y="659946"/>
                  </a:lnTo>
                  <a:lnTo>
                    <a:pt x="435885" y="648847"/>
                  </a:lnTo>
                  <a:lnTo>
                    <a:pt x="482338" y="630824"/>
                  </a:lnTo>
                  <a:lnTo>
                    <a:pt x="525475" y="606295"/>
                  </a:lnTo>
                  <a:lnTo>
                    <a:pt x="564564" y="575675"/>
                  </a:lnTo>
                  <a:lnTo>
                    <a:pt x="598873" y="539384"/>
                  </a:lnTo>
                  <a:lnTo>
                    <a:pt x="627671" y="497840"/>
                  </a:lnTo>
                  <a:lnTo>
                    <a:pt x="649785" y="452492"/>
                  </a:lnTo>
                  <a:lnTo>
                    <a:pt x="664527" y="405069"/>
                  </a:lnTo>
                  <a:lnTo>
                    <a:pt x="671898" y="356404"/>
                  </a:lnTo>
                  <a:lnTo>
                    <a:pt x="671898" y="307331"/>
                  </a:lnTo>
                  <a:lnTo>
                    <a:pt x="664527" y="258681"/>
                  </a:lnTo>
                  <a:lnTo>
                    <a:pt x="649785" y="211290"/>
                  </a:lnTo>
                  <a:lnTo>
                    <a:pt x="627671" y="165989"/>
                  </a:lnTo>
                  <a:lnTo>
                    <a:pt x="598873" y="124443"/>
                  </a:lnTo>
                  <a:lnTo>
                    <a:pt x="564564" y="88150"/>
                  </a:lnTo>
                  <a:lnTo>
                    <a:pt x="525475" y="57523"/>
                  </a:lnTo>
                  <a:lnTo>
                    <a:pt x="482338" y="32980"/>
                  </a:lnTo>
                  <a:lnTo>
                    <a:pt x="435885" y="14934"/>
                  </a:lnTo>
                  <a:lnTo>
                    <a:pt x="386846" y="3802"/>
                  </a:lnTo>
                  <a:lnTo>
                    <a:pt x="335952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644207" y="4153408"/>
            <a:ext cx="16615410" cy="964565"/>
            <a:chOff x="644207" y="4153408"/>
            <a:chExt cx="16615410" cy="964565"/>
          </a:xfrm>
        </p:grpSpPr>
        <p:sp>
          <p:nvSpPr>
            <p:cNvPr id="8" name="object 8"/>
            <p:cNvSpPr/>
            <p:nvPr/>
          </p:nvSpPr>
          <p:spPr>
            <a:xfrm>
              <a:off x="5833998" y="4153458"/>
              <a:ext cx="11425555" cy="963930"/>
            </a:xfrm>
            <a:custGeom>
              <a:avLst/>
              <a:gdLst/>
              <a:ahLst/>
              <a:cxnLst/>
              <a:rect l="l" t="t" r="r" b="b"/>
              <a:pathLst>
                <a:path w="11425555" h="963929">
                  <a:moveTo>
                    <a:pt x="11425301" y="0"/>
                  </a:moveTo>
                  <a:lnTo>
                    <a:pt x="0" y="0"/>
                  </a:lnTo>
                  <a:lnTo>
                    <a:pt x="0" y="963498"/>
                  </a:lnTo>
                  <a:lnTo>
                    <a:pt x="11425301" y="963498"/>
                  </a:lnTo>
                  <a:lnTo>
                    <a:pt x="11425301" y="0"/>
                  </a:lnTo>
                  <a:close/>
                </a:path>
              </a:pathLst>
            </a:custGeom>
            <a:solidFill>
              <a:srgbClr val="5591A3">
                <a:alpha val="2666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44207" y="4153408"/>
              <a:ext cx="5222875" cy="964565"/>
            </a:xfrm>
            <a:custGeom>
              <a:avLst/>
              <a:gdLst/>
              <a:ahLst/>
              <a:cxnLst/>
              <a:rect l="l" t="t" r="r" b="b"/>
              <a:pathLst>
                <a:path w="5222875" h="964564">
                  <a:moveTo>
                    <a:pt x="5222303" y="0"/>
                  </a:moveTo>
                  <a:lnTo>
                    <a:pt x="5221287" y="0"/>
                  </a:lnTo>
                  <a:lnTo>
                    <a:pt x="489470" y="0"/>
                  </a:lnTo>
                  <a:lnTo>
                    <a:pt x="442294" y="2206"/>
                  </a:lnTo>
                  <a:lnTo>
                    <a:pt x="396395" y="8690"/>
                  </a:lnTo>
                  <a:lnTo>
                    <a:pt x="351977" y="19252"/>
                  </a:lnTo>
                  <a:lnTo>
                    <a:pt x="309244" y="33688"/>
                  </a:lnTo>
                  <a:lnTo>
                    <a:pt x="268400" y="51799"/>
                  </a:lnTo>
                  <a:lnTo>
                    <a:pt x="229650" y="73381"/>
                  </a:lnTo>
                  <a:lnTo>
                    <a:pt x="193197" y="98235"/>
                  </a:lnTo>
                  <a:lnTo>
                    <a:pt x="159247" y="126158"/>
                  </a:lnTo>
                  <a:lnTo>
                    <a:pt x="128004" y="156949"/>
                  </a:lnTo>
                  <a:lnTo>
                    <a:pt x="99671" y="190406"/>
                  </a:lnTo>
                  <a:lnTo>
                    <a:pt x="74453" y="226329"/>
                  </a:lnTo>
                  <a:lnTo>
                    <a:pt x="52555" y="264515"/>
                  </a:lnTo>
                  <a:lnTo>
                    <a:pt x="34179" y="304763"/>
                  </a:lnTo>
                  <a:lnTo>
                    <a:pt x="19532" y="346871"/>
                  </a:lnTo>
                  <a:lnTo>
                    <a:pt x="8817" y="390639"/>
                  </a:lnTo>
                  <a:lnTo>
                    <a:pt x="2238" y="435864"/>
                  </a:lnTo>
                  <a:lnTo>
                    <a:pt x="0" y="482345"/>
                  </a:lnTo>
                  <a:lnTo>
                    <a:pt x="2238" y="528826"/>
                  </a:lnTo>
                  <a:lnTo>
                    <a:pt x="8817" y="574047"/>
                  </a:lnTo>
                  <a:lnTo>
                    <a:pt x="19532" y="617809"/>
                  </a:lnTo>
                  <a:lnTo>
                    <a:pt x="34179" y="659910"/>
                  </a:lnTo>
                  <a:lnTo>
                    <a:pt x="52555" y="700150"/>
                  </a:lnTo>
                  <a:lnTo>
                    <a:pt x="74453" y="738326"/>
                  </a:lnTo>
                  <a:lnTo>
                    <a:pt x="99671" y="774238"/>
                  </a:lnTo>
                  <a:lnTo>
                    <a:pt x="128004" y="807684"/>
                  </a:lnTo>
                  <a:lnTo>
                    <a:pt x="159247" y="838464"/>
                  </a:lnTo>
                  <a:lnTo>
                    <a:pt x="193197" y="866376"/>
                  </a:lnTo>
                  <a:lnTo>
                    <a:pt x="229650" y="891219"/>
                  </a:lnTo>
                  <a:lnTo>
                    <a:pt x="268400" y="912792"/>
                  </a:lnTo>
                  <a:lnTo>
                    <a:pt x="309244" y="930894"/>
                  </a:lnTo>
                  <a:lnTo>
                    <a:pt x="351977" y="945323"/>
                  </a:lnTo>
                  <a:lnTo>
                    <a:pt x="396395" y="955879"/>
                  </a:lnTo>
                  <a:lnTo>
                    <a:pt x="442294" y="962359"/>
                  </a:lnTo>
                  <a:lnTo>
                    <a:pt x="489470" y="964564"/>
                  </a:lnTo>
                  <a:lnTo>
                    <a:pt x="5222303" y="964564"/>
                  </a:lnTo>
                  <a:lnTo>
                    <a:pt x="5222303" y="0"/>
                  </a:lnTo>
                  <a:close/>
                </a:path>
              </a:pathLst>
            </a:custGeom>
            <a:solidFill>
              <a:srgbClr val="5591A3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87616" y="4303903"/>
              <a:ext cx="672465" cy="664210"/>
            </a:xfrm>
            <a:custGeom>
              <a:avLst/>
              <a:gdLst/>
              <a:ahLst/>
              <a:cxnLst/>
              <a:rect l="l" t="t" r="r" b="b"/>
              <a:pathLst>
                <a:path w="672465" h="664210">
                  <a:moveTo>
                    <a:pt x="335952" y="0"/>
                  </a:moveTo>
                  <a:lnTo>
                    <a:pt x="285057" y="3755"/>
                  </a:lnTo>
                  <a:lnTo>
                    <a:pt x="236013" y="14854"/>
                  </a:lnTo>
                  <a:lnTo>
                    <a:pt x="189552" y="32877"/>
                  </a:lnTo>
                  <a:lnTo>
                    <a:pt x="146409" y="57406"/>
                  </a:lnTo>
                  <a:lnTo>
                    <a:pt x="107315" y="88026"/>
                  </a:lnTo>
                  <a:lnTo>
                    <a:pt x="73004" y="124317"/>
                  </a:lnTo>
                  <a:lnTo>
                    <a:pt x="44208" y="165862"/>
                  </a:lnTo>
                  <a:lnTo>
                    <a:pt x="22104" y="211209"/>
                  </a:lnTo>
                  <a:lnTo>
                    <a:pt x="7368" y="258632"/>
                  </a:lnTo>
                  <a:lnTo>
                    <a:pt x="0" y="307297"/>
                  </a:lnTo>
                  <a:lnTo>
                    <a:pt x="0" y="356370"/>
                  </a:lnTo>
                  <a:lnTo>
                    <a:pt x="7368" y="405020"/>
                  </a:lnTo>
                  <a:lnTo>
                    <a:pt x="22104" y="452411"/>
                  </a:lnTo>
                  <a:lnTo>
                    <a:pt x="44208" y="497713"/>
                  </a:lnTo>
                  <a:lnTo>
                    <a:pt x="73004" y="539258"/>
                  </a:lnTo>
                  <a:lnTo>
                    <a:pt x="107315" y="575551"/>
                  </a:lnTo>
                  <a:lnTo>
                    <a:pt x="146409" y="606178"/>
                  </a:lnTo>
                  <a:lnTo>
                    <a:pt x="189552" y="630721"/>
                  </a:lnTo>
                  <a:lnTo>
                    <a:pt x="236013" y="648767"/>
                  </a:lnTo>
                  <a:lnTo>
                    <a:pt x="285057" y="659899"/>
                  </a:lnTo>
                  <a:lnTo>
                    <a:pt x="335952" y="663701"/>
                  </a:lnTo>
                  <a:lnTo>
                    <a:pt x="386846" y="659899"/>
                  </a:lnTo>
                  <a:lnTo>
                    <a:pt x="435885" y="648767"/>
                  </a:lnTo>
                  <a:lnTo>
                    <a:pt x="482338" y="630721"/>
                  </a:lnTo>
                  <a:lnTo>
                    <a:pt x="525475" y="606178"/>
                  </a:lnTo>
                  <a:lnTo>
                    <a:pt x="564564" y="575551"/>
                  </a:lnTo>
                  <a:lnTo>
                    <a:pt x="598873" y="539258"/>
                  </a:lnTo>
                  <a:lnTo>
                    <a:pt x="627671" y="497713"/>
                  </a:lnTo>
                  <a:lnTo>
                    <a:pt x="649785" y="452411"/>
                  </a:lnTo>
                  <a:lnTo>
                    <a:pt x="664527" y="405020"/>
                  </a:lnTo>
                  <a:lnTo>
                    <a:pt x="671898" y="356370"/>
                  </a:lnTo>
                  <a:lnTo>
                    <a:pt x="671898" y="307297"/>
                  </a:lnTo>
                  <a:lnTo>
                    <a:pt x="664527" y="258632"/>
                  </a:lnTo>
                  <a:lnTo>
                    <a:pt x="649785" y="211209"/>
                  </a:lnTo>
                  <a:lnTo>
                    <a:pt x="627671" y="165862"/>
                  </a:lnTo>
                  <a:lnTo>
                    <a:pt x="598873" y="124317"/>
                  </a:lnTo>
                  <a:lnTo>
                    <a:pt x="564564" y="88026"/>
                  </a:lnTo>
                  <a:lnTo>
                    <a:pt x="525475" y="57406"/>
                  </a:lnTo>
                  <a:lnTo>
                    <a:pt x="482338" y="32877"/>
                  </a:lnTo>
                  <a:lnTo>
                    <a:pt x="435885" y="14854"/>
                  </a:lnTo>
                  <a:lnTo>
                    <a:pt x="386846" y="3755"/>
                  </a:lnTo>
                  <a:lnTo>
                    <a:pt x="335952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644207" y="6404228"/>
            <a:ext cx="16615410" cy="965200"/>
            <a:chOff x="644207" y="6404228"/>
            <a:chExt cx="16615410" cy="965200"/>
          </a:xfrm>
        </p:grpSpPr>
        <p:sp>
          <p:nvSpPr>
            <p:cNvPr id="12" name="object 12"/>
            <p:cNvSpPr/>
            <p:nvPr/>
          </p:nvSpPr>
          <p:spPr>
            <a:xfrm>
              <a:off x="5819012" y="6404279"/>
              <a:ext cx="11440795" cy="963930"/>
            </a:xfrm>
            <a:custGeom>
              <a:avLst/>
              <a:gdLst/>
              <a:ahLst/>
              <a:cxnLst/>
              <a:rect l="l" t="t" r="r" b="b"/>
              <a:pathLst>
                <a:path w="11440794" h="963929">
                  <a:moveTo>
                    <a:pt x="11440287" y="0"/>
                  </a:moveTo>
                  <a:lnTo>
                    <a:pt x="0" y="0"/>
                  </a:lnTo>
                  <a:lnTo>
                    <a:pt x="0" y="963498"/>
                  </a:lnTo>
                  <a:lnTo>
                    <a:pt x="11440287" y="963498"/>
                  </a:lnTo>
                  <a:lnTo>
                    <a:pt x="11440287" y="0"/>
                  </a:lnTo>
                  <a:close/>
                </a:path>
              </a:pathLst>
            </a:custGeom>
            <a:solidFill>
              <a:srgbClr val="5591A3">
                <a:alpha val="2666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44207" y="6404228"/>
              <a:ext cx="5222875" cy="965200"/>
            </a:xfrm>
            <a:custGeom>
              <a:avLst/>
              <a:gdLst/>
              <a:ahLst/>
              <a:cxnLst/>
              <a:rect l="l" t="t" r="r" b="b"/>
              <a:pathLst>
                <a:path w="5222875" h="965200">
                  <a:moveTo>
                    <a:pt x="5222303" y="0"/>
                  </a:moveTo>
                  <a:lnTo>
                    <a:pt x="5221287" y="0"/>
                  </a:lnTo>
                  <a:lnTo>
                    <a:pt x="489470" y="0"/>
                  </a:lnTo>
                  <a:lnTo>
                    <a:pt x="442294" y="2206"/>
                  </a:lnTo>
                  <a:lnTo>
                    <a:pt x="396395" y="8690"/>
                  </a:lnTo>
                  <a:lnTo>
                    <a:pt x="351977" y="19252"/>
                  </a:lnTo>
                  <a:lnTo>
                    <a:pt x="309244" y="33688"/>
                  </a:lnTo>
                  <a:lnTo>
                    <a:pt x="268400" y="51799"/>
                  </a:lnTo>
                  <a:lnTo>
                    <a:pt x="229650" y="73381"/>
                  </a:lnTo>
                  <a:lnTo>
                    <a:pt x="193197" y="98235"/>
                  </a:lnTo>
                  <a:lnTo>
                    <a:pt x="159247" y="126158"/>
                  </a:lnTo>
                  <a:lnTo>
                    <a:pt x="128004" y="156949"/>
                  </a:lnTo>
                  <a:lnTo>
                    <a:pt x="99671" y="190406"/>
                  </a:lnTo>
                  <a:lnTo>
                    <a:pt x="74453" y="226329"/>
                  </a:lnTo>
                  <a:lnTo>
                    <a:pt x="52555" y="264515"/>
                  </a:lnTo>
                  <a:lnTo>
                    <a:pt x="34179" y="304763"/>
                  </a:lnTo>
                  <a:lnTo>
                    <a:pt x="19532" y="346871"/>
                  </a:lnTo>
                  <a:lnTo>
                    <a:pt x="8817" y="390639"/>
                  </a:lnTo>
                  <a:lnTo>
                    <a:pt x="2238" y="435864"/>
                  </a:lnTo>
                  <a:lnTo>
                    <a:pt x="0" y="482346"/>
                  </a:lnTo>
                  <a:lnTo>
                    <a:pt x="2238" y="528827"/>
                  </a:lnTo>
                  <a:lnTo>
                    <a:pt x="8817" y="574052"/>
                  </a:lnTo>
                  <a:lnTo>
                    <a:pt x="19532" y="617820"/>
                  </a:lnTo>
                  <a:lnTo>
                    <a:pt x="34179" y="659928"/>
                  </a:lnTo>
                  <a:lnTo>
                    <a:pt x="52555" y="700176"/>
                  </a:lnTo>
                  <a:lnTo>
                    <a:pt x="74453" y="738362"/>
                  </a:lnTo>
                  <a:lnTo>
                    <a:pt x="99671" y="774285"/>
                  </a:lnTo>
                  <a:lnTo>
                    <a:pt x="128004" y="807742"/>
                  </a:lnTo>
                  <a:lnTo>
                    <a:pt x="159247" y="838533"/>
                  </a:lnTo>
                  <a:lnTo>
                    <a:pt x="193197" y="866456"/>
                  </a:lnTo>
                  <a:lnTo>
                    <a:pt x="229650" y="891310"/>
                  </a:lnTo>
                  <a:lnTo>
                    <a:pt x="268400" y="912892"/>
                  </a:lnTo>
                  <a:lnTo>
                    <a:pt x="309244" y="931003"/>
                  </a:lnTo>
                  <a:lnTo>
                    <a:pt x="351977" y="945439"/>
                  </a:lnTo>
                  <a:lnTo>
                    <a:pt x="396395" y="956001"/>
                  </a:lnTo>
                  <a:lnTo>
                    <a:pt x="442294" y="962485"/>
                  </a:lnTo>
                  <a:lnTo>
                    <a:pt x="489470" y="964692"/>
                  </a:lnTo>
                  <a:lnTo>
                    <a:pt x="5222303" y="964692"/>
                  </a:lnTo>
                  <a:lnTo>
                    <a:pt x="5222303" y="0"/>
                  </a:lnTo>
                  <a:close/>
                </a:path>
              </a:pathLst>
            </a:custGeom>
            <a:solidFill>
              <a:srgbClr val="5591A3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87616" y="6554723"/>
              <a:ext cx="672465" cy="664210"/>
            </a:xfrm>
            <a:custGeom>
              <a:avLst/>
              <a:gdLst/>
              <a:ahLst/>
              <a:cxnLst/>
              <a:rect l="l" t="t" r="r" b="b"/>
              <a:pathLst>
                <a:path w="672465" h="664209">
                  <a:moveTo>
                    <a:pt x="335952" y="0"/>
                  </a:moveTo>
                  <a:lnTo>
                    <a:pt x="285057" y="3802"/>
                  </a:lnTo>
                  <a:lnTo>
                    <a:pt x="236013" y="14931"/>
                  </a:lnTo>
                  <a:lnTo>
                    <a:pt x="189552" y="32970"/>
                  </a:lnTo>
                  <a:lnTo>
                    <a:pt x="146409" y="57500"/>
                  </a:lnTo>
                  <a:lnTo>
                    <a:pt x="107315" y="88103"/>
                  </a:lnTo>
                  <a:lnTo>
                    <a:pt x="73004" y="124363"/>
                  </a:lnTo>
                  <a:lnTo>
                    <a:pt x="44208" y="165862"/>
                  </a:lnTo>
                  <a:lnTo>
                    <a:pt x="22104" y="211210"/>
                  </a:lnTo>
                  <a:lnTo>
                    <a:pt x="7368" y="258635"/>
                  </a:lnTo>
                  <a:lnTo>
                    <a:pt x="0" y="307307"/>
                  </a:lnTo>
                  <a:lnTo>
                    <a:pt x="0" y="356394"/>
                  </a:lnTo>
                  <a:lnTo>
                    <a:pt x="7368" y="405066"/>
                  </a:lnTo>
                  <a:lnTo>
                    <a:pt x="22104" y="452491"/>
                  </a:lnTo>
                  <a:lnTo>
                    <a:pt x="44208" y="497839"/>
                  </a:lnTo>
                  <a:lnTo>
                    <a:pt x="73004" y="539338"/>
                  </a:lnTo>
                  <a:lnTo>
                    <a:pt x="107315" y="575598"/>
                  </a:lnTo>
                  <a:lnTo>
                    <a:pt x="146409" y="606201"/>
                  </a:lnTo>
                  <a:lnTo>
                    <a:pt x="189552" y="630731"/>
                  </a:lnTo>
                  <a:lnTo>
                    <a:pt x="236013" y="648770"/>
                  </a:lnTo>
                  <a:lnTo>
                    <a:pt x="285057" y="659899"/>
                  </a:lnTo>
                  <a:lnTo>
                    <a:pt x="335952" y="663701"/>
                  </a:lnTo>
                  <a:lnTo>
                    <a:pt x="386846" y="659899"/>
                  </a:lnTo>
                  <a:lnTo>
                    <a:pt x="435885" y="648770"/>
                  </a:lnTo>
                  <a:lnTo>
                    <a:pt x="482338" y="630731"/>
                  </a:lnTo>
                  <a:lnTo>
                    <a:pt x="525475" y="606201"/>
                  </a:lnTo>
                  <a:lnTo>
                    <a:pt x="564564" y="575598"/>
                  </a:lnTo>
                  <a:lnTo>
                    <a:pt x="598873" y="539338"/>
                  </a:lnTo>
                  <a:lnTo>
                    <a:pt x="627671" y="497839"/>
                  </a:lnTo>
                  <a:lnTo>
                    <a:pt x="649785" y="452491"/>
                  </a:lnTo>
                  <a:lnTo>
                    <a:pt x="664527" y="405066"/>
                  </a:lnTo>
                  <a:lnTo>
                    <a:pt x="671898" y="356394"/>
                  </a:lnTo>
                  <a:lnTo>
                    <a:pt x="671898" y="307307"/>
                  </a:lnTo>
                  <a:lnTo>
                    <a:pt x="664527" y="258635"/>
                  </a:lnTo>
                  <a:lnTo>
                    <a:pt x="649785" y="211210"/>
                  </a:lnTo>
                  <a:lnTo>
                    <a:pt x="627671" y="165862"/>
                  </a:lnTo>
                  <a:lnTo>
                    <a:pt x="598873" y="124363"/>
                  </a:lnTo>
                  <a:lnTo>
                    <a:pt x="564564" y="88103"/>
                  </a:lnTo>
                  <a:lnTo>
                    <a:pt x="525475" y="57500"/>
                  </a:lnTo>
                  <a:lnTo>
                    <a:pt x="482338" y="32970"/>
                  </a:lnTo>
                  <a:lnTo>
                    <a:pt x="435885" y="14931"/>
                  </a:lnTo>
                  <a:lnTo>
                    <a:pt x="386846" y="3802"/>
                  </a:lnTo>
                  <a:lnTo>
                    <a:pt x="335952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644207" y="7532928"/>
            <a:ext cx="16615410" cy="965200"/>
            <a:chOff x="644207" y="7532928"/>
            <a:chExt cx="16615410" cy="965200"/>
          </a:xfrm>
        </p:grpSpPr>
        <p:sp>
          <p:nvSpPr>
            <p:cNvPr id="16" name="object 16"/>
            <p:cNvSpPr/>
            <p:nvPr/>
          </p:nvSpPr>
          <p:spPr>
            <a:xfrm>
              <a:off x="5832348" y="7532928"/>
              <a:ext cx="11427460" cy="963930"/>
            </a:xfrm>
            <a:custGeom>
              <a:avLst/>
              <a:gdLst/>
              <a:ahLst/>
              <a:cxnLst/>
              <a:rect l="l" t="t" r="r" b="b"/>
              <a:pathLst>
                <a:path w="11427460" h="963929">
                  <a:moveTo>
                    <a:pt x="11426952" y="0"/>
                  </a:moveTo>
                  <a:lnTo>
                    <a:pt x="0" y="0"/>
                  </a:lnTo>
                  <a:lnTo>
                    <a:pt x="0" y="963498"/>
                  </a:lnTo>
                  <a:lnTo>
                    <a:pt x="11426952" y="963498"/>
                  </a:lnTo>
                  <a:lnTo>
                    <a:pt x="11426952" y="0"/>
                  </a:lnTo>
                  <a:close/>
                </a:path>
              </a:pathLst>
            </a:custGeom>
            <a:solidFill>
              <a:srgbClr val="276A89">
                <a:alpha val="2666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44207" y="7533004"/>
              <a:ext cx="5222875" cy="964565"/>
            </a:xfrm>
            <a:custGeom>
              <a:avLst/>
              <a:gdLst/>
              <a:ahLst/>
              <a:cxnLst/>
              <a:rect l="l" t="t" r="r" b="b"/>
              <a:pathLst>
                <a:path w="5222875" h="964565">
                  <a:moveTo>
                    <a:pt x="5222303" y="0"/>
                  </a:moveTo>
                  <a:lnTo>
                    <a:pt x="5221287" y="0"/>
                  </a:lnTo>
                  <a:lnTo>
                    <a:pt x="489470" y="0"/>
                  </a:lnTo>
                  <a:lnTo>
                    <a:pt x="442294" y="2205"/>
                  </a:lnTo>
                  <a:lnTo>
                    <a:pt x="396395" y="8685"/>
                  </a:lnTo>
                  <a:lnTo>
                    <a:pt x="351977" y="19241"/>
                  </a:lnTo>
                  <a:lnTo>
                    <a:pt x="309244" y="33670"/>
                  </a:lnTo>
                  <a:lnTo>
                    <a:pt x="268400" y="51772"/>
                  </a:lnTo>
                  <a:lnTo>
                    <a:pt x="229650" y="73345"/>
                  </a:lnTo>
                  <a:lnTo>
                    <a:pt x="193197" y="98188"/>
                  </a:lnTo>
                  <a:lnTo>
                    <a:pt x="159247" y="126100"/>
                  </a:lnTo>
                  <a:lnTo>
                    <a:pt x="128004" y="156880"/>
                  </a:lnTo>
                  <a:lnTo>
                    <a:pt x="99671" y="190326"/>
                  </a:lnTo>
                  <a:lnTo>
                    <a:pt x="74453" y="226238"/>
                  </a:lnTo>
                  <a:lnTo>
                    <a:pt x="52555" y="264414"/>
                  </a:lnTo>
                  <a:lnTo>
                    <a:pt x="34179" y="304654"/>
                  </a:lnTo>
                  <a:lnTo>
                    <a:pt x="19532" y="346755"/>
                  </a:lnTo>
                  <a:lnTo>
                    <a:pt x="8817" y="390517"/>
                  </a:lnTo>
                  <a:lnTo>
                    <a:pt x="2238" y="435738"/>
                  </a:lnTo>
                  <a:lnTo>
                    <a:pt x="0" y="482219"/>
                  </a:lnTo>
                  <a:lnTo>
                    <a:pt x="2238" y="528700"/>
                  </a:lnTo>
                  <a:lnTo>
                    <a:pt x="8817" y="573925"/>
                  </a:lnTo>
                  <a:lnTo>
                    <a:pt x="19532" y="617693"/>
                  </a:lnTo>
                  <a:lnTo>
                    <a:pt x="34179" y="659801"/>
                  </a:lnTo>
                  <a:lnTo>
                    <a:pt x="52555" y="700049"/>
                  </a:lnTo>
                  <a:lnTo>
                    <a:pt x="74453" y="738235"/>
                  </a:lnTo>
                  <a:lnTo>
                    <a:pt x="99671" y="774158"/>
                  </a:lnTo>
                  <a:lnTo>
                    <a:pt x="128004" y="807615"/>
                  </a:lnTo>
                  <a:lnTo>
                    <a:pt x="159247" y="838406"/>
                  </a:lnTo>
                  <a:lnTo>
                    <a:pt x="193197" y="866329"/>
                  </a:lnTo>
                  <a:lnTo>
                    <a:pt x="229650" y="891183"/>
                  </a:lnTo>
                  <a:lnTo>
                    <a:pt x="268400" y="912765"/>
                  </a:lnTo>
                  <a:lnTo>
                    <a:pt x="309244" y="930876"/>
                  </a:lnTo>
                  <a:lnTo>
                    <a:pt x="351977" y="945312"/>
                  </a:lnTo>
                  <a:lnTo>
                    <a:pt x="396395" y="955874"/>
                  </a:lnTo>
                  <a:lnTo>
                    <a:pt x="442294" y="962358"/>
                  </a:lnTo>
                  <a:lnTo>
                    <a:pt x="489470" y="964565"/>
                  </a:lnTo>
                  <a:lnTo>
                    <a:pt x="5222303" y="964565"/>
                  </a:lnTo>
                  <a:lnTo>
                    <a:pt x="5222303" y="0"/>
                  </a:lnTo>
                  <a:close/>
                </a:path>
              </a:pathLst>
            </a:custGeom>
            <a:solidFill>
              <a:srgbClr val="276A89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87616" y="7683372"/>
              <a:ext cx="672465" cy="664210"/>
            </a:xfrm>
            <a:custGeom>
              <a:avLst/>
              <a:gdLst/>
              <a:ahLst/>
              <a:cxnLst/>
              <a:rect l="l" t="t" r="r" b="b"/>
              <a:pathLst>
                <a:path w="672465" h="664209">
                  <a:moveTo>
                    <a:pt x="335952" y="0"/>
                  </a:moveTo>
                  <a:lnTo>
                    <a:pt x="285057" y="3802"/>
                  </a:lnTo>
                  <a:lnTo>
                    <a:pt x="236013" y="14934"/>
                  </a:lnTo>
                  <a:lnTo>
                    <a:pt x="189552" y="32980"/>
                  </a:lnTo>
                  <a:lnTo>
                    <a:pt x="146409" y="57523"/>
                  </a:lnTo>
                  <a:lnTo>
                    <a:pt x="107315" y="88150"/>
                  </a:lnTo>
                  <a:lnTo>
                    <a:pt x="73004" y="124443"/>
                  </a:lnTo>
                  <a:lnTo>
                    <a:pt x="44208" y="165988"/>
                  </a:lnTo>
                  <a:lnTo>
                    <a:pt x="22104" y="211290"/>
                  </a:lnTo>
                  <a:lnTo>
                    <a:pt x="7368" y="258681"/>
                  </a:lnTo>
                  <a:lnTo>
                    <a:pt x="0" y="307331"/>
                  </a:lnTo>
                  <a:lnTo>
                    <a:pt x="0" y="356404"/>
                  </a:lnTo>
                  <a:lnTo>
                    <a:pt x="7368" y="405069"/>
                  </a:lnTo>
                  <a:lnTo>
                    <a:pt x="22104" y="452492"/>
                  </a:lnTo>
                  <a:lnTo>
                    <a:pt x="44208" y="497839"/>
                  </a:lnTo>
                  <a:lnTo>
                    <a:pt x="73004" y="539384"/>
                  </a:lnTo>
                  <a:lnTo>
                    <a:pt x="107315" y="575675"/>
                  </a:lnTo>
                  <a:lnTo>
                    <a:pt x="146409" y="606295"/>
                  </a:lnTo>
                  <a:lnTo>
                    <a:pt x="189552" y="630824"/>
                  </a:lnTo>
                  <a:lnTo>
                    <a:pt x="236013" y="648847"/>
                  </a:lnTo>
                  <a:lnTo>
                    <a:pt x="285057" y="659946"/>
                  </a:lnTo>
                  <a:lnTo>
                    <a:pt x="335952" y="663701"/>
                  </a:lnTo>
                  <a:lnTo>
                    <a:pt x="386846" y="659946"/>
                  </a:lnTo>
                  <a:lnTo>
                    <a:pt x="435885" y="648847"/>
                  </a:lnTo>
                  <a:lnTo>
                    <a:pt x="482338" y="630824"/>
                  </a:lnTo>
                  <a:lnTo>
                    <a:pt x="525475" y="606295"/>
                  </a:lnTo>
                  <a:lnTo>
                    <a:pt x="564564" y="575675"/>
                  </a:lnTo>
                  <a:lnTo>
                    <a:pt x="598873" y="539384"/>
                  </a:lnTo>
                  <a:lnTo>
                    <a:pt x="627671" y="497839"/>
                  </a:lnTo>
                  <a:lnTo>
                    <a:pt x="649785" y="452492"/>
                  </a:lnTo>
                  <a:lnTo>
                    <a:pt x="664527" y="405069"/>
                  </a:lnTo>
                  <a:lnTo>
                    <a:pt x="671898" y="356404"/>
                  </a:lnTo>
                  <a:lnTo>
                    <a:pt x="671898" y="307331"/>
                  </a:lnTo>
                  <a:lnTo>
                    <a:pt x="664527" y="258681"/>
                  </a:lnTo>
                  <a:lnTo>
                    <a:pt x="649785" y="211290"/>
                  </a:lnTo>
                  <a:lnTo>
                    <a:pt x="627671" y="165988"/>
                  </a:lnTo>
                  <a:lnTo>
                    <a:pt x="598873" y="124443"/>
                  </a:lnTo>
                  <a:lnTo>
                    <a:pt x="564564" y="88150"/>
                  </a:lnTo>
                  <a:lnTo>
                    <a:pt x="525475" y="57523"/>
                  </a:lnTo>
                  <a:lnTo>
                    <a:pt x="482338" y="32980"/>
                  </a:lnTo>
                  <a:lnTo>
                    <a:pt x="435885" y="14934"/>
                  </a:lnTo>
                  <a:lnTo>
                    <a:pt x="386846" y="3802"/>
                  </a:lnTo>
                  <a:lnTo>
                    <a:pt x="335952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4139508" y="0"/>
            <a:ext cx="10181590" cy="2385695"/>
            <a:chOff x="4139508" y="0"/>
            <a:chExt cx="10181590" cy="2385695"/>
          </a:xfrm>
        </p:grpSpPr>
        <p:sp>
          <p:nvSpPr>
            <p:cNvPr id="20" name="object 20"/>
            <p:cNvSpPr/>
            <p:nvPr/>
          </p:nvSpPr>
          <p:spPr>
            <a:xfrm>
              <a:off x="4139508" y="0"/>
              <a:ext cx="10009505" cy="2385695"/>
            </a:xfrm>
            <a:custGeom>
              <a:avLst/>
              <a:gdLst/>
              <a:ahLst/>
              <a:cxnLst/>
              <a:rect l="l" t="t" r="r" b="b"/>
              <a:pathLst>
                <a:path w="10009505" h="2385695">
                  <a:moveTo>
                    <a:pt x="10008982" y="0"/>
                  </a:moveTo>
                  <a:lnTo>
                    <a:pt x="0" y="0"/>
                  </a:lnTo>
                  <a:lnTo>
                    <a:pt x="17973" y="22120"/>
                  </a:lnTo>
                  <a:lnTo>
                    <a:pt x="49481" y="60298"/>
                  </a:lnTo>
                  <a:lnTo>
                    <a:pt x="81275" y="98229"/>
                  </a:lnTo>
                  <a:lnTo>
                    <a:pt x="113354" y="135911"/>
                  </a:lnTo>
                  <a:lnTo>
                    <a:pt x="145717" y="173344"/>
                  </a:lnTo>
                  <a:lnTo>
                    <a:pt x="178361" y="210524"/>
                  </a:lnTo>
                  <a:lnTo>
                    <a:pt x="211286" y="247450"/>
                  </a:lnTo>
                  <a:lnTo>
                    <a:pt x="244489" y="284121"/>
                  </a:lnTo>
                  <a:lnTo>
                    <a:pt x="277969" y="320536"/>
                  </a:lnTo>
                  <a:lnTo>
                    <a:pt x="311724" y="356692"/>
                  </a:lnTo>
                  <a:lnTo>
                    <a:pt x="345752" y="392587"/>
                  </a:lnTo>
                  <a:lnTo>
                    <a:pt x="380052" y="428221"/>
                  </a:lnTo>
                  <a:lnTo>
                    <a:pt x="414623" y="463592"/>
                  </a:lnTo>
                  <a:lnTo>
                    <a:pt x="449461" y="498697"/>
                  </a:lnTo>
                  <a:lnTo>
                    <a:pt x="484567" y="533535"/>
                  </a:lnTo>
                  <a:lnTo>
                    <a:pt x="519938" y="568105"/>
                  </a:lnTo>
                  <a:lnTo>
                    <a:pt x="555572" y="602405"/>
                  </a:lnTo>
                  <a:lnTo>
                    <a:pt x="591468" y="636432"/>
                  </a:lnTo>
                  <a:lnTo>
                    <a:pt x="627624" y="670187"/>
                  </a:lnTo>
                  <a:lnTo>
                    <a:pt x="664039" y="703666"/>
                  </a:lnTo>
                  <a:lnTo>
                    <a:pt x="700711" y="736868"/>
                  </a:lnTo>
                  <a:lnTo>
                    <a:pt x="737638" y="769793"/>
                  </a:lnTo>
                  <a:lnTo>
                    <a:pt x="774818" y="802436"/>
                  </a:lnTo>
                  <a:lnTo>
                    <a:pt x="812251" y="834799"/>
                  </a:lnTo>
                  <a:lnTo>
                    <a:pt x="849934" y="866877"/>
                  </a:lnTo>
                  <a:lnTo>
                    <a:pt x="887865" y="898671"/>
                  </a:lnTo>
                  <a:lnTo>
                    <a:pt x="926043" y="930178"/>
                  </a:lnTo>
                  <a:lnTo>
                    <a:pt x="964466" y="961397"/>
                  </a:lnTo>
                  <a:lnTo>
                    <a:pt x="1003133" y="992325"/>
                  </a:lnTo>
                  <a:lnTo>
                    <a:pt x="1042042" y="1022962"/>
                  </a:lnTo>
                  <a:lnTo>
                    <a:pt x="1081192" y="1053306"/>
                  </a:lnTo>
                  <a:lnTo>
                    <a:pt x="1120580" y="1083354"/>
                  </a:lnTo>
                  <a:lnTo>
                    <a:pt x="1160205" y="1113106"/>
                  </a:lnTo>
                  <a:lnTo>
                    <a:pt x="1200065" y="1142560"/>
                  </a:lnTo>
                  <a:lnTo>
                    <a:pt x="1240159" y="1171713"/>
                  </a:lnTo>
                  <a:lnTo>
                    <a:pt x="1280485" y="1200565"/>
                  </a:lnTo>
                  <a:lnTo>
                    <a:pt x="1321041" y="1229113"/>
                  </a:lnTo>
                  <a:lnTo>
                    <a:pt x="1361826" y="1257357"/>
                  </a:lnTo>
                  <a:lnTo>
                    <a:pt x="1402838" y="1285294"/>
                  </a:lnTo>
                  <a:lnTo>
                    <a:pt x="1444075" y="1312923"/>
                  </a:lnTo>
                  <a:lnTo>
                    <a:pt x="1485536" y="1340242"/>
                  </a:lnTo>
                  <a:lnTo>
                    <a:pt x="1527219" y="1367249"/>
                  </a:lnTo>
                  <a:lnTo>
                    <a:pt x="1569123" y="1393943"/>
                  </a:lnTo>
                  <a:lnTo>
                    <a:pt x="1611245" y="1420322"/>
                  </a:lnTo>
                  <a:lnTo>
                    <a:pt x="1653584" y="1446384"/>
                  </a:lnTo>
                  <a:lnTo>
                    <a:pt x="1696139" y="1472128"/>
                  </a:lnTo>
                  <a:lnTo>
                    <a:pt x="1738908" y="1497553"/>
                  </a:lnTo>
                  <a:lnTo>
                    <a:pt x="1781888" y="1522655"/>
                  </a:lnTo>
                  <a:lnTo>
                    <a:pt x="1825079" y="1547435"/>
                  </a:lnTo>
                  <a:lnTo>
                    <a:pt x="1868479" y="1571890"/>
                  </a:lnTo>
                  <a:lnTo>
                    <a:pt x="1912086" y="1596018"/>
                  </a:lnTo>
                  <a:lnTo>
                    <a:pt x="1955899" y="1619818"/>
                  </a:lnTo>
                  <a:lnTo>
                    <a:pt x="1999915" y="1643288"/>
                  </a:lnTo>
                  <a:lnTo>
                    <a:pt x="2044134" y="1666427"/>
                  </a:lnTo>
                  <a:lnTo>
                    <a:pt x="2088553" y="1689233"/>
                  </a:lnTo>
                  <a:lnTo>
                    <a:pt x="2133170" y="1711704"/>
                  </a:lnTo>
                  <a:lnTo>
                    <a:pt x="2177985" y="1733838"/>
                  </a:lnTo>
                  <a:lnTo>
                    <a:pt x="2222996" y="1755634"/>
                  </a:lnTo>
                  <a:lnTo>
                    <a:pt x="2268200" y="1777091"/>
                  </a:lnTo>
                  <a:lnTo>
                    <a:pt x="2313597" y="1798206"/>
                  </a:lnTo>
                  <a:lnTo>
                    <a:pt x="2359184" y="1818978"/>
                  </a:lnTo>
                  <a:lnTo>
                    <a:pt x="2404960" y="1839405"/>
                  </a:lnTo>
                  <a:lnTo>
                    <a:pt x="2450924" y="1859486"/>
                  </a:lnTo>
                  <a:lnTo>
                    <a:pt x="2497072" y="1879219"/>
                  </a:lnTo>
                  <a:lnTo>
                    <a:pt x="2543405" y="1898602"/>
                  </a:lnTo>
                  <a:lnTo>
                    <a:pt x="2589920" y="1917633"/>
                  </a:lnTo>
                  <a:lnTo>
                    <a:pt x="2636616" y="1936312"/>
                  </a:lnTo>
                  <a:lnTo>
                    <a:pt x="2683491" y="1954636"/>
                  </a:lnTo>
                  <a:lnTo>
                    <a:pt x="2730543" y="1972603"/>
                  </a:lnTo>
                  <a:lnTo>
                    <a:pt x="2777770" y="1990213"/>
                  </a:lnTo>
                  <a:lnTo>
                    <a:pt x="2825172" y="2007463"/>
                  </a:lnTo>
                  <a:lnTo>
                    <a:pt x="2872746" y="2024351"/>
                  </a:lnTo>
                  <a:lnTo>
                    <a:pt x="2920490" y="2040877"/>
                  </a:lnTo>
                  <a:lnTo>
                    <a:pt x="2968404" y="2057038"/>
                  </a:lnTo>
                  <a:lnTo>
                    <a:pt x="3016484" y="2072832"/>
                  </a:lnTo>
                  <a:lnTo>
                    <a:pt x="3064731" y="2088259"/>
                  </a:lnTo>
                  <a:lnTo>
                    <a:pt x="3113142" y="2103316"/>
                  </a:lnTo>
                  <a:lnTo>
                    <a:pt x="3161715" y="2118002"/>
                  </a:lnTo>
                  <a:lnTo>
                    <a:pt x="3210448" y="2132315"/>
                  </a:lnTo>
                  <a:lnTo>
                    <a:pt x="3259341" y="2146253"/>
                  </a:lnTo>
                  <a:lnTo>
                    <a:pt x="3308391" y="2159815"/>
                  </a:lnTo>
                  <a:lnTo>
                    <a:pt x="3357597" y="2172999"/>
                  </a:lnTo>
                  <a:lnTo>
                    <a:pt x="3406957" y="2185804"/>
                  </a:lnTo>
                  <a:lnTo>
                    <a:pt x="3456469" y="2198227"/>
                  </a:lnTo>
                  <a:lnTo>
                    <a:pt x="3506132" y="2210268"/>
                  </a:lnTo>
                  <a:lnTo>
                    <a:pt x="3555944" y="2221924"/>
                  </a:lnTo>
                  <a:lnTo>
                    <a:pt x="3605904" y="2233194"/>
                  </a:lnTo>
                  <a:lnTo>
                    <a:pt x="3656009" y="2244076"/>
                  </a:lnTo>
                  <a:lnTo>
                    <a:pt x="3706259" y="2254568"/>
                  </a:lnTo>
                  <a:lnTo>
                    <a:pt x="3756651" y="2264669"/>
                  </a:lnTo>
                  <a:lnTo>
                    <a:pt x="3807184" y="2274378"/>
                  </a:lnTo>
                  <a:lnTo>
                    <a:pt x="3857856" y="2283692"/>
                  </a:lnTo>
                  <a:lnTo>
                    <a:pt x="3908665" y="2292609"/>
                  </a:lnTo>
                  <a:lnTo>
                    <a:pt x="3959611" y="2301130"/>
                  </a:lnTo>
                  <a:lnTo>
                    <a:pt x="4010690" y="2309250"/>
                  </a:lnTo>
                  <a:lnTo>
                    <a:pt x="4061902" y="2316970"/>
                  </a:lnTo>
                  <a:lnTo>
                    <a:pt x="4113245" y="2324286"/>
                  </a:lnTo>
                  <a:lnTo>
                    <a:pt x="4164717" y="2331199"/>
                  </a:lnTo>
                  <a:lnTo>
                    <a:pt x="4216317" y="2337705"/>
                  </a:lnTo>
                  <a:lnTo>
                    <a:pt x="4268043" y="2343803"/>
                  </a:lnTo>
                  <a:lnTo>
                    <a:pt x="4319893" y="2349492"/>
                  </a:lnTo>
                  <a:lnTo>
                    <a:pt x="4371865" y="2354770"/>
                  </a:lnTo>
                  <a:lnTo>
                    <a:pt x="4423958" y="2359636"/>
                  </a:lnTo>
                  <a:lnTo>
                    <a:pt x="4476171" y="2364086"/>
                  </a:lnTo>
                  <a:lnTo>
                    <a:pt x="4528501" y="2368121"/>
                  </a:lnTo>
                  <a:lnTo>
                    <a:pt x="4580947" y="2371739"/>
                  </a:lnTo>
                  <a:lnTo>
                    <a:pt x="4633507" y="2374936"/>
                  </a:lnTo>
                  <a:lnTo>
                    <a:pt x="4686180" y="2377713"/>
                  </a:lnTo>
                  <a:lnTo>
                    <a:pt x="4738964" y="2380067"/>
                  </a:lnTo>
                  <a:lnTo>
                    <a:pt x="4791858" y="2381997"/>
                  </a:lnTo>
                  <a:lnTo>
                    <a:pt x="4844859" y="2383501"/>
                  </a:lnTo>
                  <a:lnTo>
                    <a:pt x="4897966" y="2384577"/>
                  </a:lnTo>
                  <a:lnTo>
                    <a:pt x="4951177" y="2385224"/>
                  </a:lnTo>
                  <a:lnTo>
                    <a:pt x="5004491" y="2385441"/>
                  </a:lnTo>
                  <a:lnTo>
                    <a:pt x="5057805" y="2385224"/>
                  </a:lnTo>
                  <a:lnTo>
                    <a:pt x="5111016" y="2384577"/>
                  </a:lnTo>
                  <a:lnTo>
                    <a:pt x="5164123" y="2383501"/>
                  </a:lnTo>
                  <a:lnTo>
                    <a:pt x="5217124" y="2381997"/>
                  </a:lnTo>
                  <a:lnTo>
                    <a:pt x="5270017" y="2380067"/>
                  </a:lnTo>
                  <a:lnTo>
                    <a:pt x="5322801" y="2377713"/>
                  </a:lnTo>
                  <a:lnTo>
                    <a:pt x="5375475" y="2374936"/>
                  </a:lnTo>
                  <a:lnTo>
                    <a:pt x="5428035" y="2371739"/>
                  </a:lnTo>
                  <a:lnTo>
                    <a:pt x="5480481" y="2368121"/>
                  </a:lnTo>
                  <a:lnTo>
                    <a:pt x="5532811" y="2364086"/>
                  </a:lnTo>
                  <a:lnTo>
                    <a:pt x="5585024" y="2359636"/>
                  </a:lnTo>
                  <a:lnTo>
                    <a:pt x="5637117" y="2354770"/>
                  </a:lnTo>
                  <a:lnTo>
                    <a:pt x="5689089" y="2349492"/>
                  </a:lnTo>
                  <a:lnTo>
                    <a:pt x="5740939" y="2343803"/>
                  </a:lnTo>
                  <a:lnTo>
                    <a:pt x="5792665" y="2337705"/>
                  </a:lnTo>
                  <a:lnTo>
                    <a:pt x="5844265" y="2331199"/>
                  </a:lnTo>
                  <a:lnTo>
                    <a:pt x="5895737" y="2324286"/>
                  </a:lnTo>
                  <a:lnTo>
                    <a:pt x="5947080" y="2316970"/>
                  </a:lnTo>
                  <a:lnTo>
                    <a:pt x="5998292" y="2309250"/>
                  </a:lnTo>
                  <a:lnTo>
                    <a:pt x="6049371" y="2301130"/>
                  </a:lnTo>
                  <a:lnTo>
                    <a:pt x="6100317" y="2292609"/>
                  </a:lnTo>
                  <a:lnTo>
                    <a:pt x="6151126" y="2283692"/>
                  </a:lnTo>
                  <a:lnTo>
                    <a:pt x="6201798" y="2274378"/>
                  </a:lnTo>
                  <a:lnTo>
                    <a:pt x="6252331" y="2264669"/>
                  </a:lnTo>
                  <a:lnTo>
                    <a:pt x="6302723" y="2254568"/>
                  </a:lnTo>
                  <a:lnTo>
                    <a:pt x="6352973" y="2244076"/>
                  </a:lnTo>
                  <a:lnTo>
                    <a:pt x="6403078" y="2233194"/>
                  </a:lnTo>
                  <a:lnTo>
                    <a:pt x="6453038" y="2221924"/>
                  </a:lnTo>
                  <a:lnTo>
                    <a:pt x="6502850" y="2210268"/>
                  </a:lnTo>
                  <a:lnTo>
                    <a:pt x="6552513" y="2198227"/>
                  </a:lnTo>
                  <a:lnTo>
                    <a:pt x="6602025" y="2185804"/>
                  </a:lnTo>
                  <a:lnTo>
                    <a:pt x="6651385" y="2172999"/>
                  </a:lnTo>
                  <a:lnTo>
                    <a:pt x="6700591" y="2159815"/>
                  </a:lnTo>
                  <a:lnTo>
                    <a:pt x="6749641" y="2146253"/>
                  </a:lnTo>
                  <a:lnTo>
                    <a:pt x="6798534" y="2132315"/>
                  </a:lnTo>
                  <a:lnTo>
                    <a:pt x="6847267" y="2118002"/>
                  </a:lnTo>
                  <a:lnTo>
                    <a:pt x="6895840" y="2103316"/>
                  </a:lnTo>
                  <a:lnTo>
                    <a:pt x="6944251" y="2088259"/>
                  </a:lnTo>
                  <a:lnTo>
                    <a:pt x="6992497" y="2072832"/>
                  </a:lnTo>
                  <a:lnTo>
                    <a:pt x="7040578" y="2057038"/>
                  </a:lnTo>
                  <a:lnTo>
                    <a:pt x="7088492" y="2040877"/>
                  </a:lnTo>
                  <a:lnTo>
                    <a:pt x="7136236" y="2024351"/>
                  </a:lnTo>
                  <a:lnTo>
                    <a:pt x="7183810" y="2007463"/>
                  </a:lnTo>
                  <a:lnTo>
                    <a:pt x="7231212" y="1990213"/>
                  </a:lnTo>
                  <a:lnTo>
                    <a:pt x="7278439" y="1972603"/>
                  </a:lnTo>
                  <a:lnTo>
                    <a:pt x="7325491" y="1954636"/>
                  </a:lnTo>
                  <a:lnTo>
                    <a:pt x="7372366" y="1936312"/>
                  </a:lnTo>
                  <a:lnTo>
                    <a:pt x="7419062" y="1917633"/>
                  </a:lnTo>
                  <a:lnTo>
                    <a:pt x="7465577" y="1898602"/>
                  </a:lnTo>
                  <a:lnTo>
                    <a:pt x="7511910" y="1879219"/>
                  </a:lnTo>
                  <a:lnTo>
                    <a:pt x="7558058" y="1859486"/>
                  </a:lnTo>
                  <a:lnTo>
                    <a:pt x="7604022" y="1839405"/>
                  </a:lnTo>
                  <a:lnTo>
                    <a:pt x="7649798" y="1818978"/>
                  </a:lnTo>
                  <a:lnTo>
                    <a:pt x="7695385" y="1798206"/>
                  </a:lnTo>
                  <a:lnTo>
                    <a:pt x="7740782" y="1777091"/>
                  </a:lnTo>
                  <a:lnTo>
                    <a:pt x="7785986" y="1755634"/>
                  </a:lnTo>
                  <a:lnTo>
                    <a:pt x="7830997" y="1733838"/>
                  </a:lnTo>
                  <a:lnTo>
                    <a:pt x="7875812" y="1711704"/>
                  </a:lnTo>
                  <a:lnTo>
                    <a:pt x="7920429" y="1689233"/>
                  </a:lnTo>
                  <a:lnTo>
                    <a:pt x="7964848" y="1666427"/>
                  </a:lnTo>
                  <a:lnTo>
                    <a:pt x="8009067" y="1643288"/>
                  </a:lnTo>
                  <a:lnTo>
                    <a:pt x="8053083" y="1619818"/>
                  </a:lnTo>
                  <a:lnTo>
                    <a:pt x="8096896" y="1596018"/>
                  </a:lnTo>
                  <a:lnTo>
                    <a:pt x="8140503" y="1571890"/>
                  </a:lnTo>
                  <a:lnTo>
                    <a:pt x="8183903" y="1547435"/>
                  </a:lnTo>
                  <a:lnTo>
                    <a:pt x="8227094" y="1522655"/>
                  </a:lnTo>
                  <a:lnTo>
                    <a:pt x="8270074" y="1497553"/>
                  </a:lnTo>
                  <a:lnTo>
                    <a:pt x="8312843" y="1472128"/>
                  </a:lnTo>
                  <a:lnTo>
                    <a:pt x="8355398" y="1446384"/>
                  </a:lnTo>
                  <a:lnTo>
                    <a:pt x="8397737" y="1420322"/>
                  </a:lnTo>
                  <a:lnTo>
                    <a:pt x="8439859" y="1393943"/>
                  </a:lnTo>
                  <a:lnTo>
                    <a:pt x="8481763" y="1367249"/>
                  </a:lnTo>
                  <a:lnTo>
                    <a:pt x="8523446" y="1340242"/>
                  </a:lnTo>
                  <a:lnTo>
                    <a:pt x="8564907" y="1312923"/>
                  </a:lnTo>
                  <a:lnTo>
                    <a:pt x="8606144" y="1285294"/>
                  </a:lnTo>
                  <a:lnTo>
                    <a:pt x="8647156" y="1257357"/>
                  </a:lnTo>
                  <a:lnTo>
                    <a:pt x="8687941" y="1229113"/>
                  </a:lnTo>
                  <a:lnTo>
                    <a:pt x="8728497" y="1200565"/>
                  </a:lnTo>
                  <a:lnTo>
                    <a:pt x="8768823" y="1171713"/>
                  </a:lnTo>
                  <a:lnTo>
                    <a:pt x="8808917" y="1142560"/>
                  </a:lnTo>
                  <a:lnTo>
                    <a:pt x="8848777" y="1113106"/>
                  </a:lnTo>
                  <a:lnTo>
                    <a:pt x="8888402" y="1083354"/>
                  </a:lnTo>
                  <a:lnTo>
                    <a:pt x="8927790" y="1053306"/>
                  </a:lnTo>
                  <a:lnTo>
                    <a:pt x="8966940" y="1022962"/>
                  </a:lnTo>
                  <a:lnTo>
                    <a:pt x="9005849" y="992325"/>
                  </a:lnTo>
                  <a:lnTo>
                    <a:pt x="9044516" y="961397"/>
                  </a:lnTo>
                  <a:lnTo>
                    <a:pt x="9082939" y="930178"/>
                  </a:lnTo>
                  <a:lnTo>
                    <a:pt x="9121117" y="898671"/>
                  </a:lnTo>
                  <a:lnTo>
                    <a:pt x="9159048" y="866877"/>
                  </a:lnTo>
                  <a:lnTo>
                    <a:pt x="9196731" y="834799"/>
                  </a:lnTo>
                  <a:lnTo>
                    <a:pt x="9234163" y="802436"/>
                  </a:lnTo>
                  <a:lnTo>
                    <a:pt x="9271344" y="769793"/>
                  </a:lnTo>
                  <a:lnTo>
                    <a:pt x="9308271" y="736868"/>
                  </a:lnTo>
                  <a:lnTo>
                    <a:pt x="9344943" y="703666"/>
                  </a:lnTo>
                  <a:lnTo>
                    <a:pt x="9381358" y="670187"/>
                  </a:lnTo>
                  <a:lnTo>
                    <a:pt x="9417514" y="636432"/>
                  </a:lnTo>
                  <a:lnTo>
                    <a:pt x="9453410" y="602405"/>
                  </a:lnTo>
                  <a:lnTo>
                    <a:pt x="9489044" y="568105"/>
                  </a:lnTo>
                  <a:lnTo>
                    <a:pt x="9524415" y="533535"/>
                  </a:lnTo>
                  <a:lnTo>
                    <a:pt x="9559521" y="498697"/>
                  </a:lnTo>
                  <a:lnTo>
                    <a:pt x="9594359" y="463592"/>
                  </a:lnTo>
                  <a:lnTo>
                    <a:pt x="9628930" y="428221"/>
                  </a:lnTo>
                  <a:lnTo>
                    <a:pt x="9663230" y="392587"/>
                  </a:lnTo>
                  <a:lnTo>
                    <a:pt x="9697258" y="356692"/>
                  </a:lnTo>
                  <a:lnTo>
                    <a:pt x="9731013" y="320536"/>
                  </a:lnTo>
                  <a:lnTo>
                    <a:pt x="9764493" y="284121"/>
                  </a:lnTo>
                  <a:lnTo>
                    <a:pt x="9797696" y="247450"/>
                  </a:lnTo>
                  <a:lnTo>
                    <a:pt x="9830620" y="210524"/>
                  </a:lnTo>
                  <a:lnTo>
                    <a:pt x="9863265" y="173344"/>
                  </a:lnTo>
                  <a:lnTo>
                    <a:pt x="9895628" y="135911"/>
                  </a:lnTo>
                  <a:lnTo>
                    <a:pt x="9927707" y="98229"/>
                  </a:lnTo>
                  <a:lnTo>
                    <a:pt x="9959501" y="60298"/>
                  </a:lnTo>
                  <a:lnTo>
                    <a:pt x="9991009" y="22120"/>
                  </a:lnTo>
                  <a:lnTo>
                    <a:pt x="10008982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499488" y="0"/>
              <a:ext cx="7289165" cy="1397000"/>
            </a:xfrm>
            <a:custGeom>
              <a:avLst/>
              <a:gdLst/>
              <a:ahLst/>
              <a:cxnLst/>
              <a:rect l="l" t="t" r="r" b="b"/>
              <a:pathLst>
                <a:path w="7289165" h="1397000">
                  <a:moveTo>
                    <a:pt x="7289022" y="0"/>
                  </a:moveTo>
                  <a:lnTo>
                    <a:pt x="0" y="0"/>
                  </a:lnTo>
                  <a:lnTo>
                    <a:pt x="33241" y="29645"/>
                  </a:lnTo>
                  <a:lnTo>
                    <a:pt x="66914" y="59186"/>
                  </a:lnTo>
                  <a:lnTo>
                    <a:pt x="100832" y="88453"/>
                  </a:lnTo>
                  <a:lnTo>
                    <a:pt x="134991" y="117446"/>
                  </a:lnTo>
                  <a:lnTo>
                    <a:pt x="169391" y="146163"/>
                  </a:lnTo>
                  <a:lnTo>
                    <a:pt x="204030" y="174602"/>
                  </a:lnTo>
                  <a:lnTo>
                    <a:pt x="238905" y="202760"/>
                  </a:lnTo>
                  <a:lnTo>
                    <a:pt x="274016" y="230638"/>
                  </a:lnTo>
                  <a:lnTo>
                    <a:pt x="309360" y="258231"/>
                  </a:lnTo>
                  <a:lnTo>
                    <a:pt x="344936" y="285540"/>
                  </a:lnTo>
                  <a:lnTo>
                    <a:pt x="380742" y="312563"/>
                  </a:lnTo>
                  <a:lnTo>
                    <a:pt x="416776" y="339296"/>
                  </a:lnTo>
                  <a:lnTo>
                    <a:pt x="453037" y="365740"/>
                  </a:lnTo>
                  <a:lnTo>
                    <a:pt x="489523" y="391892"/>
                  </a:lnTo>
                  <a:lnTo>
                    <a:pt x="526232" y="417750"/>
                  </a:lnTo>
                  <a:lnTo>
                    <a:pt x="563162" y="443313"/>
                  </a:lnTo>
                  <a:lnTo>
                    <a:pt x="600312" y="468579"/>
                  </a:lnTo>
                  <a:lnTo>
                    <a:pt x="637680" y="493546"/>
                  </a:lnTo>
                  <a:lnTo>
                    <a:pt x="675265" y="518213"/>
                  </a:lnTo>
                  <a:lnTo>
                    <a:pt x="713064" y="542578"/>
                  </a:lnTo>
                  <a:lnTo>
                    <a:pt x="751076" y="566639"/>
                  </a:lnTo>
                  <a:lnTo>
                    <a:pt x="789299" y="590394"/>
                  </a:lnTo>
                  <a:lnTo>
                    <a:pt x="827732" y="613842"/>
                  </a:lnTo>
                  <a:lnTo>
                    <a:pt x="866372" y="636980"/>
                  </a:lnTo>
                  <a:lnTo>
                    <a:pt x="905218" y="659809"/>
                  </a:lnTo>
                  <a:lnTo>
                    <a:pt x="944269" y="682324"/>
                  </a:lnTo>
                  <a:lnTo>
                    <a:pt x="983522" y="704526"/>
                  </a:lnTo>
                  <a:lnTo>
                    <a:pt x="1022976" y="726411"/>
                  </a:lnTo>
                  <a:lnTo>
                    <a:pt x="1062629" y="747979"/>
                  </a:lnTo>
                  <a:lnTo>
                    <a:pt x="1102480" y="769228"/>
                  </a:lnTo>
                  <a:lnTo>
                    <a:pt x="1142526" y="790156"/>
                  </a:lnTo>
                  <a:lnTo>
                    <a:pt x="1182767" y="810761"/>
                  </a:lnTo>
                  <a:lnTo>
                    <a:pt x="1223199" y="831041"/>
                  </a:lnTo>
                  <a:lnTo>
                    <a:pt x="1263822" y="850995"/>
                  </a:lnTo>
                  <a:lnTo>
                    <a:pt x="1304634" y="870621"/>
                  </a:lnTo>
                  <a:lnTo>
                    <a:pt x="1345634" y="889918"/>
                  </a:lnTo>
                  <a:lnTo>
                    <a:pt x="1386818" y="908884"/>
                  </a:lnTo>
                  <a:lnTo>
                    <a:pt x="1428187" y="927516"/>
                  </a:lnTo>
                  <a:lnTo>
                    <a:pt x="1469737" y="945813"/>
                  </a:lnTo>
                  <a:lnTo>
                    <a:pt x="1511467" y="963774"/>
                  </a:lnTo>
                  <a:lnTo>
                    <a:pt x="1553376" y="981397"/>
                  </a:lnTo>
                  <a:lnTo>
                    <a:pt x="1595462" y="998680"/>
                  </a:lnTo>
                  <a:lnTo>
                    <a:pt x="1637723" y="1015621"/>
                  </a:lnTo>
                  <a:lnTo>
                    <a:pt x="1680158" y="1032219"/>
                  </a:lnTo>
                  <a:lnTo>
                    <a:pt x="1722764" y="1048472"/>
                  </a:lnTo>
                  <a:lnTo>
                    <a:pt x="1765540" y="1064378"/>
                  </a:lnTo>
                  <a:lnTo>
                    <a:pt x="1808484" y="1079935"/>
                  </a:lnTo>
                  <a:lnTo>
                    <a:pt x="1851595" y="1095143"/>
                  </a:lnTo>
                  <a:lnTo>
                    <a:pt x="1894871" y="1109998"/>
                  </a:lnTo>
                  <a:lnTo>
                    <a:pt x="1938309" y="1124500"/>
                  </a:lnTo>
                  <a:lnTo>
                    <a:pt x="1981909" y="1138646"/>
                  </a:lnTo>
                  <a:lnTo>
                    <a:pt x="2025669" y="1152435"/>
                  </a:lnTo>
                  <a:lnTo>
                    <a:pt x="2069587" y="1165865"/>
                  </a:lnTo>
                  <a:lnTo>
                    <a:pt x="2113661" y="1178935"/>
                  </a:lnTo>
                  <a:lnTo>
                    <a:pt x="2157889" y="1191643"/>
                  </a:lnTo>
                  <a:lnTo>
                    <a:pt x="2202271" y="1203986"/>
                  </a:lnTo>
                  <a:lnTo>
                    <a:pt x="2246803" y="1215964"/>
                  </a:lnTo>
                  <a:lnTo>
                    <a:pt x="2291485" y="1227575"/>
                  </a:lnTo>
                  <a:lnTo>
                    <a:pt x="2336314" y="1238816"/>
                  </a:lnTo>
                  <a:lnTo>
                    <a:pt x="2381289" y="1249687"/>
                  </a:lnTo>
                  <a:lnTo>
                    <a:pt x="2426409" y="1260185"/>
                  </a:lnTo>
                  <a:lnTo>
                    <a:pt x="2471671" y="1270309"/>
                  </a:lnTo>
                  <a:lnTo>
                    <a:pt x="2517074" y="1280057"/>
                  </a:lnTo>
                  <a:lnTo>
                    <a:pt x="2562615" y="1289427"/>
                  </a:lnTo>
                  <a:lnTo>
                    <a:pt x="2608295" y="1298417"/>
                  </a:lnTo>
                  <a:lnTo>
                    <a:pt x="2654109" y="1307027"/>
                  </a:lnTo>
                  <a:lnTo>
                    <a:pt x="2700058" y="1315254"/>
                  </a:lnTo>
                  <a:lnTo>
                    <a:pt x="2746139" y="1323096"/>
                  </a:lnTo>
                  <a:lnTo>
                    <a:pt x="2792351" y="1330552"/>
                  </a:lnTo>
                  <a:lnTo>
                    <a:pt x="2838691" y="1337620"/>
                  </a:lnTo>
                  <a:lnTo>
                    <a:pt x="2885158" y="1344298"/>
                  </a:lnTo>
                  <a:lnTo>
                    <a:pt x="2931750" y="1350584"/>
                  </a:lnTo>
                  <a:lnTo>
                    <a:pt x="2978467" y="1356478"/>
                  </a:lnTo>
                  <a:lnTo>
                    <a:pt x="3025305" y="1361977"/>
                  </a:lnTo>
                  <a:lnTo>
                    <a:pt x="3072263" y="1367079"/>
                  </a:lnTo>
                  <a:lnTo>
                    <a:pt x="3119340" y="1371783"/>
                  </a:lnTo>
                  <a:lnTo>
                    <a:pt x="3166533" y="1376086"/>
                  </a:lnTo>
                  <a:lnTo>
                    <a:pt x="3213841" y="1379988"/>
                  </a:lnTo>
                  <a:lnTo>
                    <a:pt x="3261263" y="1383487"/>
                  </a:lnTo>
                  <a:lnTo>
                    <a:pt x="3308797" y="1386580"/>
                  </a:lnTo>
                  <a:lnTo>
                    <a:pt x="3356440" y="1389267"/>
                  </a:lnTo>
                  <a:lnTo>
                    <a:pt x="3404191" y="1391545"/>
                  </a:lnTo>
                  <a:lnTo>
                    <a:pt x="3452049" y="1393413"/>
                  </a:lnTo>
                  <a:lnTo>
                    <a:pt x="3500012" y="1394868"/>
                  </a:lnTo>
                  <a:lnTo>
                    <a:pt x="3548077" y="1395910"/>
                  </a:lnTo>
                  <a:lnTo>
                    <a:pt x="3596244" y="1396536"/>
                  </a:lnTo>
                  <a:lnTo>
                    <a:pt x="3644511" y="1396746"/>
                  </a:lnTo>
                  <a:lnTo>
                    <a:pt x="3692777" y="1396536"/>
                  </a:lnTo>
                  <a:lnTo>
                    <a:pt x="3740944" y="1395910"/>
                  </a:lnTo>
                  <a:lnTo>
                    <a:pt x="3789010" y="1394868"/>
                  </a:lnTo>
                  <a:lnTo>
                    <a:pt x="3836972" y="1393413"/>
                  </a:lnTo>
                  <a:lnTo>
                    <a:pt x="3884830" y="1391545"/>
                  </a:lnTo>
                  <a:lnTo>
                    <a:pt x="3932581" y="1389267"/>
                  </a:lnTo>
                  <a:lnTo>
                    <a:pt x="3980225" y="1386580"/>
                  </a:lnTo>
                  <a:lnTo>
                    <a:pt x="4027758" y="1383487"/>
                  </a:lnTo>
                  <a:lnTo>
                    <a:pt x="4075180" y="1379988"/>
                  </a:lnTo>
                  <a:lnTo>
                    <a:pt x="4122488" y="1376086"/>
                  </a:lnTo>
                  <a:lnTo>
                    <a:pt x="4169682" y="1371783"/>
                  </a:lnTo>
                  <a:lnTo>
                    <a:pt x="4216758" y="1367079"/>
                  </a:lnTo>
                  <a:lnTo>
                    <a:pt x="4263717" y="1361977"/>
                  </a:lnTo>
                  <a:lnTo>
                    <a:pt x="4310555" y="1356478"/>
                  </a:lnTo>
                  <a:lnTo>
                    <a:pt x="4357271" y="1350584"/>
                  </a:lnTo>
                  <a:lnTo>
                    <a:pt x="4403863" y="1344298"/>
                  </a:lnTo>
                  <a:lnTo>
                    <a:pt x="4450331" y="1337620"/>
                  </a:lnTo>
                  <a:lnTo>
                    <a:pt x="4496671" y="1330552"/>
                  </a:lnTo>
                  <a:lnTo>
                    <a:pt x="4542882" y="1323096"/>
                  </a:lnTo>
                  <a:lnTo>
                    <a:pt x="4588963" y="1315254"/>
                  </a:lnTo>
                  <a:lnTo>
                    <a:pt x="4634912" y="1307027"/>
                  </a:lnTo>
                  <a:lnTo>
                    <a:pt x="4680727" y="1298417"/>
                  </a:lnTo>
                  <a:lnTo>
                    <a:pt x="4726406" y="1289427"/>
                  </a:lnTo>
                  <a:lnTo>
                    <a:pt x="4771948" y="1280057"/>
                  </a:lnTo>
                  <a:lnTo>
                    <a:pt x="4817350" y="1270309"/>
                  </a:lnTo>
                  <a:lnTo>
                    <a:pt x="4862612" y="1260185"/>
                  </a:lnTo>
                  <a:lnTo>
                    <a:pt x="4907732" y="1249687"/>
                  </a:lnTo>
                  <a:lnTo>
                    <a:pt x="4952707" y="1238816"/>
                  </a:lnTo>
                  <a:lnTo>
                    <a:pt x="4997537" y="1227575"/>
                  </a:lnTo>
                  <a:lnTo>
                    <a:pt x="5042218" y="1215964"/>
                  </a:lnTo>
                  <a:lnTo>
                    <a:pt x="5086751" y="1203986"/>
                  </a:lnTo>
                  <a:lnTo>
                    <a:pt x="5131132" y="1191643"/>
                  </a:lnTo>
                  <a:lnTo>
                    <a:pt x="5175360" y="1178935"/>
                  </a:lnTo>
                  <a:lnTo>
                    <a:pt x="5219434" y="1165865"/>
                  </a:lnTo>
                  <a:lnTo>
                    <a:pt x="5263352" y="1152435"/>
                  </a:lnTo>
                  <a:lnTo>
                    <a:pt x="5307112" y="1138646"/>
                  </a:lnTo>
                  <a:lnTo>
                    <a:pt x="5350712" y="1124500"/>
                  </a:lnTo>
                  <a:lnTo>
                    <a:pt x="5394151" y="1109998"/>
                  </a:lnTo>
                  <a:lnTo>
                    <a:pt x="5437426" y="1095143"/>
                  </a:lnTo>
                  <a:lnTo>
                    <a:pt x="5480537" y="1079935"/>
                  </a:lnTo>
                  <a:lnTo>
                    <a:pt x="5523481" y="1064378"/>
                  </a:lnTo>
                  <a:lnTo>
                    <a:pt x="5566258" y="1048472"/>
                  </a:lnTo>
                  <a:lnTo>
                    <a:pt x="5608864" y="1032219"/>
                  </a:lnTo>
                  <a:lnTo>
                    <a:pt x="5651298" y="1015621"/>
                  </a:lnTo>
                  <a:lnTo>
                    <a:pt x="5693559" y="998680"/>
                  </a:lnTo>
                  <a:lnTo>
                    <a:pt x="5735645" y="981397"/>
                  </a:lnTo>
                  <a:lnTo>
                    <a:pt x="5777554" y="963774"/>
                  </a:lnTo>
                  <a:lnTo>
                    <a:pt x="5819285" y="945813"/>
                  </a:lnTo>
                  <a:lnTo>
                    <a:pt x="5860835" y="927516"/>
                  </a:lnTo>
                  <a:lnTo>
                    <a:pt x="5902203" y="908884"/>
                  </a:lnTo>
                  <a:lnTo>
                    <a:pt x="5943388" y="889918"/>
                  </a:lnTo>
                  <a:lnTo>
                    <a:pt x="5984387" y="870621"/>
                  </a:lnTo>
                  <a:lnTo>
                    <a:pt x="6025199" y="850995"/>
                  </a:lnTo>
                  <a:lnTo>
                    <a:pt x="6065822" y="831041"/>
                  </a:lnTo>
                  <a:lnTo>
                    <a:pt x="6106255" y="810761"/>
                  </a:lnTo>
                  <a:lnTo>
                    <a:pt x="6146495" y="790156"/>
                  </a:lnTo>
                  <a:lnTo>
                    <a:pt x="6186541" y="769228"/>
                  </a:lnTo>
                  <a:lnTo>
                    <a:pt x="6226392" y="747979"/>
                  </a:lnTo>
                  <a:lnTo>
                    <a:pt x="6266045" y="726411"/>
                  </a:lnTo>
                  <a:lnTo>
                    <a:pt x="6305499" y="704526"/>
                  </a:lnTo>
                  <a:lnTo>
                    <a:pt x="6344753" y="682324"/>
                  </a:lnTo>
                  <a:lnTo>
                    <a:pt x="6383803" y="659809"/>
                  </a:lnTo>
                  <a:lnTo>
                    <a:pt x="6422649" y="636980"/>
                  </a:lnTo>
                  <a:lnTo>
                    <a:pt x="6461290" y="613842"/>
                  </a:lnTo>
                  <a:lnTo>
                    <a:pt x="6499722" y="590394"/>
                  </a:lnTo>
                  <a:lnTo>
                    <a:pt x="6537945" y="566639"/>
                  </a:lnTo>
                  <a:lnTo>
                    <a:pt x="6575957" y="542578"/>
                  </a:lnTo>
                  <a:lnTo>
                    <a:pt x="6613757" y="518213"/>
                  </a:lnTo>
                  <a:lnTo>
                    <a:pt x="6651341" y="493546"/>
                  </a:lnTo>
                  <a:lnTo>
                    <a:pt x="6688709" y="468579"/>
                  </a:lnTo>
                  <a:lnTo>
                    <a:pt x="6725859" y="443313"/>
                  </a:lnTo>
                  <a:lnTo>
                    <a:pt x="6762790" y="417750"/>
                  </a:lnTo>
                  <a:lnTo>
                    <a:pt x="6799499" y="391892"/>
                  </a:lnTo>
                  <a:lnTo>
                    <a:pt x="6835984" y="365740"/>
                  </a:lnTo>
                  <a:lnTo>
                    <a:pt x="6872245" y="339296"/>
                  </a:lnTo>
                  <a:lnTo>
                    <a:pt x="6908280" y="312563"/>
                  </a:lnTo>
                  <a:lnTo>
                    <a:pt x="6944085" y="285540"/>
                  </a:lnTo>
                  <a:lnTo>
                    <a:pt x="6979661" y="258231"/>
                  </a:lnTo>
                  <a:lnTo>
                    <a:pt x="7015005" y="230638"/>
                  </a:lnTo>
                  <a:lnTo>
                    <a:pt x="7050116" y="202760"/>
                  </a:lnTo>
                  <a:lnTo>
                    <a:pt x="7084991" y="174602"/>
                  </a:lnTo>
                  <a:lnTo>
                    <a:pt x="7119630" y="146163"/>
                  </a:lnTo>
                  <a:lnTo>
                    <a:pt x="7154030" y="117446"/>
                  </a:lnTo>
                  <a:lnTo>
                    <a:pt x="7188189" y="88453"/>
                  </a:lnTo>
                  <a:lnTo>
                    <a:pt x="7222107" y="59186"/>
                  </a:lnTo>
                  <a:lnTo>
                    <a:pt x="7255781" y="29645"/>
                  </a:lnTo>
                  <a:lnTo>
                    <a:pt x="72890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777467" y="1524898"/>
              <a:ext cx="707390" cy="707390"/>
            </a:xfrm>
            <a:custGeom>
              <a:avLst/>
              <a:gdLst/>
              <a:ahLst/>
              <a:cxnLst/>
              <a:rect l="l" t="t" r="r" b="b"/>
              <a:pathLst>
                <a:path w="707390" h="707389">
                  <a:moveTo>
                    <a:pt x="353425" y="0"/>
                  </a:moveTo>
                  <a:lnTo>
                    <a:pt x="305466" y="3226"/>
                  </a:lnTo>
                  <a:lnTo>
                    <a:pt x="259469" y="12624"/>
                  </a:lnTo>
                  <a:lnTo>
                    <a:pt x="215854" y="27773"/>
                  </a:lnTo>
                  <a:lnTo>
                    <a:pt x="175042" y="48251"/>
                  </a:lnTo>
                  <a:lnTo>
                    <a:pt x="137455" y="73638"/>
                  </a:lnTo>
                  <a:lnTo>
                    <a:pt x="103513" y="103513"/>
                  </a:lnTo>
                  <a:lnTo>
                    <a:pt x="73638" y="137455"/>
                  </a:lnTo>
                  <a:lnTo>
                    <a:pt x="48251" y="175042"/>
                  </a:lnTo>
                  <a:lnTo>
                    <a:pt x="27773" y="215853"/>
                  </a:lnTo>
                  <a:lnTo>
                    <a:pt x="12624" y="259468"/>
                  </a:lnTo>
                  <a:lnTo>
                    <a:pt x="3226" y="305466"/>
                  </a:lnTo>
                  <a:lnTo>
                    <a:pt x="0" y="353425"/>
                  </a:lnTo>
                  <a:lnTo>
                    <a:pt x="3226" y="401381"/>
                  </a:lnTo>
                  <a:lnTo>
                    <a:pt x="12624" y="447377"/>
                  </a:lnTo>
                  <a:lnTo>
                    <a:pt x="27773" y="490991"/>
                  </a:lnTo>
                  <a:lnTo>
                    <a:pt x="48251" y="531802"/>
                  </a:lnTo>
                  <a:lnTo>
                    <a:pt x="73638" y="569389"/>
                  </a:lnTo>
                  <a:lnTo>
                    <a:pt x="103513" y="603331"/>
                  </a:lnTo>
                  <a:lnTo>
                    <a:pt x="137455" y="633206"/>
                  </a:lnTo>
                  <a:lnTo>
                    <a:pt x="175042" y="658594"/>
                  </a:lnTo>
                  <a:lnTo>
                    <a:pt x="215854" y="679074"/>
                  </a:lnTo>
                  <a:lnTo>
                    <a:pt x="259469" y="694223"/>
                  </a:lnTo>
                  <a:lnTo>
                    <a:pt x="305466" y="703622"/>
                  </a:lnTo>
                  <a:lnTo>
                    <a:pt x="353425" y="706849"/>
                  </a:lnTo>
                  <a:lnTo>
                    <a:pt x="401384" y="703622"/>
                  </a:lnTo>
                  <a:lnTo>
                    <a:pt x="447381" y="694224"/>
                  </a:lnTo>
                  <a:lnTo>
                    <a:pt x="490996" y="679074"/>
                  </a:lnTo>
                  <a:lnTo>
                    <a:pt x="531808" y="658595"/>
                  </a:lnTo>
                  <a:lnTo>
                    <a:pt x="569395" y="633207"/>
                  </a:lnTo>
                  <a:lnTo>
                    <a:pt x="603336" y="603331"/>
                  </a:lnTo>
                  <a:lnTo>
                    <a:pt x="633211" y="569390"/>
                  </a:lnTo>
                  <a:lnTo>
                    <a:pt x="658599" y="531802"/>
                  </a:lnTo>
                  <a:lnTo>
                    <a:pt x="679077" y="490991"/>
                  </a:lnTo>
                  <a:lnTo>
                    <a:pt x="694226" y="447377"/>
                  </a:lnTo>
                  <a:lnTo>
                    <a:pt x="703624" y="401382"/>
                  </a:lnTo>
                  <a:lnTo>
                    <a:pt x="706850" y="353425"/>
                  </a:lnTo>
                  <a:lnTo>
                    <a:pt x="703624" y="305466"/>
                  </a:lnTo>
                  <a:lnTo>
                    <a:pt x="694226" y="259469"/>
                  </a:lnTo>
                  <a:lnTo>
                    <a:pt x="679077" y="215854"/>
                  </a:lnTo>
                  <a:lnTo>
                    <a:pt x="658599" y="175042"/>
                  </a:lnTo>
                  <a:lnTo>
                    <a:pt x="633211" y="137455"/>
                  </a:lnTo>
                  <a:lnTo>
                    <a:pt x="603336" y="103514"/>
                  </a:lnTo>
                  <a:lnTo>
                    <a:pt x="569395" y="73639"/>
                  </a:lnTo>
                  <a:lnTo>
                    <a:pt x="531808" y="48251"/>
                  </a:lnTo>
                  <a:lnTo>
                    <a:pt x="490996" y="27773"/>
                  </a:lnTo>
                  <a:lnTo>
                    <a:pt x="447381" y="12624"/>
                  </a:lnTo>
                  <a:lnTo>
                    <a:pt x="401384" y="3226"/>
                  </a:lnTo>
                  <a:lnTo>
                    <a:pt x="353425" y="0"/>
                  </a:lnTo>
                  <a:close/>
                </a:path>
              </a:pathLst>
            </a:custGeom>
            <a:solidFill>
              <a:srgbClr val="4DD5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1337275" y="1534042"/>
              <a:ext cx="707390" cy="707390"/>
            </a:xfrm>
            <a:custGeom>
              <a:avLst/>
              <a:gdLst/>
              <a:ahLst/>
              <a:cxnLst/>
              <a:rect l="l" t="t" r="r" b="b"/>
              <a:pathLst>
                <a:path w="707390" h="707389">
                  <a:moveTo>
                    <a:pt x="353425" y="0"/>
                  </a:moveTo>
                  <a:lnTo>
                    <a:pt x="305466" y="3226"/>
                  </a:lnTo>
                  <a:lnTo>
                    <a:pt x="259468" y="12624"/>
                  </a:lnTo>
                  <a:lnTo>
                    <a:pt x="215853" y="27773"/>
                  </a:lnTo>
                  <a:lnTo>
                    <a:pt x="175042" y="48251"/>
                  </a:lnTo>
                  <a:lnTo>
                    <a:pt x="137455" y="73638"/>
                  </a:lnTo>
                  <a:lnTo>
                    <a:pt x="103513" y="103513"/>
                  </a:lnTo>
                  <a:lnTo>
                    <a:pt x="73638" y="137455"/>
                  </a:lnTo>
                  <a:lnTo>
                    <a:pt x="48251" y="175042"/>
                  </a:lnTo>
                  <a:lnTo>
                    <a:pt x="27773" y="215853"/>
                  </a:lnTo>
                  <a:lnTo>
                    <a:pt x="12624" y="259468"/>
                  </a:lnTo>
                  <a:lnTo>
                    <a:pt x="3226" y="305466"/>
                  </a:lnTo>
                  <a:lnTo>
                    <a:pt x="0" y="353425"/>
                  </a:lnTo>
                  <a:lnTo>
                    <a:pt x="3226" y="401381"/>
                  </a:lnTo>
                  <a:lnTo>
                    <a:pt x="12624" y="447377"/>
                  </a:lnTo>
                  <a:lnTo>
                    <a:pt x="27773" y="490991"/>
                  </a:lnTo>
                  <a:lnTo>
                    <a:pt x="48251" y="531802"/>
                  </a:lnTo>
                  <a:lnTo>
                    <a:pt x="73639" y="569389"/>
                  </a:lnTo>
                  <a:lnTo>
                    <a:pt x="103514" y="603331"/>
                  </a:lnTo>
                  <a:lnTo>
                    <a:pt x="137455" y="633206"/>
                  </a:lnTo>
                  <a:lnTo>
                    <a:pt x="175042" y="658594"/>
                  </a:lnTo>
                  <a:lnTo>
                    <a:pt x="215854" y="679074"/>
                  </a:lnTo>
                  <a:lnTo>
                    <a:pt x="259469" y="694223"/>
                  </a:lnTo>
                  <a:lnTo>
                    <a:pt x="305466" y="703622"/>
                  </a:lnTo>
                  <a:lnTo>
                    <a:pt x="353425" y="706849"/>
                  </a:lnTo>
                  <a:lnTo>
                    <a:pt x="401384" y="703622"/>
                  </a:lnTo>
                  <a:lnTo>
                    <a:pt x="447382" y="694224"/>
                  </a:lnTo>
                  <a:lnTo>
                    <a:pt x="490997" y="679074"/>
                  </a:lnTo>
                  <a:lnTo>
                    <a:pt x="531808" y="658595"/>
                  </a:lnTo>
                  <a:lnTo>
                    <a:pt x="569395" y="633207"/>
                  </a:lnTo>
                  <a:lnTo>
                    <a:pt x="603337" y="603331"/>
                  </a:lnTo>
                  <a:lnTo>
                    <a:pt x="633212" y="569390"/>
                  </a:lnTo>
                  <a:lnTo>
                    <a:pt x="658599" y="531802"/>
                  </a:lnTo>
                  <a:lnTo>
                    <a:pt x="679077" y="490991"/>
                  </a:lnTo>
                  <a:lnTo>
                    <a:pt x="694226" y="447377"/>
                  </a:lnTo>
                  <a:lnTo>
                    <a:pt x="703624" y="401382"/>
                  </a:lnTo>
                  <a:lnTo>
                    <a:pt x="706850" y="353425"/>
                  </a:lnTo>
                  <a:lnTo>
                    <a:pt x="703624" y="305466"/>
                  </a:lnTo>
                  <a:lnTo>
                    <a:pt x="694226" y="259469"/>
                  </a:lnTo>
                  <a:lnTo>
                    <a:pt x="679077" y="215854"/>
                  </a:lnTo>
                  <a:lnTo>
                    <a:pt x="658598" y="175042"/>
                  </a:lnTo>
                  <a:lnTo>
                    <a:pt x="633211" y="137455"/>
                  </a:lnTo>
                  <a:lnTo>
                    <a:pt x="603336" y="103514"/>
                  </a:lnTo>
                  <a:lnTo>
                    <a:pt x="569395" y="73639"/>
                  </a:lnTo>
                  <a:lnTo>
                    <a:pt x="531808" y="48251"/>
                  </a:lnTo>
                  <a:lnTo>
                    <a:pt x="490996" y="27773"/>
                  </a:lnTo>
                  <a:lnTo>
                    <a:pt x="447381" y="12624"/>
                  </a:lnTo>
                  <a:lnTo>
                    <a:pt x="401383" y="3226"/>
                  </a:lnTo>
                  <a:lnTo>
                    <a:pt x="353425" y="0"/>
                  </a:lnTo>
                  <a:close/>
                </a:path>
              </a:pathLst>
            </a:custGeom>
            <a:solidFill>
              <a:srgbClr val="88B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3614003" y="1538233"/>
              <a:ext cx="707390" cy="707390"/>
            </a:xfrm>
            <a:custGeom>
              <a:avLst/>
              <a:gdLst/>
              <a:ahLst/>
              <a:cxnLst/>
              <a:rect l="l" t="t" r="r" b="b"/>
              <a:pathLst>
                <a:path w="707390" h="707389">
                  <a:moveTo>
                    <a:pt x="353424" y="0"/>
                  </a:moveTo>
                  <a:lnTo>
                    <a:pt x="305465" y="3226"/>
                  </a:lnTo>
                  <a:lnTo>
                    <a:pt x="259468" y="12624"/>
                  </a:lnTo>
                  <a:lnTo>
                    <a:pt x="215853" y="27773"/>
                  </a:lnTo>
                  <a:lnTo>
                    <a:pt x="175041" y="48251"/>
                  </a:lnTo>
                  <a:lnTo>
                    <a:pt x="137454" y="73638"/>
                  </a:lnTo>
                  <a:lnTo>
                    <a:pt x="103513" y="103513"/>
                  </a:lnTo>
                  <a:lnTo>
                    <a:pt x="73638" y="137455"/>
                  </a:lnTo>
                  <a:lnTo>
                    <a:pt x="48251" y="175042"/>
                  </a:lnTo>
                  <a:lnTo>
                    <a:pt x="27772" y="215853"/>
                  </a:lnTo>
                  <a:lnTo>
                    <a:pt x="12624" y="259468"/>
                  </a:lnTo>
                  <a:lnTo>
                    <a:pt x="3226" y="305466"/>
                  </a:lnTo>
                  <a:lnTo>
                    <a:pt x="0" y="353425"/>
                  </a:lnTo>
                  <a:lnTo>
                    <a:pt x="3226" y="401381"/>
                  </a:lnTo>
                  <a:lnTo>
                    <a:pt x="12624" y="447377"/>
                  </a:lnTo>
                  <a:lnTo>
                    <a:pt x="27773" y="490991"/>
                  </a:lnTo>
                  <a:lnTo>
                    <a:pt x="48252" y="531802"/>
                  </a:lnTo>
                  <a:lnTo>
                    <a:pt x="73639" y="569389"/>
                  </a:lnTo>
                  <a:lnTo>
                    <a:pt x="103514" y="603331"/>
                  </a:lnTo>
                  <a:lnTo>
                    <a:pt x="137455" y="633206"/>
                  </a:lnTo>
                  <a:lnTo>
                    <a:pt x="175043" y="658594"/>
                  </a:lnTo>
                  <a:lnTo>
                    <a:pt x="215854" y="679074"/>
                  </a:lnTo>
                  <a:lnTo>
                    <a:pt x="259469" y="694223"/>
                  </a:lnTo>
                  <a:lnTo>
                    <a:pt x="305467" y="703622"/>
                  </a:lnTo>
                  <a:lnTo>
                    <a:pt x="353426" y="706849"/>
                  </a:lnTo>
                  <a:lnTo>
                    <a:pt x="401384" y="703622"/>
                  </a:lnTo>
                  <a:lnTo>
                    <a:pt x="447382" y="694224"/>
                  </a:lnTo>
                  <a:lnTo>
                    <a:pt x="490997" y="679074"/>
                  </a:lnTo>
                  <a:lnTo>
                    <a:pt x="531808" y="658595"/>
                  </a:lnTo>
                  <a:lnTo>
                    <a:pt x="569395" y="633207"/>
                  </a:lnTo>
                  <a:lnTo>
                    <a:pt x="603337" y="603331"/>
                  </a:lnTo>
                  <a:lnTo>
                    <a:pt x="633212" y="569390"/>
                  </a:lnTo>
                  <a:lnTo>
                    <a:pt x="658599" y="531802"/>
                  </a:lnTo>
                  <a:lnTo>
                    <a:pt x="679077" y="490991"/>
                  </a:lnTo>
                  <a:lnTo>
                    <a:pt x="694226" y="447377"/>
                  </a:lnTo>
                  <a:lnTo>
                    <a:pt x="703624" y="401382"/>
                  </a:lnTo>
                  <a:lnTo>
                    <a:pt x="706850" y="353425"/>
                  </a:lnTo>
                  <a:lnTo>
                    <a:pt x="703624" y="305466"/>
                  </a:lnTo>
                  <a:lnTo>
                    <a:pt x="694226" y="259469"/>
                  </a:lnTo>
                  <a:lnTo>
                    <a:pt x="679077" y="215854"/>
                  </a:lnTo>
                  <a:lnTo>
                    <a:pt x="658598" y="175042"/>
                  </a:lnTo>
                  <a:lnTo>
                    <a:pt x="633211" y="137455"/>
                  </a:lnTo>
                  <a:lnTo>
                    <a:pt x="603336" y="103514"/>
                  </a:lnTo>
                  <a:lnTo>
                    <a:pt x="569394" y="73639"/>
                  </a:lnTo>
                  <a:lnTo>
                    <a:pt x="531807" y="48251"/>
                  </a:lnTo>
                  <a:lnTo>
                    <a:pt x="490996" y="27773"/>
                  </a:lnTo>
                  <a:lnTo>
                    <a:pt x="447381" y="12624"/>
                  </a:lnTo>
                  <a:lnTo>
                    <a:pt x="401383" y="3226"/>
                  </a:lnTo>
                  <a:lnTo>
                    <a:pt x="353424" y="0"/>
                  </a:lnTo>
                  <a:close/>
                </a:path>
              </a:pathLst>
            </a:custGeom>
            <a:solidFill>
              <a:srgbClr val="C7DB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/>
          <p:nvPr/>
        </p:nvSpPr>
        <p:spPr>
          <a:xfrm>
            <a:off x="15893907" y="1524898"/>
            <a:ext cx="707390" cy="707390"/>
          </a:xfrm>
          <a:custGeom>
            <a:avLst/>
            <a:gdLst/>
            <a:ahLst/>
            <a:cxnLst/>
            <a:rect l="l" t="t" r="r" b="b"/>
            <a:pathLst>
              <a:path w="707390" h="707389">
                <a:moveTo>
                  <a:pt x="353424" y="0"/>
                </a:moveTo>
                <a:lnTo>
                  <a:pt x="305465" y="3226"/>
                </a:lnTo>
                <a:lnTo>
                  <a:pt x="259468" y="12624"/>
                </a:lnTo>
                <a:lnTo>
                  <a:pt x="215853" y="27773"/>
                </a:lnTo>
                <a:lnTo>
                  <a:pt x="175041" y="48251"/>
                </a:lnTo>
                <a:lnTo>
                  <a:pt x="137454" y="73638"/>
                </a:lnTo>
                <a:lnTo>
                  <a:pt x="103513" y="103513"/>
                </a:lnTo>
                <a:lnTo>
                  <a:pt x="73638" y="137455"/>
                </a:lnTo>
                <a:lnTo>
                  <a:pt x="48251" y="175042"/>
                </a:lnTo>
                <a:lnTo>
                  <a:pt x="27772" y="215853"/>
                </a:lnTo>
                <a:lnTo>
                  <a:pt x="12624" y="259468"/>
                </a:lnTo>
                <a:lnTo>
                  <a:pt x="3226" y="305466"/>
                </a:lnTo>
                <a:lnTo>
                  <a:pt x="0" y="353425"/>
                </a:lnTo>
                <a:lnTo>
                  <a:pt x="3226" y="401381"/>
                </a:lnTo>
                <a:lnTo>
                  <a:pt x="12624" y="447377"/>
                </a:lnTo>
                <a:lnTo>
                  <a:pt x="27773" y="490991"/>
                </a:lnTo>
                <a:lnTo>
                  <a:pt x="48252" y="531802"/>
                </a:lnTo>
                <a:lnTo>
                  <a:pt x="73639" y="569389"/>
                </a:lnTo>
                <a:lnTo>
                  <a:pt x="103514" y="603331"/>
                </a:lnTo>
                <a:lnTo>
                  <a:pt x="137455" y="633206"/>
                </a:lnTo>
                <a:lnTo>
                  <a:pt x="175043" y="658594"/>
                </a:lnTo>
                <a:lnTo>
                  <a:pt x="215854" y="679074"/>
                </a:lnTo>
                <a:lnTo>
                  <a:pt x="259469" y="694223"/>
                </a:lnTo>
                <a:lnTo>
                  <a:pt x="305467" y="703622"/>
                </a:lnTo>
                <a:lnTo>
                  <a:pt x="353426" y="706849"/>
                </a:lnTo>
                <a:lnTo>
                  <a:pt x="401384" y="703622"/>
                </a:lnTo>
                <a:lnTo>
                  <a:pt x="447382" y="694224"/>
                </a:lnTo>
                <a:lnTo>
                  <a:pt x="490997" y="679074"/>
                </a:lnTo>
                <a:lnTo>
                  <a:pt x="531808" y="658595"/>
                </a:lnTo>
                <a:lnTo>
                  <a:pt x="569395" y="633207"/>
                </a:lnTo>
                <a:lnTo>
                  <a:pt x="603337" y="603331"/>
                </a:lnTo>
                <a:lnTo>
                  <a:pt x="633212" y="569390"/>
                </a:lnTo>
                <a:lnTo>
                  <a:pt x="658599" y="531802"/>
                </a:lnTo>
                <a:lnTo>
                  <a:pt x="679077" y="490991"/>
                </a:lnTo>
                <a:lnTo>
                  <a:pt x="694226" y="447377"/>
                </a:lnTo>
                <a:lnTo>
                  <a:pt x="703624" y="401382"/>
                </a:lnTo>
                <a:lnTo>
                  <a:pt x="706850" y="353425"/>
                </a:lnTo>
                <a:lnTo>
                  <a:pt x="703624" y="305466"/>
                </a:lnTo>
                <a:lnTo>
                  <a:pt x="694226" y="259469"/>
                </a:lnTo>
                <a:lnTo>
                  <a:pt x="679077" y="215854"/>
                </a:lnTo>
                <a:lnTo>
                  <a:pt x="658598" y="175042"/>
                </a:lnTo>
                <a:lnTo>
                  <a:pt x="633211" y="137455"/>
                </a:lnTo>
                <a:lnTo>
                  <a:pt x="603336" y="103514"/>
                </a:lnTo>
                <a:lnTo>
                  <a:pt x="569394" y="73639"/>
                </a:lnTo>
                <a:lnTo>
                  <a:pt x="531807" y="48251"/>
                </a:lnTo>
                <a:lnTo>
                  <a:pt x="490996" y="27773"/>
                </a:lnTo>
                <a:lnTo>
                  <a:pt x="447381" y="12624"/>
                </a:lnTo>
                <a:lnTo>
                  <a:pt x="401383" y="3226"/>
                </a:lnTo>
                <a:lnTo>
                  <a:pt x="353424" y="0"/>
                </a:lnTo>
                <a:close/>
              </a:path>
            </a:pathLst>
          </a:custGeom>
          <a:solidFill>
            <a:srgbClr val="1E53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" name="object 26"/>
          <p:cNvGrpSpPr/>
          <p:nvPr/>
        </p:nvGrpSpPr>
        <p:grpSpPr>
          <a:xfrm>
            <a:off x="644207" y="8658453"/>
            <a:ext cx="16615410" cy="965200"/>
            <a:chOff x="644207" y="8658453"/>
            <a:chExt cx="16615410" cy="965200"/>
          </a:xfrm>
        </p:grpSpPr>
        <p:sp>
          <p:nvSpPr>
            <p:cNvPr id="27" name="object 27"/>
            <p:cNvSpPr/>
            <p:nvPr/>
          </p:nvSpPr>
          <p:spPr>
            <a:xfrm>
              <a:off x="5789294" y="8658453"/>
              <a:ext cx="11470005" cy="963930"/>
            </a:xfrm>
            <a:custGeom>
              <a:avLst/>
              <a:gdLst/>
              <a:ahLst/>
              <a:cxnLst/>
              <a:rect l="l" t="t" r="r" b="b"/>
              <a:pathLst>
                <a:path w="11470005" h="963929">
                  <a:moveTo>
                    <a:pt x="11470005" y="0"/>
                  </a:moveTo>
                  <a:lnTo>
                    <a:pt x="0" y="0"/>
                  </a:lnTo>
                  <a:lnTo>
                    <a:pt x="0" y="963498"/>
                  </a:lnTo>
                  <a:lnTo>
                    <a:pt x="11470005" y="963498"/>
                  </a:lnTo>
                  <a:lnTo>
                    <a:pt x="11470005" y="0"/>
                  </a:lnTo>
                  <a:close/>
                </a:path>
              </a:pathLst>
            </a:custGeom>
            <a:solidFill>
              <a:srgbClr val="5591A3">
                <a:alpha val="2666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44207" y="8658479"/>
              <a:ext cx="5222875" cy="965200"/>
            </a:xfrm>
            <a:custGeom>
              <a:avLst/>
              <a:gdLst/>
              <a:ahLst/>
              <a:cxnLst/>
              <a:rect l="l" t="t" r="r" b="b"/>
              <a:pathLst>
                <a:path w="5222875" h="965200">
                  <a:moveTo>
                    <a:pt x="5222303" y="0"/>
                  </a:moveTo>
                  <a:lnTo>
                    <a:pt x="5221287" y="0"/>
                  </a:lnTo>
                  <a:lnTo>
                    <a:pt x="489470" y="0"/>
                  </a:lnTo>
                  <a:lnTo>
                    <a:pt x="442294" y="2205"/>
                  </a:lnTo>
                  <a:lnTo>
                    <a:pt x="396395" y="8686"/>
                  </a:lnTo>
                  <a:lnTo>
                    <a:pt x="351977" y="19241"/>
                  </a:lnTo>
                  <a:lnTo>
                    <a:pt x="309244" y="33671"/>
                  </a:lnTo>
                  <a:lnTo>
                    <a:pt x="268400" y="51774"/>
                  </a:lnTo>
                  <a:lnTo>
                    <a:pt x="229650" y="73348"/>
                  </a:lnTo>
                  <a:lnTo>
                    <a:pt x="193197" y="98193"/>
                  </a:lnTo>
                  <a:lnTo>
                    <a:pt x="159247" y="126107"/>
                  </a:lnTo>
                  <a:lnTo>
                    <a:pt x="128004" y="156889"/>
                  </a:lnTo>
                  <a:lnTo>
                    <a:pt x="99671" y="190339"/>
                  </a:lnTo>
                  <a:lnTo>
                    <a:pt x="74453" y="226255"/>
                  </a:lnTo>
                  <a:lnTo>
                    <a:pt x="52555" y="264437"/>
                  </a:lnTo>
                  <a:lnTo>
                    <a:pt x="34179" y="304682"/>
                  </a:lnTo>
                  <a:lnTo>
                    <a:pt x="19532" y="346790"/>
                  </a:lnTo>
                  <a:lnTo>
                    <a:pt x="8817" y="390560"/>
                  </a:lnTo>
                  <a:lnTo>
                    <a:pt x="2238" y="435791"/>
                  </a:lnTo>
                  <a:lnTo>
                    <a:pt x="0" y="482282"/>
                  </a:lnTo>
                  <a:lnTo>
                    <a:pt x="2238" y="528765"/>
                  </a:lnTo>
                  <a:lnTo>
                    <a:pt x="8817" y="573990"/>
                  </a:lnTo>
                  <a:lnTo>
                    <a:pt x="19532" y="617757"/>
                  </a:lnTo>
                  <a:lnTo>
                    <a:pt x="34179" y="659863"/>
                  </a:lnTo>
                  <a:lnTo>
                    <a:pt x="52555" y="700108"/>
                  </a:lnTo>
                  <a:lnTo>
                    <a:pt x="74453" y="738290"/>
                  </a:lnTo>
                  <a:lnTo>
                    <a:pt x="99671" y="774208"/>
                  </a:lnTo>
                  <a:lnTo>
                    <a:pt x="128004" y="807660"/>
                  </a:lnTo>
                  <a:lnTo>
                    <a:pt x="159247" y="838446"/>
                  </a:lnTo>
                  <a:lnTo>
                    <a:pt x="193197" y="866364"/>
                  </a:lnTo>
                  <a:lnTo>
                    <a:pt x="229650" y="891213"/>
                  </a:lnTo>
                  <a:lnTo>
                    <a:pt x="268400" y="912791"/>
                  </a:lnTo>
                  <a:lnTo>
                    <a:pt x="309244" y="930897"/>
                  </a:lnTo>
                  <a:lnTo>
                    <a:pt x="351977" y="945330"/>
                  </a:lnTo>
                  <a:lnTo>
                    <a:pt x="396395" y="955889"/>
                  </a:lnTo>
                  <a:lnTo>
                    <a:pt x="442294" y="962372"/>
                  </a:lnTo>
                  <a:lnTo>
                    <a:pt x="489470" y="964577"/>
                  </a:lnTo>
                  <a:lnTo>
                    <a:pt x="5222303" y="964577"/>
                  </a:lnTo>
                  <a:lnTo>
                    <a:pt x="5222303" y="0"/>
                  </a:lnTo>
                  <a:close/>
                </a:path>
              </a:pathLst>
            </a:custGeom>
            <a:solidFill>
              <a:srgbClr val="5591A3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87616" y="8808847"/>
              <a:ext cx="672465" cy="664210"/>
            </a:xfrm>
            <a:custGeom>
              <a:avLst/>
              <a:gdLst/>
              <a:ahLst/>
              <a:cxnLst/>
              <a:rect l="l" t="t" r="r" b="b"/>
              <a:pathLst>
                <a:path w="672465" h="664209">
                  <a:moveTo>
                    <a:pt x="335952" y="0"/>
                  </a:moveTo>
                  <a:lnTo>
                    <a:pt x="285057" y="3802"/>
                  </a:lnTo>
                  <a:lnTo>
                    <a:pt x="236013" y="14934"/>
                  </a:lnTo>
                  <a:lnTo>
                    <a:pt x="189552" y="32980"/>
                  </a:lnTo>
                  <a:lnTo>
                    <a:pt x="146409" y="57523"/>
                  </a:lnTo>
                  <a:lnTo>
                    <a:pt x="107315" y="88150"/>
                  </a:lnTo>
                  <a:lnTo>
                    <a:pt x="73004" y="124443"/>
                  </a:lnTo>
                  <a:lnTo>
                    <a:pt x="44208" y="165988"/>
                  </a:lnTo>
                  <a:lnTo>
                    <a:pt x="22104" y="211306"/>
                  </a:lnTo>
                  <a:lnTo>
                    <a:pt x="7368" y="258712"/>
                  </a:lnTo>
                  <a:lnTo>
                    <a:pt x="0" y="307373"/>
                  </a:lnTo>
                  <a:lnTo>
                    <a:pt x="0" y="356453"/>
                  </a:lnTo>
                  <a:lnTo>
                    <a:pt x="7368" y="405118"/>
                  </a:lnTo>
                  <a:lnTo>
                    <a:pt x="22104" y="452534"/>
                  </a:lnTo>
                  <a:lnTo>
                    <a:pt x="44208" y="497865"/>
                  </a:lnTo>
                  <a:lnTo>
                    <a:pt x="73004" y="539391"/>
                  </a:lnTo>
                  <a:lnTo>
                    <a:pt x="107315" y="575668"/>
                  </a:lnTo>
                  <a:lnTo>
                    <a:pt x="146409" y="606282"/>
                  </a:lnTo>
                  <a:lnTo>
                    <a:pt x="189552" y="630814"/>
                  </a:lnTo>
                  <a:lnTo>
                    <a:pt x="236013" y="648850"/>
                  </a:lnTo>
                  <a:lnTo>
                    <a:pt x="285057" y="659972"/>
                  </a:lnTo>
                  <a:lnTo>
                    <a:pt x="335952" y="663765"/>
                  </a:lnTo>
                  <a:lnTo>
                    <a:pt x="386846" y="659972"/>
                  </a:lnTo>
                  <a:lnTo>
                    <a:pt x="435885" y="648850"/>
                  </a:lnTo>
                  <a:lnTo>
                    <a:pt x="482338" y="630814"/>
                  </a:lnTo>
                  <a:lnTo>
                    <a:pt x="525475" y="606282"/>
                  </a:lnTo>
                  <a:lnTo>
                    <a:pt x="564564" y="575668"/>
                  </a:lnTo>
                  <a:lnTo>
                    <a:pt x="598873" y="539391"/>
                  </a:lnTo>
                  <a:lnTo>
                    <a:pt x="627671" y="497865"/>
                  </a:lnTo>
                  <a:lnTo>
                    <a:pt x="649785" y="452534"/>
                  </a:lnTo>
                  <a:lnTo>
                    <a:pt x="664527" y="405118"/>
                  </a:lnTo>
                  <a:lnTo>
                    <a:pt x="671898" y="356453"/>
                  </a:lnTo>
                  <a:lnTo>
                    <a:pt x="671898" y="307373"/>
                  </a:lnTo>
                  <a:lnTo>
                    <a:pt x="664527" y="258712"/>
                  </a:lnTo>
                  <a:lnTo>
                    <a:pt x="649785" y="211306"/>
                  </a:lnTo>
                  <a:lnTo>
                    <a:pt x="627671" y="165988"/>
                  </a:lnTo>
                  <a:lnTo>
                    <a:pt x="598873" y="124443"/>
                  </a:lnTo>
                  <a:lnTo>
                    <a:pt x="564564" y="88150"/>
                  </a:lnTo>
                  <a:lnTo>
                    <a:pt x="525475" y="57523"/>
                  </a:lnTo>
                  <a:lnTo>
                    <a:pt x="482338" y="32980"/>
                  </a:lnTo>
                  <a:lnTo>
                    <a:pt x="435885" y="14934"/>
                  </a:lnTo>
                  <a:lnTo>
                    <a:pt x="386846" y="3802"/>
                  </a:lnTo>
                  <a:lnTo>
                    <a:pt x="335952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644207" y="5278805"/>
            <a:ext cx="16615410" cy="965200"/>
            <a:chOff x="644207" y="5278805"/>
            <a:chExt cx="16615410" cy="965200"/>
          </a:xfrm>
        </p:grpSpPr>
        <p:sp>
          <p:nvSpPr>
            <p:cNvPr id="31" name="object 31"/>
            <p:cNvSpPr/>
            <p:nvPr/>
          </p:nvSpPr>
          <p:spPr>
            <a:xfrm>
              <a:off x="5832348" y="5278805"/>
              <a:ext cx="11427460" cy="963930"/>
            </a:xfrm>
            <a:custGeom>
              <a:avLst/>
              <a:gdLst/>
              <a:ahLst/>
              <a:cxnLst/>
              <a:rect l="l" t="t" r="r" b="b"/>
              <a:pathLst>
                <a:path w="11427460" h="963929">
                  <a:moveTo>
                    <a:pt x="11426952" y="0"/>
                  </a:moveTo>
                  <a:lnTo>
                    <a:pt x="0" y="0"/>
                  </a:lnTo>
                  <a:lnTo>
                    <a:pt x="0" y="963498"/>
                  </a:lnTo>
                  <a:lnTo>
                    <a:pt x="11426952" y="963498"/>
                  </a:lnTo>
                  <a:lnTo>
                    <a:pt x="11426952" y="0"/>
                  </a:lnTo>
                  <a:close/>
                </a:path>
              </a:pathLst>
            </a:custGeom>
            <a:solidFill>
              <a:srgbClr val="276A89">
                <a:alpha val="2666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44207" y="5278881"/>
              <a:ext cx="5222875" cy="964565"/>
            </a:xfrm>
            <a:custGeom>
              <a:avLst/>
              <a:gdLst/>
              <a:ahLst/>
              <a:cxnLst/>
              <a:rect l="l" t="t" r="r" b="b"/>
              <a:pathLst>
                <a:path w="5222875" h="964564">
                  <a:moveTo>
                    <a:pt x="5222303" y="0"/>
                  </a:moveTo>
                  <a:lnTo>
                    <a:pt x="5221287" y="0"/>
                  </a:lnTo>
                  <a:lnTo>
                    <a:pt x="489470" y="0"/>
                  </a:lnTo>
                  <a:lnTo>
                    <a:pt x="442294" y="2205"/>
                  </a:lnTo>
                  <a:lnTo>
                    <a:pt x="396395" y="8685"/>
                  </a:lnTo>
                  <a:lnTo>
                    <a:pt x="351977" y="19241"/>
                  </a:lnTo>
                  <a:lnTo>
                    <a:pt x="309244" y="33670"/>
                  </a:lnTo>
                  <a:lnTo>
                    <a:pt x="268400" y="51772"/>
                  </a:lnTo>
                  <a:lnTo>
                    <a:pt x="229650" y="73345"/>
                  </a:lnTo>
                  <a:lnTo>
                    <a:pt x="193197" y="98188"/>
                  </a:lnTo>
                  <a:lnTo>
                    <a:pt x="159247" y="126100"/>
                  </a:lnTo>
                  <a:lnTo>
                    <a:pt x="128004" y="156880"/>
                  </a:lnTo>
                  <a:lnTo>
                    <a:pt x="99671" y="190326"/>
                  </a:lnTo>
                  <a:lnTo>
                    <a:pt x="74453" y="226238"/>
                  </a:lnTo>
                  <a:lnTo>
                    <a:pt x="52555" y="264414"/>
                  </a:lnTo>
                  <a:lnTo>
                    <a:pt x="34179" y="304654"/>
                  </a:lnTo>
                  <a:lnTo>
                    <a:pt x="19532" y="346755"/>
                  </a:lnTo>
                  <a:lnTo>
                    <a:pt x="8817" y="390517"/>
                  </a:lnTo>
                  <a:lnTo>
                    <a:pt x="2238" y="435738"/>
                  </a:lnTo>
                  <a:lnTo>
                    <a:pt x="0" y="482218"/>
                  </a:lnTo>
                  <a:lnTo>
                    <a:pt x="2238" y="528700"/>
                  </a:lnTo>
                  <a:lnTo>
                    <a:pt x="8817" y="573925"/>
                  </a:lnTo>
                  <a:lnTo>
                    <a:pt x="19532" y="617693"/>
                  </a:lnTo>
                  <a:lnTo>
                    <a:pt x="34179" y="659801"/>
                  </a:lnTo>
                  <a:lnTo>
                    <a:pt x="52555" y="700049"/>
                  </a:lnTo>
                  <a:lnTo>
                    <a:pt x="74453" y="738235"/>
                  </a:lnTo>
                  <a:lnTo>
                    <a:pt x="99671" y="774158"/>
                  </a:lnTo>
                  <a:lnTo>
                    <a:pt x="128004" y="807615"/>
                  </a:lnTo>
                  <a:lnTo>
                    <a:pt x="159247" y="838406"/>
                  </a:lnTo>
                  <a:lnTo>
                    <a:pt x="193197" y="866329"/>
                  </a:lnTo>
                  <a:lnTo>
                    <a:pt x="229650" y="891183"/>
                  </a:lnTo>
                  <a:lnTo>
                    <a:pt x="268400" y="912765"/>
                  </a:lnTo>
                  <a:lnTo>
                    <a:pt x="309244" y="930876"/>
                  </a:lnTo>
                  <a:lnTo>
                    <a:pt x="351977" y="945312"/>
                  </a:lnTo>
                  <a:lnTo>
                    <a:pt x="396395" y="955874"/>
                  </a:lnTo>
                  <a:lnTo>
                    <a:pt x="442294" y="962358"/>
                  </a:lnTo>
                  <a:lnTo>
                    <a:pt x="489470" y="964564"/>
                  </a:lnTo>
                  <a:lnTo>
                    <a:pt x="5222303" y="964564"/>
                  </a:lnTo>
                  <a:lnTo>
                    <a:pt x="5222303" y="0"/>
                  </a:lnTo>
                  <a:close/>
                </a:path>
              </a:pathLst>
            </a:custGeom>
            <a:solidFill>
              <a:srgbClr val="276A89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87616" y="5429249"/>
              <a:ext cx="672465" cy="664210"/>
            </a:xfrm>
            <a:custGeom>
              <a:avLst/>
              <a:gdLst/>
              <a:ahLst/>
              <a:cxnLst/>
              <a:rect l="l" t="t" r="r" b="b"/>
              <a:pathLst>
                <a:path w="672465" h="664210">
                  <a:moveTo>
                    <a:pt x="335952" y="0"/>
                  </a:moveTo>
                  <a:lnTo>
                    <a:pt x="285057" y="3802"/>
                  </a:lnTo>
                  <a:lnTo>
                    <a:pt x="236013" y="14934"/>
                  </a:lnTo>
                  <a:lnTo>
                    <a:pt x="189552" y="32980"/>
                  </a:lnTo>
                  <a:lnTo>
                    <a:pt x="146409" y="57523"/>
                  </a:lnTo>
                  <a:lnTo>
                    <a:pt x="107315" y="88150"/>
                  </a:lnTo>
                  <a:lnTo>
                    <a:pt x="73004" y="124443"/>
                  </a:lnTo>
                  <a:lnTo>
                    <a:pt x="44208" y="165988"/>
                  </a:lnTo>
                  <a:lnTo>
                    <a:pt x="22104" y="211290"/>
                  </a:lnTo>
                  <a:lnTo>
                    <a:pt x="7368" y="258681"/>
                  </a:lnTo>
                  <a:lnTo>
                    <a:pt x="0" y="307331"/>
                  </a:lnTo>
                  <a:lnTo>
                    <a:pt x="0" y="356404"/>
                  </a:lnTo>
                  <a:lnTo>
                    <a:pt x="7368" y="405069"/>
                  </a:lnTo>
                  <a:lnTo>
                    <a:pt x="22104" y="452492"/>
                  </a:lnTo>
                  <a:lnTo>
                    <a:pt x="44208" y="497839"/>
                  </a:lnTo>
                  <a:lnTo>
                    <a:pt x="73004" y="539384"/>
                  </a:lnTo>
                  <a:lnTo>
                    <a:pt x="107315" y="575675"/>
                  </a:lnTo>
                  <a:lnTo>
                    <a:pt x="146409" y="606295"/>
                  </a:lnTo>
                  <a:lnTo>
                    <a:pt x="189552" y="630824"/>
                  </a:lnTo>
                  <a:lnTo>
                    <a:pt x="236013" y="648847"/>
                  </a:lnTo>
                  <a:lnTo>
                    <a:pt x="285057" y="659946"/>
                  </a:lnTo>
                  <a:lnTo>
                    <a:pt x="335952" y="663701"/>
                  </a:lnTo>
                  <a:lnTo>
                    <a:pt x="386846" y="659946"/>
                  </a:lnTo>
                  <a:lnTo>
                    <a:pt x="435885" y="648847"/>
                  </a:lnTo>
                  <a:lnTo>
                    <a:pt x="482338" y="630824"/>
                  </a:lnTo>
                  <a:lnTo>
                    <a:pt x="525475" y="606295"/>
                  </a:lnTo>
                  <a:lnTo>
                    <a:pt x="564564" y="575675"/>
                  </a:lnTo>
                  <a:lnTo>
                    <a:pt x="598873" y="539384"/>
                  </a:lnTo>
                  <a:lnTo>
                    <a:pt x="627671" y="497839"/>
                  </a:lnTo>
                  <a:lnTo>
                    <a:pt x="649785" y="452492"/>
                  </a:lnTo>
                  <a:lnTo>
                    <a:pt x="664527" y="405069"/>
                  </a:lnTo>
                  <a:lnTo>
                    <a:pt x="671898" y="356404"/>
                  </a:lnTo>
                  <a:lnTo>
                    <a:pt x="671898" y="307331"/>
                  </a:lnTo>
                  <a:lnTo>
                    <a:pt x="664527" y="258681"/>
                  </a:lnTo>
                  <a:lnTo>
                    <a:pt x="649785" y="211290"/>
                  </a:lnTo>
                  <a:lnTo>
                    <a:pt x="627671" y="165988"/>
                  </a:lnTo>
                  <a:lnTo>
                    <a:pt x="598873" y="124443"/>
                  </a:lnTo>
                  <a:lnTo>
                    <a:pt x="564564" y="88150"/>
                  </a:lnTo>
                  <a:lnTo>
                    <a:pt x="525475" y="57523"/>
                  </a:lnTo>
                  <a:lnTo>
                    <a:pt x="482338" y="32980"/>
                  </a:lnTo>
                  <a:lnTo>
                    <a:pt x="435885" y="14934"/>
                  </a:lnTo>
                  <a:lnTo>
                    <a:pt x="386846" y="3802"/>
                  </a:lnTo>
                  <a:lnTo>
                    <a:pt x="335952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/>
          <p:cNvGrpSpPr/>
          <p:nvPr/>
        </p:nvGrpSpPr>
        <p:grpSpPr>
          <a:xfrm>
            <a:off x="948169" y="3326952"/>
            <a:ext cx="414020" cy="340360"/>
            <a:chOff x="948169" y="3326952"/>
            <a:chExt cx="414020" cy="340360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9647" y="3326952"/>
              <a:ext cx="190890" cy="34026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8169" y="3451715"/>
              <a:ext cx="90820" cy="9074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0899" y="3451715"/>
              <a:ext cx="90820" cy="90744"/>
            </a:xfrm>
            <a:prstGeom prst="rect">
              <a:avLst/>
            </a:prstGeom>
          </p:spPr>
        </p:pic>
      </p:grpSp>
      <p:sp>
        <p:nvSpPr>
          <p:cNvPr id="38" name="object 38"/>
          <p:cNvSpPr/>
          <p:nvPr/>
        </p:nvSpPr>
        <p:spPr>
          <a:xfrm>
            <a:off x="961857" y="5654290"/>
            <a:ext cx="386715" cy="242570"/>
          </a:xfrm>
          <a:custGeom>
            <a:avLst/>
            <a:gdLst/>
            <a:ahLst/>
            <a:cxnLst/>
            <a:rect l="l" t="t" r="r" b="b"/>
            <a:pathLst>
              <a:path w="386715" h="242570">
                <a:moveTo>
                  <a:pt x="86779" y="155769"/>
                </a:moveTo>
                <a:lnTo>
                  <a:pt x="65404" y="155769"/>
                </a:lnTo>
                <a:lnTo>
                  <a:pt x="145523" y="234874"/>
                </a:lnTo>
                <a:lnTo>
                  <a:pt x="150489" y="239834"/>
                </a:lnTo>
                <a:lnTo>
                  <a:pt x="157108" y="242565"/>
                </a:lnTo>
                <a:lnTo>
                  <a:pt x="171226" y="242565"/>
                </a:lnTo>
                <a:lnTo>
                  <a:pt x="177849" y="239834"/>
                </a:lnTo>
                <a:lnTo>
                  <a:pt x="185636" y="232060"/>
                </a:lnTo>
                <a:lnTo>
                  <a:pt x="187734" y="228713"/>
                </a:lnTo>
                <a:lnTo>
                  <a:pt x="188140" y="227561"/>
                </a:lnTo>
                <a:lnTo>
                  <a:pt x="161121" y="227561"/>
                </a:lnTo>
                <a:lnTo>
                  <a:pt x="158272" y="226391"/>
                </a:lnTo>
                <a:lnTo>
                  <a:pt x="156118" y="224236"/>
                </a:lnTo>
                <a:lnTo>
                  <a:pt x="86779" y="155769"/>
                </a:lnTo>
                <a:close/>
              </a:path>
              <a:path w="386715" h="242570">
                <a:moveTo>
                  <a:pt x="210691" y="225056"/>
                </a:moveTo>
                <a:lnTo>
                  <a:pt x="189024" y="225056"/>
                </a:lnTo>
                <a:lnTo>
                  <a:pt x="202198" y="238208"/>
                </a:lnTo>
                <a:lnTo>
                  <a:pt x="208817" y="240940"/>
                </a:lnTo>
                <a:lnTo>
                  <a:pt x="222934" y="240940"/>
                </a:lnTo>
                <a:lnTo>
                  <a:pt x="229559" y="238208"/>
                </a:lnTo>
                <a:lnTo>
                  <a:pt x="237377" y="230402"/>
                </a:lnTo>
                <a:lnTo>
                  <a:pt x="239378" y="227198"/>
                </a:lnTo>
                <a:lnTo>
                  <a:pt x="239493" y="227012"/>
                </a:lnTo>
                <a:lnTo>
                  <a:pt x="239867" y="225934"/>
                </a:lnTo>
                <a:lnTo>
                  <a:pt x="212831" y="225934"/>
                </a:lnTo>
                <a:lnTo>
                  <a:pt x="210691" y="225056"/>
                </a:lnTo>
                <a:close/>
              </a:path>
              <a:path w="386715" h="242570">
                <a:moveTo>
                  <a:pt x="274529" y="223309"/>
                </a:moveTo>
                <a:lnTo>
                  <a:pt x="240777" y="223309"/>
                </a:lnTo>
                <a:lnTo>
                  <a:pt x="245480" y="227198"/>
                </a:lnTo>
                <a:lnTo>
                  <a:pt x="251353" y="229313"/>
                </a:lnTo>
                <a:lnTo>
                  <a:pt x="264631" y="229313"/>
                </a:lnTo>
                <a:lnTo>
                  <a:pt x="271253" y="226580"/>
                </a:lnTo>
                <a:lnTo>
                  <a:pt x="274529" y="223309"/>
                </a:lnTo>
                <a:close/>
              </a:path>
              <a:path w="386715" h="242570">
                <a:moveTo>
                  <a:pt x="158304" y="173158"/>
                </a:moveTo>
                <a:lnTo>
                  <a:pt x="153551" y="173158"/>
                </a:lnTo>
                <a:lnTo>
                  <a:pt x="147677" y="179016"/>
                </a:lnTo>
                <a:lnTo>
                  <a:pt x="147677" y="183769"/>
                </a:lnTo>
                <a:lnTo>
                  <a:pt x="172342" y="208401"/>
                </a:lnTo>
                <a:lnTo>
                  <a:pt x="174378" y="210507"/>
                </a:lnTo>
                <a:lnTo>
                  <a:pt x="175432" y="213138"/>
                </a:lnTo>
                <a:lnTo>
                  <a:pt x="175492" y="219295"/>
                </a:lnTo>
                <a:lnTo>
                  <a:pt x="174315" y="222140"/>
                </a:lnTo>
                <a:lnTo>
                  <a:pt x="170059" y="226391"/>
                </a:lnTo>
                <a:lnTo>
                  <a:pt x="167211" y="227561"/>
                </a:lnTo>
                <a:lnTo>
                  <a:pt x="188140" y="227561"/>
                </a:lnTo>
                <a:lnTo>
                  <a:pt x="189024" y="225056"/>
                </a:lnTo>
                <a:lnTo>
                  <a:pt x="210691" y="225056"/>
                </a:lnTo>
                <a:lnTo>
                  <a:pt x="209982" y="224764"/>
                </a:lnTo>
                <a:lnTo>
                  <a:pt x="158304" y="173158"/>
                </a:lnTo>
                <a:close/>
              </a:path>
              <a:path w="386715" h="242570">
                <a:moveTo>
                  <a:pt x="189205" y="150755"/>
                </a:moveTo>
                <a:lnTo>
                  <a:pt x="184453" y="150755"/>
                </a:lnTo>
                <a:lnTo>
                  <a:pt x="178579" y="156613"/>
                </a:lnTo>
                <a:lnTo>
                  <a:pt x="178579" y="161365"/>
                </a:lnTo>
                <a:lnTo>
                  <a:pt x="224090" y="206815"/>
                </a:lnTo>
                <a:lnTo>
                  <a:pt x="226100" y="208917"/>
                </a:lnTo>
                <a:lnTo>
                  <a:pt x="227202" y="211680"/>
                </a:lnTo>
                <a:lnTo>
                  <a:pt x="227202" y="217670"/>
                </a:lnTo>
                <a:lnTo>
                  <a:pt x="226031" y="220514"/>
                </a:lnTo>
                <a:lnTo>
                  <a:pt x="221771" y="224764"/>
                </a:lnTo>
                <a:lnTo>
                  <a:pt x="218924" y="225934"/>
                </a:lnTo>
                <a:lnTo>
                  <a:pt x="239867" y="225934"/>
                </a:lnTo>
                <a:lnTo>
                  <a:pt x="240777" y="223309"/>
                </a:lnTo>
                <a:lnTo>
                  <a:pt x="274529" y="223309"/>
                </a:lnTo>
                <a:lnTo>
                  <a:pt x="281184" y="216664"/>
                </a:lnTo>
                <a:lnTo>
                  <a:pt x="282159" y="214308"/>
                </a:lnTo>
                <a:lnTo>
                  <a:pt x="254522" y="214308"/>
                </a:lnTo>
                <a:lnTo>
                  <a:pt x="251679" y="213138"/>
                </a:lnTo>
                <a:lnTo>
                  <a:pt x="189205" y="150755"/>
                </a:lnTo>
                <a:close/>
              </a:path>
              <a:path w="386715" h="242570">
                <a:moveTo>
                  <a:pt x="217703" y="125944"/>
                </a:moveTo>
                <a:lnTo>
                  <a:pt x="212944" y="125944"/>
                </a:lnTo>
                <a:lnTo>
                  <a:pt x="207070" y="131803"/>
                </a:lnTo>
                <a:lnTo>
                  <a:pt x="207070" y="136555"/>
                </a:lnTo>
                <a:lnTo>
                  <a:pt x="267721" y="197117"/>
                </a:lnTo>
                <a:lnTo>
                  <a:pt x="268892" y="199992"/>
                </a:lnTo>
                <a:lnTo>
                  <a:pt x="260613" y="214308"/>
                </a:lnTo>
                <a:lnTo>
                  <a:pt x="282159" y="214308"/>
                </a:lnTo>
                <a:lnTo>
                  <a:pt x="283921" y="210051"/>
                </a:lnTo>
                <a:lnTo>
                  <a:pt x="283795" y="200411"/>
                </a:lnTo>
                <a:lnTo>
                  <a:pt x="290189" y="199992"/>
                </a:lnTo>
                <a:lnTo>
                  <a:pt x="296125" y="197319"/>
                </a:lnTo>
                <a:lnTo>
                  <a:pt x="300671" y="192778"/>
                </a:lnTo>
                <a:lnTo>
                  <a:pt x="304921" y="187224"/>
                </a:lnTo>
                <a:lnTo>
                  <a:pt x="305644" y="185463"/>
                </a:lnTo>
                <a:lnTo>
                  <a:pt x="278980" y="185463"/>
                </a:lnTo>
                <a:lnTo>
                  <a:pt x="276131" y="184293"/>
                </a:lnTo>
                <a:lnTo>
                  <a:pt x="217703" y="125944"/>
                </a:lnTo>
                <a:close/>
              </a:path>
              <a:path w="386715" h="242570">
                <a:moveTo>
                  <a:pt x="235042" y="89999"/>
                </a:moveTo>
                <a:lnTo>
                  <a:pt x="206037" y="89998"/>
                </a:lnTo>
                <a:lnTo>
                  <a:pt x="214215" y="92211"/>
                </a:lnTo>
                <a:lnTo>
                  <a:pt x="214001" y="92211"/>
                </a:lnTo>
                <a:lnTo>
                  <a:pt x="220777" y="96982"/>
                </a:lnTo>
                <a:lnTo>
                  <a:pt x="294472" y="170563"/>
                </a:lnTo>
                <a:lnTo>
                  <a:pt x="294472" y="177747"/>
                </a:lnTo>
                <a:lnTo>
                  <a:pt x="287911" y="184293"/>
                </a:lnTo>
                <a:lnTo>
                  <a:pt x="285063" y="185463"/>
                </a:lnTo>
                <a:lnTo>
                  <a:pt x="305644" y="185463"/>
                </a:lnTo>
                <a:lnTo>
                  <a:pt x="307491" y="180966"/>
                </a:lnTo>
                <a:lnTo>
                  <a:pt x="308380" y="174349"/>
                </a:lnTo>
                <a:lnTo>
                  <a:pt x="307929" y="170563"/>
                </a:lnTo>
                <a:lnTo>
                  <a:pt x="307814" y="169606"/>
                </a:lnTo>
                <a:lnTo>
                  <a:pt x="307792" y="169419"/>
                </a:lnTo>
                <a:lnTo>
                  <a:pt x="307678" y="168462"/>
                </a:lnTo>
                <a:lnTo>
                  <a:pt x="307590" y="167724"/>
                </a:lnTo>
                <a:lnTo>
                  <a:pt x="323557" y="160690"/>
                </a:lnTo>
                <a:lnTo>
                  <a:pt x="376874" y="160690"/>
                </a:lnTo>
                <a:lnTo>
                  <a:pt x="378980" y="159189"/>
                </a:lnTo>
                <a:lnTo>
                  <a:pt x="381719" y="154831"/>
                </a:lnTo>
                <a:lnTo>
                  <a:pt x="299969" y="154831"/>
                </a:lnTo>
                <a:lnTo>
                  <a:pt x="235042" y="89999"/>
                </a:lnTo>
                <a:close/>
              </a:path>
              <a:path w="386715" h="242570">
                <a:moveTo>
                  <a:pt x="46646" y="0"/>
                </a:moveTo>
                <a:lnTo>
                  <a:pt x="38793" y="3027"/>
                </a:lnTo>
                <a:lnTo>
                  <a:pt x="32647" y="8769"/>
                </a:lnTo>
                <a:lnTo>
                  <a:pt x="29058" y="16692"/>
                </a:lnTo>
                <a:lnTo>
                  <a:pt x="0" y="143382"/>
                </a:lnTo>
                <a:lnTo>
                  <a:pt x="941" y="148910"/>
                </a:lnTo>
                <a:lnTo>
                  <a:pt x="41737" y="169418"/>
                </a:lnTo>
                <a:lnTo>
                  <a:pt x="49097" y="169606"/>
                </a:lnTo>
                <a:lnTo>
                  <a:pt x="53109" y="168462"/>
                </a:lnTo>
                <a:lnTo>
                  <a:pt x="60675" y="163722"/>
                </a:lnTo>
                <a:lnTo>
                  <a:pt x="63701" y="160077"/>
                </a:lnTo>
                <a:lnTo>
                  <a:pt x="65404" y="155769"/>
                </a:lnTo>
                <a:lnTo>
                  <a:pt x="86779" y="155769"/>
                </a:lnTo>
                <a:lnTo>
                  <a:pt x="85830" y="154831"/>
                </a:lnTo>
                <a:lnTo>
                  <a:pt x="45247" y="154831"/>
                </a:lnTo>
                <a:lnTo>
                  <a:pt x="19368" y="148910"/>
                </a:lnTo>
                <a:lnTo>
                  <a:pt x="17840" y="147822"/>
                </a:lnTo>
                <a:lnTo>
                  <a:pt x="15864" y="144671"/>
                </a:lnTo>
                <a:lnTo>
                  <a:pt x="15641" y="143383"/>
                </a:lnTo>
                <a:lnTo>
                  <a:pt x="15544" y="142826"/>
                </a:lnTo>
                <a:lnTo>
                  <a:pt x="44441" y="16842"/>
                </a:lnTo>
                <a:lnTo>
                  <a:pt x="47183" y="14760"/>
                </a:lnTo>
                <a:lnTo>
                  <a:pt x="93125" y="14760"/>
                </a:lnTo>
                <a:lnTo>
                  <a:pt x="86682" y="7382"/>
                </a:lnTo>
                <a:lnTo>
                  <a:pt x="55353" y="222"/>
                </a:lnTo>
                <a:lnTo>
                  <a:pt x="46646" y="0"/>
                </a:lnTo>
                <a:close/>
              </a:path>
              <a:path w="386715" h="242570">
                <a:moveTo>
                  <a:pt x="376874" y="160690"/>
                </a:moveTo>
                <a:lnTo>
                  <a:pt x="323557" y="160690"/>
                </a:lnTo>
                <a:lnTo>
                  <a:pt x="325167" y="162866"/>
                </a:lnTo>
                <a:lnTo>
                  <a:pt x="327189" y="164748"/>
                </a:lnTo>
                <a:lnTo>
                  <a:pt x="333119" y="168462"/>
                </a:lnTo>
                <a:lnTo>
                  <a:pt x="337127" y="169606"/>
                </a:lnTo>
                <a:lnTo>
                  <a:pt x="342844" y="169606"/>
                </a:lnTo>
                <a:lnTo>
                  <a:pt x="344491" y="169419"/>
                </a:lnTo>
                <a:lnTo>
                  <a:pt x="374127" y="162647"/>
                </a:lnTo>
                <a:lnTo>
                  <a:pt x="376874" y="160690"/>
                </a:lnTo>
                <a:close/>
              </a:path>
              <a:path w="386715" h="242570">
                <a:moveTo>
                  <a:pt x="93125" y="14760"/>
                </a:moveTo>
                <a:lnTo>
                  <a:pt x="51617" y="14760"/>
                </a:lnTo>
                <a:lnTo>
                  <a:pt x="78022" y="20800"/>
                </a:lnTo>
                <a:lnTo>
                  <a:pt x="80357" y="24514"/>
                </a:lnTo>
                <a:lnTo>
                  <a:pt x="51400" y="150754"/>
                </a:lnTo>
                <a:lnTo>
                  <a:pt x="45247" y="154831"/>
                </a:lnTo>
                <a:lnTo>
                  <a:pt x="85830" y="154831"/>
                </a:lnTo>
                <a:lnTo>
                  <a:pt x="69568" y="138774"/>
                </a:lnTo>
                <a:lnTo>
                  <a:pt x="92593" y="38388"/>
                </a:lnTo>
                <a:lnTo>
                  <a:pt x="174948" y="38388"/>
                </a:lnTo>
                <a:lnTo>
                  <a:pt x="175786" y="37474"/>
                </a:lnTo>
                <a:lnTo>
                  <a:pt x="184044" y="29917"/>
                </a:lnTo>
                <a:lnTo>
                  <a:pt x="191434" y="25477"/>
                </a:lnTo>
                <a:lnTo>
                  <a:pt x="200805" y="23501"/>
                </a:lnTo>
                <a:lnTo>
                  <a:pt x="94471" y="23500"/>
                </a:lnTo>
                <a:lnTo>
                  <a:pt x="93169" y="15044"/>
                </a:lnTo>
                <a:lnTo>
                  <a:pt x="93125" y="14760"/>
                </a:lnTo>
                <a:close/>
              </a:path>
              <a:path w="386715" h="242570">
                <a:moveTo>
                  <a:pt x="311459" y="48887"/>
                </a:moveTo>
                <a:lnTo>
                  <a:pt x="296043" y="48887"/>
                </a:lnTo>
                <a:lnTo>
                  <a:pt x="318374" y="146246"/>
                </a:lnTo>
                <a:lnTo>
                  <a:pt x="318442" y="146540"/>
                </a:lnTo>
                <a:lnTo>
                  <a:pt x="299622" y="154831"/>
                </a:lnTo>
                <a:lnTo>
                  <a:pt x="340978" y="154831"/>
                </a:lnTo>
                <a:lnTo>
                  <a:pt x="339124" y="154512"/>
                </a:lnTo>
                <a:lnTo>
                  <a:pt x="335975" y="152537"/>
                </a:lnTo>
                <a:lnTo>
                  <a:pt x="334885" y="151011"/>
                </a:lnTo>
                <a:lnTo>
                  <a:pt x="311459" y="48887"/>
                </a:lnTo>
                <a:close/>
              </a:path>
              <a:path w="386715" h="242570">
                <a:moveTo>
                  <a:pt x="355944" y="13997"/>
                </a:moveTo>
                <a:lnTo>
                  <a:pt x="337941" y="13997"/>
                </a:lnTo>
                <a:lnTo>
                  <a:pt x="341666" y="16329"/>
                </a:lnTo>
                <a:lnTo>
                  <a:pt x="370683" y="142826"/>
                </a:lnTo>
                <a:lnTo>
                  <a:pt x="370364" y="144671"/>
                </a:lnTo>
                <a:lnTo>
                  <a:pt x="368385" y="147822"/>
                </a:lnTo>
                <a:lnTo>
                  <a:pt x="366857" y="148910"/>
                </a:lnTo>
                <a:lnTo>
                  <a:pt x="340978" y="154831"/>
                </a:lnTo>
                <a:lnTo>
                  <a:pt x="381719" y="154831"/>
                </a:lnTo>
                <a:lnTo>
                  <a:pt x="385223" y="149254"/>
                </a:lnTo>
                <a:lnTo>
                  <a:pt x="386225" y="143383"/>
                </a:lnTo>
                <a:lnTo>
                  <a:pt x="357199" y="16842"/>
                </a:lnTo>
                <a:lnTo>
                  <a:pt x="357164" y="16692"/>
                </a:lnTo>
                <a:lnTo>
                  <a:pt x="355944" y="13997"/>
                </a:lnTo>
                <a:close/>
              </a:path>
              <a:path w="386715" h="242570">
                <a:moveTo>
                  <a:pt x="174948" y="38388"/>
                </a:moveTo>
                <a:lnTo>
                  <a:pt x="154628" y="38388"/>
                </a:lnTo>
                <a:lnTo>
                  <a:pt x="151816" y="41627"/>
                </a:lnTo>
                <a:lnTo>
                  <a:pt x="137746" y="58203"/>
                </a:lnTo>
                <a:lnTo>
                  <a:pt x="129342" y="67682"/>
                </a:lnTo>
                <a:lnTo>
                  <a:pt x="120684" y="76675"/>
                </a:lnTo>
                <a:lnTo>
                  <a:pt x="111735" y="84833"/>
                </a:lnTo>
                <a:lnTo>
                  <a:pt x="108560" y="87490"/>
                </a:lnTo>
                <a:lnTo>
                  <a:pt x="108334" y="89998"/>
                </a:lnTo>
                <a:lnTo>
                  <a:pt x="108239" y="91048"/>
                </a:lnTo>
                <a:lnTo>
                  <a:pt x="108134" y="92211"/>
                </a:lnTo>
                <a:lnTo>
                  <a:pt x="110783" y="95387"/>
                </a:lnTo>
                <a:lnTo>
                  <a:pt x="119192" y="103780"/>
                </a:lnTo>
                <a:lnTo>
                  <a:pt x="127759" y="109314"/>
                </a:lnTo>
                <a:lnTo>
                  <a:pt x="136372" y="112362"/>
                </a:lnTo>
                <a:lnTo>
                  <a:pt x="144922" y="113295"/>
                </a:lnTo>
                <a:lnTo>
                  <a:pt x="157986" y="111378"/>
                </a:lnTo>
                <a:lnTo>
                  <a:pt x="170188" y="106594"/>
                </a:lnTo>
                <a:lnTo>
                  <a:pt x="181096" y="100396"/>
                </a:lnTo>
                <a:lnTo>
                  <a:pt x="185196" y="97647"/>
                </a:lnTo>
                <a:lnTo>
                  <a:pt x="138973" y="97647"/>
                </a:lnTo>
                <a:lnTo>
                  <a:pt x="127364" y="91048"/>
                </a:lnTo>
                <a:lnTo>
                  <a:pt x="135374" y="83170"/>
                </a:lnTo>
                <a:lnTo>
                  <a:pt x="143080" y="74876"/>
                </a:lnTo>
                <a:lnTo>
                  <a:pt x="150454" y="66457"/>
                </a:lnTo>
                <a:lnTo>
                  <a:pt x="166862" y="47214"/>
                </a:lnTo>
                <a:lnTo>
                  <a:pt x="174948" y="38388"/>
                </a:lnTo>
                <a:close/>
              </a:path>
              <a:path w="386715" h="242570">
                <a:moveTo>
                  <a:pt x="207379" y="75137"/>
                </a:moveTo>
                <a:lnTo>
                  <a:pt x="194147" y="76214"/>
                </a:lnTo>
                <a:lnTo>
                  <a:pt x="181729" y="81901"/>
                </a:lnTo>
                <a:lnTo>
                  <a:pt x="167076" y="91048"/>
                </a:lnTo>
                <a:lnTo>
                  <a:pt x="165134" y="92211"/>
                </a:lnTo>
                <a:lnTo>
                  <a:pt x="151287" y="97647"/>
                </a:lnTo>
                <a:lnTo>
                  <a:pt x="185196" y="97647"/>
                </a:lnTo>
                <a:lnTo>
                  <a:pt x="190282" y="94237"/>
                </a:lnTo>
                <a:lnTo>
                  <a:pt x="197953" y="90685"/>
                </a:lnTo>
                <a:lnTo>
                  <a:pt x="206037" y="89998"/>
                </a:lnTo>
                <a:lnTo>
                  <a:pt x="235042" y="89999"/>
                </a:lnTo>
                <a:lnTo>
                  <a:pt x="231410" y="86371"/>
                </a:lnTo>
                <a:lnTo>
                  <a:pt x="220207" y="78559"/>
                </a:lnTo>
                <a:lnTo>
                  <a:pt x="207379" y="75137"/>
                </a:lnTo>
                <a:close/>
              </a:path>
              <a:path w="386715" h="242570">
                <a:moveTo>
                  <a:pt x="200610" y="8440"/>
                </a:moveTo>
                <a:lnTo>
                  <a:pt x="186175" y="11421"/>
                </a:lnTo>
                <a:lnTo>
                  <a:pt x="180376" y="13584"/>
                </a:lnTo>
                <a:lnTo>
                  <a:pt x="174622" y="17811"/>
                </a:lnTo>
                <a:lnTo>
                  <a:pt x="168585" y="23501"/>
                </a:lnTo>
                <a:lnTo>
                  <a:pt x="200805" y="23501"/>
                </a:lnTo>
                <a:lnTo>
                  <a:pt x="210299" y="25067"/>
                </a:lnTo>
                <a:lnTo>
                  <a:pt x="221883" y="30250"/>
                </a:lnTo>
                <a:lnTo>
                  <a:pt x="237527" y="39120"/>
                </a:lnTo>
                <a:lnTo>
                  <a:pt x="248949" y="45810"/>
                </a:lnTo>
                <a:lnTo>
                  <a:pt x="255837" y="49656"/>
                </a:lnTo>
                <a:lnTo>
                  <a:pt x="264181" y="53183"/>
                </a:lnTo>
                <a:lnTo>
                  <a:pt x="272797" y="54676"/>
                </a:lnTo>
                <a:lnTo>
                  <a:pt x="281476" y="54123"/>
                </a:lnTo>
                <a:lnTo>
                  <a:pt x="290007" y="51513"/>
                </a:lnTo>
                <a:lnTo>
                  <a:pt x="296043" y="48887"/>
                </a:lnTo>
                <a:lnTo>
                  <a:pt x="311459" y="48887"/>
                </a:lnTo>
                <a:lnTo>
                  <a:pt x="309590" y="40740"/>
                </a:lnTo>
                <a:lnTo>
                  <a:pt x="277133" y="40740"/>
                </a:lnTo>
                <a:lnTo>
                  <a:pt x="269926" y="40327"/>
                </a:lnTo>
                <a:lnTo>
                  <a:pt x="256413" y="32786"/>
                </a:lnTo>
                <a:lnTo>
                  <a:pt x="245129" y="26177"/>
                </a:lnTo>
                <a:lnTo>
                  <a:pt x="228413" y="16692"/>
                </a:lnTo>
                <a:lnTo>
                  <a:pt x="214116" y="10480"/>
                </a:lnTo>
                <a:lnTo>
                  <a:pt x="200610" y="8440"/>
                </a:lnTo>
                <a:close/>
              </a:path>
              <a:path w="386715" h="242570">
                <a:moveTo>
                  <a:pt x="339577" y="0"/>
                </a:moveTo>
                <a:lnTo>
                  <a:pt x="300632" y="8905"/>
                </a:lnTo>
                <a:lnTo>
                  <a:pt x="291850" y="22886"/>
                </a:lnTo>
                <a:lnTo>
                  <a:pt x="291906" y="25067"/>
                </a:lnTo>
                <a:lnTo>
                  <a:pt x="292031" y="29917"/>
                </a:lnTo>
                <a:lnTo>
                  <a:pt x="292073" y="31579"/>
                </a:lnTo>
                <a:lnTo>
                  <a:pt x="292631" y="34005"/>
                </a:lnTo>
                <a:lnTo>
                  <a:pt x="277133" y="40740"/>
                </a:lnTo>
                <a:lnTo>
                  <a:pt x="309590" y="40740"/>
                </a:lnTo>
                <a:lnTo>
                  <a:pt x="306089" y="25477"/>
                </a:lnTo>
                <a:lnTo>
                  <a:pt x="305995" y="25067"/>
                </a:lnTo>
                <a:lnTo>
                  <a:pt x="305868" y="24514"/>
                </a:lnTo>
                <a:lnTo>
                  <a:pt x="308204" y="20800"/>
                </a:lnTo>
                <a:lnTo>
                  <a:pt x="337941" y="13997"/>
                </a:lnTo>
                <a:lnTo>
                  <a:pt x="355944" y="13997"/>
                </a:lnTo>
                <a:lnTo>
                  <a:pt x="353638" y="8905"/>
                </a:lnTo>
                <a:lnTo>
                  <a:pt x="353576" y="8769"/>
                </a:lnTo>
                <a:lnTo>
                  <a:pt x="347430" y="3027"/>
                </a:lnTo>
                <a:lnTo>
                  <a:pt x="339577" y="0"/>
                </a:lnTo>
                <a:close/>
              </a:path>
            </a:pathLst>
          </a:custGeom>
          <a:solidFill>
            <a:srgbClr val="00788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9" name="object 3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0553" y="6722203"/>
            <a:ext cx="317836" cy="342853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1024507" y="7844938"/>
            <a:ext cx="257810" cy="347345"/>
            <a:chOff x="1024507" y="7844938"/>
            <a:chExt cx="257810" cy="347345"/>
          </a:xfrm>
        </p:grpSpPr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6640" y="7867229"/>
              <a:ext cx="213374" cy="21401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024507" y="7844938"/>
              <a:ext cx="257810" cy="347345"/>
            </a:xfrm>
            <a:custGeom>
              <a:avLst/>
              <a:gdLst/>
              <a:ahLst/>
              <a:cxnLst/>
              <a:rect l="l" t="t" r="r" b="b"/>
              <a:pathLst>
                <a:path w="257809" h="347345">
                  <a:moveTo>
                    <a:pt x="147374" y="300388"/>
                  </a:moveTo>
                  <a:lnTo>
                    <a:pt x="128790" y="300388"/>
                  </a:lnTo>
                  <a:lnTo>
                    <a:pt x="190741" y="345434"/>
                  </a:lnTo>
                  <a:lnTo>
                    <a:pt x="193130" y="347296"/>
                  </a:lnTo>
                  <a:lnTo>
                    <a:pt x="196575" y="346861"/>
                  </a:lnTo>
                  <a:lnTo>
                    <a:pt x="199203" y="343465"/>
                  </a:lnTo>
                  <a:lnTo>
                    <a:pt x="199609" y="342233"/>
                  </a:lnTo>
                  <a:lnTo>
                    <a:pt x="199606" y="330241"/>
                  </a:lnTo>
                  <a:lnTo>
                    <a:pt x="188646" y="330241"/>
                  </a:lnTo>
                  <a:lnTo>
                    <a:pt x="170521" y="317028"/>
                  </a:lnTo>
                  <a:lnTo>
                    <a:pt x="170521" y="309078"/>
                  </a:lnTo>
                  <a:lnTo>
                    <a:pt x="159322" y="309078"/>
                  </a:lnTo>
                  <a:lnTo>
                    <a:pt x="147374" y="300388"/>
                  </a:lnTo>
                  <a:close/>
                </a:path>
                <a:path w="257809" h="347345">
                  <a:moveTo>
                    <a:pt x="128916" y="0"/>
                  </a:moveTo>
                  <a:lnTo>
                    <a:pt x="78256" y="10204"/>
                  </a:lnTo>
                  <a:lnTo>
                    <a:pt x="78620" y="10204"/>
                  </a:lnTo>
                  <a:lnTo>
                    <a:pt x="37811" y="37741"/>
                  </a:lnTo>
                  <a:lnTo>
                    <a:pt x="10170" y="78775"/>
                  </a:lnTo>
                  <a:lnTo>
                    <a:pt x="0" y="129049"/>
                  </a:lnTo>
                  <a:lnTo>
                    <a:pt x="3956" y="160958"/>
                  </a:lnTo>
                  <a:lnTo>
                    <a:pt x="15585" y="190701"/>
                  </a:lnTo>
                  <a:lnTo>
                    <a:pt x="31129" y="212661"/>
                  </a:lnTo>
                  <a:lnTo>
                    <a:pt x="33761" y="216352"/>
                  </a:lnTo>
                  <a:lnTo>
                    <a:pt x="58117" y="237160"/>
                  </a:lnTo>
                  <a:lnTo>
                    <a:pt x="58112" y="343059"/>
                  </a:lnTo>
                  <a:lnTo>
                    <a:pt x="59248" y="344949"/>
                  </a:lnTo>
                  <a:lnTo>
                    <a:pt x="61065" y="345907"/>
                  </a:lnTo>
                  <a:lnTo>
                    <a:pt x="61847" y="346287"/>
                  </a:lnTo>
                  <a:lnTo>
                    <a:pt x="62728" y="346495"/>
                  </a:lnTo>
                  <a:lnTo>
                    <a:pt x="64721" y="346495"/>
                  </a:lnTo>
                  <a:lnTo>
                    <a:pt x="65844" y="346133"/>
                  </a:lnTo>
                  <a:lnTo>
                    <a:pt x="87712" y="330241"/>
                  </a:lnTo>
                  <a:lnTo>
                    <a:pt x="68962" y="330241"/>
                  </a:lnTo>
                  <a:lnTo>
                    <a:pt x="68962" y="243725"/>
                  </a:lnTo>
                  <a:lnTo>
                    <a:pt x="99525" y="243725"/>
                  </a:lnTo>
                  <a:lnTo>
                    <a:pt x="97403" y="243133"/>
                  </a:lnTo>
                  <a:lnTo>
                    <a:pt x="95577" y="242511"/>
                  </a:lnTo>
                  <a:lnTo>
                    <a:pt x="91596" y="241301"/>
                  </a:lnTo>
                  <a:lnTo>
                    <a:pt x="89064" y="240413"/>
                  </a:lnTo>
                  <a:lnTo>
                    <a:pt x="88693" y="240413"/>
                  </a:lnTo>
                  <a:lnTo>
                    <a:pt x="86204" y="239525"/>
                  </a:lnTo>
                  <a:lnTo>
                    <a:pt x="84024" y="238610"/>
                  </a:lnTo>
                  <a:lnTo>
                    <a:pt x="81843" y="237663"/>
                  </a:lnTo>
                  <a:lnTo>
                    <a:pt x="79925" y="236689"/>
                  </a:lnTo>
                  <a:lnTo>
                    <a:pt x="78408" y="235979"/>
                  </a:lnTo>
                  <a:lnTo>
                    <a:pt x="76966" y="235210"/>
                  </a:lnTo>
                  <a:lnTo>
                    <a:pt x="75153" y="234354"/>
                  </a:lnTo>
                  <a:lnTo>
                    <a:pt x="73203" y="233348"/>
                  </a:lnTo>
                  <a:lnTo>
                    <a:pt x="33015" y="198026"/>
                  </a:lnTo>
                  <a:lnTo>
                    <a:pt x="14212" y="156810"/>
                  </a:lnTo>
                  <a:lnTo>
                    <a:pt x="12191" y="111530"/>
                  </a:lnTo>
                  <a:lnTo>
                    <a:pt x="28210" y="67417"/>
                  </a:lnTo>
                  <a:lnTo>
                    <a:pt x="60039" y="32987"/>
                  </a:lnTo>
                  <a:lnTo>
                    <a:pt x="101134" y="14129"/>
                  </a:lnTo>
                  <a:lnTo>
                    <a:pt x="146282" y="12101"/>
                  </a:lnTo>
                  <a:lnTo>
                    <a:pt x="181839" y="12101"/>
                  </a:lnTo>
                  <a:lnTo>
                    <a:pt x="179039" y="10204"/>
                  </a:lnTo>
                  <a:lnTo>
                    <a:pt x="128916" y="0"/>
                  </a:lnTo>
                  <a:close/>
                </a:path>
                <a:path w="257809" h="347345">
                  <a:moveTo>
                    <a:pt x="99525" y="243725"/>
                  </a:moveTo>
                  <a:lnTo>
                    <a:pt x="68962" y="243725"/>
                  </a:lnTo>
                  <a:lnTo>
                    <a:pt x="74474" y="246412"/>
                  </a:lnTo>
                  <a:lnTo>
                    <a:pt x="78629" y="248277"/>
                  </a:lnTo>
                  <a:lnTo>
                    <a:pt x="80191" y="248866"/>
                  </a:lnTo>
                  <a:lnTo>
                    <a:pt x="81459" y="249428"/>
                  </a:lnTo>
                  <a:lnTo>
                    <a:pt x="83729" y="250316"/>
                  </a:lnTo>
                  <a:lnTo>
                    <a:pt x="87117" y="251497"/>
                  </a:lnTo>
                  <a:lnTo>
                    <a:pt x="87117" y="317028"/>
                  </a:lnTo>
                  <a:lnTo>
                    <a:pt x="68962" y="330241"/>
                  </a:lnTo>
                  <a:lnTo>
                    <a:pt x="87712" y="330241"/>
                  </a:lnTo>
                  <a:lnTo>
                    <a:pt x="116833" y="309078"/>
                  </a:lnTo>
                  <a:lnTo>
                    <a:pt x="98082" y="309078"/>
                  </a:lnTo>
                  <a:lnTo>
                    <a:pt x="98082" y="254750"/>
                  </a:lnTo>
                  <a:lnTo>
                    <a:pt x="170521" y="254750"/>
                  </a:lnTo>
                  <a:lnTo>
                    <a:pt x="170521" y="251497"/>
                  </a:lnTo>
                  <a:lnTo>
                    <a:pt x="170181" y="251497"/>
                  </a:lnTo>
                  <a:lnTo>
                    <a:pt x="173571" y="250316"/>
                  </a:lnTo>
                  <a:lnTo>
                    <a:pt x="177289" y="248866"/>
                  </a:lnTo>
                  <a:lnTo>
                    <a:pt x="178720" y="248277"/>
                  </a:lnTo>
                  <a:lnTo>
                    <a:pt x="180589" y="247448"/>
                  </a:lnTo>
                  <a:lnTo>
                    <a:pt x="124016" y="247448"/>
                  </a:lnTo>
                  <a:lnTo>
                    <a:pt x="119566" y="247034"/>
                  </a:lnTo>
                  <a:lnTo>
                    <a:pt x="117591" y="247034"/>
                  </a:lnTo>
                  <a:lnTo>
                    <a:pt x="115587" y="246679"/>
                  </a:lnTo>
                  <a:lnTo>
                    <a:pt x="113672" y="246412"/>
                  </a:lnTo>
                  <a:lnTo>
                    <a:pt x="113170" y="246412"/>
                  </a:lnTo>
                  <a:lnTo>
                    <a:pt x="109544" y="245853"/>
                  </a:lnTo>
                  <a:lnTo>
                    <a:pt x="107071" y="245438"/>
                  </a:lnTo>
                  <a:lnTo>
                    <a:pt x="101677" y="244255"/>
                  </a:lnTo>
                  <a:lnTo>
                    <a:pt x="99525" y="243725"/>
                  </a:lnTo>
                  <a:close/>
                </a:path>
                <a:path w="257809" h="347345">
                  <a:moveTo>
                    <a:pt x="199583" y="243725"/>
                  </a:moveTo>
                  <a:lnTo>
                    <a:pt x="188646" y="243725"/>
                  </a:lnTo>
                  <a:lnTo>
                    <a:pt x="188646" y="330241"/>
                  </a:lnTo>
                  <a:lnTo>
                    <a:pt x="199606" y="330241"/>
                  </a:lnTo>
                  <a:lnTo>
                    <a:pt x="199583" y="243725"/>
                  </a:lnTo>
                  <a:close/>
                </a:path>
                <a:path w="257809" h="347345">
                  <a:moveTo>
                    <a:pt x="129936" y="288120"/>
                  </a:moveTo>
                  <a:lnTo>
                    <a:pt x="127343" y="288120"/>
                  </a:lnTo>
                  <a:lnTo>
                    <a:pt x="126333" y="288490"/>
                  </a:lnTo>
                  <a:lnTo>
                    <a:pt x="125488" y="289126"/>
                  </a:lnTo>
                  <a:lnTo>
                    <a:pt x="98041" y="309078"/>
                  </a:lnTo>
                  <a:lnTo>
                    <a:pt x="116833" y="309078"/>
                  </a:lnTo>
                  <a:lnTo>
                    <a:pt x="128790" y="300388"/>
                  </a:lnTo>
                  <a:lnTo>
                    <a:pt x="147374" y="300388"/>
                  </a:lnTo>
                  <a:lnTo>
                    <a:pt x="131015" y="288490"/>
                  </a:lnTo>
                  <a:lnTo>
                    <a:pt x="129936" y="288120"/>
                  </a:lnTo>
                  <a:close/>
                </a:path>
                <a:path w="257809" h="347345">
                  <a:moveTo>
                    <a:pt x="170521" y="254750"/>
                  </a:moveTo>
                  <a:lnTo>
                    <a:pt x="159322" y="254750"/>
                  </a:lnTo>
                  <a:lnTo>
                    <a:pt x="159322" y="309078"/>
                  </a:lnTo>
                  <a:lnTo>
                    <a:pt x="170521" y="309078"/>
                  </a:lnTo>
                  <a:lnTo>
                    <a:pt x="170521" y="254750"/>
                  </a:lnTo>
                  <a:close/>
                </a:path>
                <a:path w="257809" h="347345">
                  <a:moveTo>
                    <a:pt x="138074" y="258059"/>
                  </a:moveTo>
                  <a:lnTo>
                    <a:pt x="119300" y="258059"/>
                  </a:lnTo>
                  <a:lnTo>
                    <a:pt x="121392" y="258236"/>
                  </a:lnTo>
                  <a:lnTo>
                    <a:pt x="123809" y="258236"/>
                  </a:lnTo>
                  <a:lnTo>
                    <a:pt x="126226" y="258443"/>
                  </a:lnTo>
                  <a:lnTo>
                    <a:pt x="133595" y="258443"/>
                  </a:lnTo>
                  <a:lnTo>
                    <a:pt x="138074" y="258059"/>
                  </a:lnTo>
                  <a:close/>
                </a:path>
                <a:path w="257809" h="347345">
                  <a:moveTo>
                    <a:pt x="159322" y="254750"/>
                  </a:moveTo>
                  <a:lnTo>
                    <a:pt x="98082" y="254750"/>
                  </a:lnTo>
                  <a:lnTo>
                    <a:pt x="100909" y="255398"/>
                  </a:lnTo>
                  <a:lnTo>
                    <a:pt x="118923" y="258059"/>
                  </a:lnTo>
                  <a:lnTo>
                    <a:pt x="139842" y="258059"/>
                  </a:lnTo>
                  <a:lnTo>
                    <a:pt x="141610" y="257792"/>
                  </a:lnTo>
                  <a:lnTo>
                    <a:pt x="147328" y="257085"/>
                  </a:lnTo>
                  <a:lnTo>
                    <a:pt x="149008" y="256818"/>
                  </a:lnTo>
                  <a:lnTo>
                    <a:pt x="152868" y="256138"/>
                  </a:lnTo>
                  <a:lnTo>
                    <a:pt x="154695" y="255783"/>
                  </a:lnTo>
                  <a:lnTo>
                    <a:pt x="156494" y="255398"/>
                  </a:lnTo>
                  <a:lnTo>
                    <a:pt x="159322" y="254750"/>
                  </a:lnTo>
                  <a:close/>
                </a:path>
                <a:path w="257809" h="347345">
                  <a:moveTo>
                    <a:pt x="181839" y="12101"/>
                  </a:moveTo>
                  <a:lnTo>
                    <a:pt x="146282" y="12101"/>
                  </a:lnTo>
                  <a:lnTo>
                    <a:pt x="190268" y="28160"/>
                  </a:lnTo>
                  <a:lnTo>
                    <a:pt x="224597" y="60087"/>
                  </a:lnTo>
                  <a:lnTo>
                    <a:pt x="243398" y="101305"/>
                  </a:lnTo>
                  <a:lnTo>
                    <a:pt x="245418" y="146585"/>
                  </a:lnTo>
                  <a:lnTo>
                    <a:pt x="229400" y="190701"/>
                  </a:lnTo>
                  <a:lnTo>
                    <a:pt x="221416" y="202213"/>
                  </a:lnTo>
                  <a:lnTo>
                    <a:pt x="212163" y="212661"/>
                  </a:lnTo>
                  <a:lnTo>
                    <a:pt x="201746" y="221941"/>
                  </a:lnTo>
                  <a:lnTo>
                    <a:pt x="190099" y="230069"/>
                  </a:lnTo>
                  <a:lnTo>
                    <a:pt x="190386" y="230069"/>
                  </a:lnTo>
                  <a:lnTo>
                    <a:pt x="188540" y="231210"/>
                  </a:lnTo>
                  <a:lnTo>
                    <a:pt x="186652" y="232305"/>
                  </a:lnTo>
                  <a:lnTo>
                    <a:pt x="184727" y="233348"/>
                  </a:lnTo>
                  <a:lnTo>
                    <a:pt x="181073" y="235210"/>
                  </a:lnTo>
                  <a:lnTo>
                    <a:pt x="179628" y="235979"/>
                  </a:lnTo>
                  <a:lnTo>
                    <a:pt x="177978" y="236689"/>
                  </a:lnTo>
                  <a:lnTo>
                    <a:pt x="175856" y="237663"/>
                  </a:lnTo>
                  <a:lnTo>
                    <a:pt x="173675" y="238610"/>
                  </a:lnTo>
                  <a:lnTo>
                    <a:pt x="144674" y="246412"/>
                  </a:lnTo>
                  <a:lnTo>
                    <a:pt x="144292" y="246412"/>
                  </a:lnTo>
                  <a:lnTo>
                    <a:pt x="142318" y="246679"/>
                  </a:lnTo>
                  <a:lnTo>
                    <a:pt x="140343" y="246886"/>
                  </a:lnTo>
                  <a:lnTo>
                    <a:pt x="138399" y="247034"/>
                  </a:lnTo>
                  <a:lnTo>
                    <a:pt x="136424" y="247211"/>
                  </a:lnTo>
                  <a:lnTo>
                    <a:pt x="133949" y="247211"/>
                  </a:lnTo>
                  <a:lnTo>
                    <a:pt x="131473" y="247448"/>
                  </a:lnTo>
                  <a:lnTo>
                    <a:pt x="180589" y="247448"/>
                  </a:lnTo>
                  <a:lnTo>
                    <a:pt x="182901" y="246412"/>
                  </a:lnTo>
                  <a:lnTo>
                    <a:pt x="186701" y="244551"/>
                  </a:lnTo>
                  <a:lnTo>
                    <a:pt x="188646" y="243725"/>
                  </a:lnTo>
                  <a:lnTo>
                    <a:pt x="199583" y="243725"/>
                  </a:lnTo>
                  <a:lnTo>
                    <a:pt x="199582" y="237160"/>
                  </a:lnTo>
                  <a:lnTo>
                    <a:pt x="223925" y="216352"/>
                  </a:lnTo>
                  <a:lnTo>
                    <a:pt x="242081" y="190701"/>
                  </a:lnTo>
                  <a:lnTo>
                    <a:pt x="253616" y="161133"/>
                  </a:lnTo>
                  <a:lnTo>
                    <a:pt x="257586" y="129303"/>
                  </a:lnTo>
                  <a:lnTo>
                    <a:pt x="247515" y="79017"/>
                  </a:lnTo>
                  <a:lnTo>
                    <a:pt x="219952" y="37930"/>
                  </a:lnTo>
                  <a:lnTo>
                    <a:pt x="181839" y="12101"/>
                  </a:lnTo>
                  <a:close/>
                </a:path>
              </a:pathLst>
            </a:custGeom>
            <a:solidFill>
              <a:srgbClr val="00788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8877" y="7907566"/>
              <a:ext cx="128701" cy="125432"/>
            </a:xfrm>
            <a:prstGeom prst="rect">
              <a:avLst/>
            </a:prstGeom>
          </p:spPr>
        </p:pic>
      </p:grpSp>
      <p:sp>
        <p:nvSpPr>
          <p:cNvPr id="44" name="object 44"/>
          <p:cNvSpPr/>
          <p:nvPr/>
        </p:nvSpPr>
        <p:spPr>
          <a:xfrm>
            <a:off x="1009295" y="8944352"/>
            <a:ext cx="291465" cy="353060"/>
          </a:xfrm>
          <a:custGeom>
            <a:avLst/>
            <a:gdLst/>
            <a:ahLst/>
            <a:cxnLst/>
            <a:rect l="l" t="t" r="r" b="b"/>
            <a:pathLst>
              <a:path w="291465" h="353059">
                <a:moveTo>
                  <a:pt x="58925" y="149860"/>
                </a:moveTo>
                <a:lnTo>
                  <a:pt x="49463" y="149860"/>
                </a:lnTo>
                <a:lnTo>
                  <a:pt x="58387" y="172720"/>
                </a:lnTo>
                <a:lnTo>
                  <a:pt x="71467" y="193040"/>
                </a:lnTo>
                <a:lnTo>
                  <a:pt x="88158" y="210820"/>
                </a:lnTo>
                <a:lnTo>
                  <a:pt x="107914" y="223520"/>
                </a:lnTo>
                <a:lnTo>
                  <a:pt x="107914" y="236220"/>
                </a:lnTo>
                <a:lnTo>
                  <a:pt x="83528" y="236220"/>
                </a:lnTo>
                <a:lnTo>
                  <a:pt x="59991" y="240030"/>
                </a:lnTo>
                <a:lnTo>
                  <a:pt x="40750" y="252730"/>
                </a:lnTo>
                <a:lnTo>
                  <a:pt x="27767" y="273050"/>
                </a:lnTo>
                <a:lnTo>
                  <a:pt x="23004" y="295910"/>
                </a:lnTo>
                <a:lnTo>
                  <a:pt x="23004" y="351790"/>
                </a:lnTo>
                <a:lnTo>
                  <a:pt x="24978" y="353060"/>
                </a:lnTo>
                <a:lnTo>
                  <a:pt x="266469" y="353060"/>
                </a:lnTo>
                <a:lnTo>
                  <a:pt x="268543" y="351790"/>
                </a:lnTo>
                <a:lnTo>
                  <a:pt x="268543" y="344170"/>
                </a:lnTo>
                <a:lnTo>
                  <a:pt x="31889" y="344170"/>
                </a:lnTo>
                <a:lnTo>
                  <a:pt x="31889" y="295910"/>
                </a:lnTo>
                <a:lnTo>
                  <a:pt x="35960" y="275590"/>
                </a:lnTo>
                <a:lnTo>
                  <a:pt x="47057" y="259080"/>
                </a:lnTo>
                <a:lnTo>
                  <a:pt x="63504" y="248920"/>
                </a:lnTo>
                <a:lnTo>
                  <a:pt x="83627" y="245110"/>
                </a:lnTo>
                <a:lnTo>
                  <a:pt x="117650" y="245110"/>
                </a:lnTo>
                <a:lnTo>
                  <a:pt x="116893" y="241300"/>
                </a:lnTo>
                <a:lnTo>
                  <a:pt x="116794" y="219710"/>
                </a:lnTo>
                <a:lnTo>
                  <a:pt x="125782" y="219710"/>
                </a:lnTo>
                <a:lnTo>
                  <a:pt x="125782" y="209550"/>
                </a:lnTo>
                <a:lnTo>
                  <a:pt x="101001" y="209550"/>
                </a:lnTo>
                <a:lnTo>
                  <a:pt x="95470" y="204470"/>
                </a:lnTo>
                <a:lnTo>
                  <a:pt x="94756" y="203720"/>
                </a:lnTo>
                <a:lnTo>
                  <a:pt x="81954" y="191770"/>
                </a:lnTo>
                <a:lnTo>
                  <a:pt x="67185" y="170180"/>
                </a:lnTo>
                <a:lnTo>
                  <a:pt x="58925" y="149860"/>
                </a:lnTo>
                <a:close/>
              </a:path>
              <a:path w="291465" h="353059">
                <a:moveTo>
                  <a:pt x="239251" y="245110"/>
                </a:moveTo>
                <a:lnTo>
                  <a:pt x="207919" y="245110"/>
                </a:lnTo>
                <a:lnTo>
                  <a:pt x="227968" y="248920"/>
                </a:lnTo>
                <a:lnTo>
                  <a:pt x="244351" y="259080"/>
                </a:lnTo>
                <a:lnTo>
                  <a:pt x="255403" y="275590"/>
                </a:lnTo>
                <a:lnTo>
                  <a:pt x="259457" y="295910"/>
                </a:lnTo>
                <a:lnTo>
                  <a:pt x="259457" y="344170"/>
                </a:lnTo>
                <a:lnTo>
                  <a:pt x="268543" y="344170"/>
                </a:lnTo>
                <a:lnTo>
                  <a:pt x="268543" y="295910"/>
                </a:lnTo>
                <a:lnTo>
                  <a:pt x="263779" y="273050"/>
                </a:lnTo>
                <a:lnTo>
                  <a:pt x="250796" y="252730"/>
                </a:lnTo>
                <a:lnTo>
                  <a:pt x="239251" y="245110"/>
                </a:lnTo>
                <a:close/>
              </a:path>
              <a:path w="291465" h="353059">
                <a:moveTo>
                  <a:pt x="117650" y="245110"/>
                </a:moveTo>
                <a:lnTo>
                  <a:pt x="107815" y="245110"/>
                </a:lnTo>
                <a:lnTo>
                  <a:pt x="111705" y="257810"/>
                </a:lnTo>
                <a:lnTo>
                  <a:pt x="120004" y="269240"/>
                </a:lnTo>
                <a:lnTo>
                  <a:pt x="131636" y="276860"/>
                </a:lnTo>
                <a:lnTo>
                  <a:pt x="145526" y="279400"/>
                </a:lnTo>
                <a:lnTo>
                  <a:pt x="159416" y="276860"/>
                </a:lnTo>
                <a:lnTo>
                  <a:pt x="171048" y="269240"/>
                </a:lnTo>
                <a:lnTo>
                  <a:pt x="145724" y="269240"/>
                </a:lnTo>
                <a:lnTo>
                  <a:pt x="134514" y="267970"/>
                </a:lnTo>
                <a:lnTo>
                  <a:pt x="125349" y="261620"/>
                </a:lnTo>
                <a:lnTo>
                  <a:pt x="119163" y="252730"/>
                </a:lnTo>
                <a:lnTo>
                  <a:pt x="117650" y="245110"/>
                </a:lnTo>
                <a:close/>
              </a:path>
              <a:path w="291465" h="353059">
                <a:moveTo>
                  <a:pt x="193311" y="218440"/>
                </a:moveTo>
                <a:lnTo>
                  <a:pt x="174554" y="218440"/>
                </a:lnTo>
                <a:lnTo>
                  <a:pt x="174554" y="241300"/>
                </a:lnTo>
                <a:lnTo>
                  <a:pt x="172284" y="252730"/>
                </a:lnTo>
                <a:lnTo>
                  <a:pt x="166099" y="261620"/>
                </a:lnTo>
                <a:lnTo>
                  <a:pt x="156933" y="267970"/>
                </a:lnTo>
                <a:lnTo>
                  <a:pt x="145724" y="269240"/>
                </a:lnTo>
                <a:lnTo>
                  <a:pt x="171048" y="269240"/>
                </a:lnTo>
                <a:lnTo>
                  <a:pt x="179347" y="257810"/>
                </a:lnTo>
                <a:lnTo>
                  <a:pt x="183237" y="245110"/>
                </a:lnTo>
                <a:lnTo>
                  <a:pt x="239251" y="245110"/>
                </a:lnTo>
                <a:lnTo>
                  <a:pt x="231555" y="240030"/>
                </a:lnTo>
                <a:lnTo>
                  <a:pt x="208018" y="234950"/>
                </a:lnTo>
                <a:lnTo>
                  <a:pt x="183632" y="234950"/>
                </a:lnTo>
                <a:lnTo>
                  <a:pt x="183632" y="226060"/>
                </a:lnTo>
                <a:lnTo>
                  <a:pt x="190052" y="220980"/>
                </a:lnTo>
                <a:lnTo>
                  <a:pt x="193311" y="218440"/>
                </a:lnTo>
                <a:close/>
              </a:path>
              <a:path w="291465" h="353059">
                <a:moveTo>
                  <a:pt x="125782" y="219710"/>
                </a:moveTo>
                <a:lnTo>
                  <a:pt x="116794" y="219710"/>
                </a:lnTo>
                <a:lnTo>
                  <a:pt x="116794" y="227330"/>
                </a:lnTo>
                <a:lnTo>
                  <a:pt x="123313" y="234950"/>
                </a:lnTo>
                <a:lnTo>
                  <a:pt x="163591" y="234950"/>
                </a:lnTo>
                <a:lnTo>
                  <a:pt x="170110" y="228600"/>
                </a:lnTo>
                <a:lnTo>
                  <a:pt x="170208" y="226060"/>
                </a:lnTo>
                <a:lnTo>
                  <a:pt x="128448" y="226060"/>
                </a:lnTo>
                <a:lnTo>
                  <a:pt x="125782" y="223520"/>
                </a:lnTo>
                <a:lnTo>
                  <a:pt x="125782" y="219710"/>
                </a:lnTo>
                <a:close/>
              </a:path>
              <a:path w="291465" h="353059">
                <a:moveTo>
                  <a:pt x="169221" y="201930"/>
                </a:moveTo>
                <a:lnTo>
                  <a:pt x="158555" y="201930"/>
                </a:lnTo>
                <a:lnTo>
                  <a:pt x="161221" y="204470"/>
                </a:lnTo>
                <a:lnTo>
                  <a:pt x="161221" y="223520"/>
                </a:lnTo>
                <a:lnTo>
                  <a:pt x="158653" y="226060"/>
                </a:lnTo>
                <a:lnTo>
                  <a:pt x="170208" y="226060"/>
                </a:lnTo>
                <a:lnTo>
                  <a:pt x="170307" y="223520"/>
                </a:lnTo>
                <a:lnTo>
                  <a:pt x="170406" y="220980"/>
                </a:lnTo>
                <a:lnTo>
                  <a:pt x="171789" y="219710"/>
                </a:lnTo>
                <a:lnTo>
                  <a:pt x="172974" y="219710"/>
                </a:lnTo>
                <a:lnTo>
                  <a:pt x="174554" y="218440"/>
                </a:lnTo>
                <a:lnTo>
                  <a:pt x="223655" y="218440"/>
                </a:lnTo>
                <a:lnTo>
                  <a:pt x="229989" y="215900"/>
                </a:lnTo>
                <a:lnTo>
                  <a:pt x="235804" y="213360"/>
                </a:lnTo>
                <a:lnTo>
                  <a:pt x="239624" y="209550"/>
                </a:lnTo>
                <a:lnTo>
                  <a:pt x="170110" y="209550"/>
                </a:lnTo>
                <a:lnTo>
                  <a:pt x="170208" y="204470"/>
                </a:lnTo>
                <a:lnTo>
                  <a:pt x="169221" y="201930"/>
                </a:lnTo>
                <a:close/>
              </a:path>
              <a:path w="291465" h="353059">
                <a:moveTo>
                  <a:pt x="175937" y="68580"/>
                </a:moveTo>
                <a:lnTo>
                  <a:pt x="174159" y="68580"/>
                </a:lnTo>
                <a:lnTo>
                  <a:pt x="172381" y="69850"/>
                </a:lnTo>
                <a:lnTo>
                  <a:pt x="171394" y="71120"/>
                </a:lnTo>
                <a:lnTo>
                  <a:pt x="144247" y="105410"/>
                </a:lnTo>
                <a:lnTo>
                  <a:pt x="115056" y="124460"/>
                </a:lnTo>
                <a:lnTo>
                  <a:pt x="91104" y="133350"/>
                </a:lnTo>
                <a:lnTo>
                  <a:pt x="79674" y="135890"/>
                </a:lnTo>
                <a:lnTo>
                  <a:pt x="76317" y="135890"/>
                </a:lnTo>
                <a:lnTo>
                  <a:pt x="73750" y="138430"/>
                </a:lnTo>
                <a:lnTo>
                  <a:pt x="73844" y="153670"/>
                </a:lnTo>
                <a:lnTo>
                  <a:pt x="74496" y="162560"/>
                </a:lnTo>
                <a:lnTo>
                  <a:pt x="74590" y="163830"/>
                </a:lnTo>
                <a:lnTo>
                  <a:pt x="90509" y="199237"/>
                </a:lnTo>
                <a:lnTo>
                  <a:pt x="101001" y="209550"/>
                </a:lnTo>
                <a:lnTo>
                  <a:pt x="116794" y="209550"/>
                </a:lnTo>
                <a:lnTo>
                  <a:pt x="110250" y="205740"/>
                </a:lnTo>
                <a:lnTo>
                  <a:pt x="104325" y="200715"/>
                </a:lnTo>
                <a:lnTo>
                  <a:pt x="83567" y="162560"/>
                </a:lnTo>
                <a:lnTo>
                  <a:pt x="82837" y="144780"/>
                </a:lnTo>
                <a:lnTo>
                  <a:pt x="98285" y="140970"/>
                </a:lnTo>
                <a:lnTo>
                  <a:pt x="123066" y="130810"/>
                </a:lnTo>
                <a:lnTo>
                  <a:pt x="151476" y="111760"/>
                </a:lnTo>
                <a:lnTo>
                  <a:pt x="177813" y="78740"/>
                </a:lnTo>
                <a:lnTo>
                  <a:pt x="197933" y="78740"/>
                </a:lnTo>
                <a:lnTo>
                  <a:pt x="194792" y="76200"/>
                </a:lnTo>
                <a:lnTo>
                  <a:pt x="189261" y="72390"/>
                </a:lnTo>
                <a:lnTo>
                  <a:pt x="182743" y="69850"/>
                </a:lnTo>
                <a:lnTo>
                  <a:pt x="175937" y="68580"/>
                </a:lnTo>
                <a:close/>
              </a:path>
              <a:path w="291465" h="353059">
                <a:moveTo>
                  <a:pt x="159542" y="193040"/>
                </a:moveTo>
                <a:lnTo>
                  <a:pt x="123412" y="193040"/>
                </a:lnTo>
                <a:lnTo>
                  <a:pt x="117897" y="199390"/>
                </a:lnTo>
                <a:lnTo>
                  <a:pt x="116794" y="200715"/>
                </a:lnTo>
                <a:lnTo>
                  <a:pt x="116794" y="209550"/>
                </a:lnTo>
                <a:lnTo>
                  <a:pt x="125782" y="209550"/>
                </a:lnTo>
                <a:lnTo>
                  <a:pt x="125782" y="204470"/>
                </a:lnTo>
                <a:lnTo>
                  <a:pt x="128350" y="201930"/>
                </a:lnTo>
                <a:lnTo>
                  <a:pt x="169221" y="201930"/>
                </a:lnTo>
                <a:lnTo>
                  <a:pt x="168749" y="200715"/>
                </a:lnTo>
                <a:lnTo>
                  <a:pt x="167344" y="199390"/>
                </a:lnTo>
                <a:lnTo>
                  <a:pt x="163196" y="195580"/>
                </a:lnTo>
                <a:lnTo>
                  <a:pt x="159542" y="193040"/>
                </a:lnTo>
                <a:close/>
              </a:path>
              <a:path w="291465" h="353059">
                <a:moveTo>
                  <a:pt x="197933" y="78740"/>
                </a:moveTo>
                <a:lnTo>
                  <a:pt x="177813" y="78740"/>
                </a:lnTo>
                <a:lnTo>
                  <a:pt x="182150" y="80010"/>
                </a:lnTo>
                <a:lnTo>
                  <a:pt x="186299" y="81280"/>
                </a:lnTo>
                <a:lnTo>
                  <a:pt x="208018" y="118110"/>
                </a:lnTo>
                <a:lnTo>
                  <a:pt x="207952" y="120650"/>
                </a:lnTo>
                <a:lnTo>
                  <a:pt x="207853" y="124460"/>
                </a:lnTo>
                <a:lnTo>
                  <a:pt x="205408" y="170180"/>
                </a:lnTo>
                <a:lnTo>
                  <a:pt x="172480" y="209550"/>
                </a:lnTo>
                <a:lnTo>
                  <a:pt x="189163" y="209550"/>
                </a:lnTo>
                <a:lnTo>
                  <a:pt x="190577" y="208520"/>
                </a:lnTo>
                <a:lnTo>
                  <a:pt x="191928" y="207010"/>
                </a:lnTo>
                <a:lnTo>
                  <a:pt x="194298" y="204470"/>
                </a:lnTo>
                <a:lnTo>
                  <a:pt x="215811" y="163830"/>
                </a:lnTo>
                <a:lnTo>
                  <a:pt x="216433" y="154940"/>
                </a:lnTo>
                <a:lnTo>
                  <a:pt x="216522" y="153670"/>
                </a:lnTo>
                <a:lnTo>
                  <a:pt x="216610" y="124460"/>
                </a:lnTo>
                <a:lnTo>
                  <a:pt x="216729" y="120650"/>
                </a:lnTo>
                <a:lnTo>
                  <a:pt x="216808" y="118110"/>
                </a:lnTo>
                <a:lnTo>
                  <a:pt x="215436" y="105410"/>
                </a:lnTo>
                <a:lnTo>
                  <a:pt x="211167" y="93980"/>
                </a:lnTo>
                <a:lnTo>
                  <a:pt x="204215" y="83820"/>
                </a:lnTo>
                <a:lnTo>
                  <a:pt x="197933" y="78740"/>
                </a:lnTo>
                <a:close/>
              </a:path>
              <a:path w="291465" h="353059">
                <a:moveTo>
                  <a:pt x="174561" y="24130"/>
                </a:moveTo>
                <a:lnTo>
                  <a:pt x="146020" y="24130"/>
                </a:lnTo>
                <a:lnTo>
                  <a:pt x="157491" y="26670"/>
                </a:lnTo>
                <a:lnTo>
                  <a:pt x="168332" y="30480"/>
                </a:lnTo>
                <a:lnTo>
                  <a:pt x="198150" y="62230"/>
                </a:lnTo>
                <a:lnTo>
                  <a:pt x="199236" y="66040"/>
                </a:lnTo>
                <a:lnTo>
                  <a:pt x="201508" y="67310"/>
                </a:lnTo>
                <a:lnTo>
                  <a:pt x="213245" y="67310"/>
                </a:lnTo>
                <a:lnTo>
                  <a:pt x="221240" y="71120"/>
                </a:lnTo>
                <a:lnTo>
                  <a:pt x="237975" y="118110"/>
                </a:lnTo>
                <a:lnTo>
                  <a:pt x="238072" y="119380"/>
                </a:lnTo>
                <a:lnTo>
                  <a:pt x="238169" y="120650"/>
                </a:lnTo>
                <a:lnTo>
                  <a:pt x="224740" y="166370"/>
                </a:lnTo>
                <a:lnTo>
                  <a:pt x="197306" y="202462"/>
                </a:lnTo>
                <a:lnTo>
                  <a:pt x="196486" y="203297"/>
                </a:lnTo>
                <a:lnTo>
                  <a:pt x="194397" y="205740"/>
                </a:lnTo>
                <a:lnTo>
                  <a:pt x="190577" y="208520"/>
                </a:lnTo>
                <a:lnTo>
                  <a:pt x="189656" y="209550"/>
                </a:lnTo>
                <a:lnTo>
                  <a:pt x="203187" y="209550"/>
                </a:lnTo>
                <a:lnTo>
                  <a:pt x="232699" y="171450"/>
                </a:lnTo>
                <a:lnTo>
                  <a:pt x="241984" y="149860"/>
                </a:lnTo>
                <a:lnTo>
                  <a:pt x="250774" y="149860"/>
                </a:lnTo>
                <a:lnTo>
                  <a:pt x="250774" y="110490"/>
                </a:lnTo>
                <a:lnTo>
                  <a:pt x="291252" y="110490"/>
                </a:lnTo>
                <a:lnTo>
                  <a:pt x="291250" y="109220"/>
                </a:lnTo>
                <a:lnTo>
                  <a:pt x="283547" y="101600"/>
                </a:lnTo>
                <a:lnTo>
                  <a:pt x="250774" y="101600"/>
                </a:lnTo>
                <a:lnTo>
                  <a:pt x="245663" y="80010"/>
                </a:lnTo>
                <a:lnTo>
                  <a:pt x="238725" y="80010"/>
                </a:lnTo>
                <a:lnTo>
                  <a:pt x="238136" y="78740"/>
                </a:lnTo>
                <a:lnTo>
                  <a:pt x="236829" y="76200"/>
                </a:lnTo>
                <a:lnTo>
                  <a:pt x="235565" y="73660"/>
                </a:lnTo>
                <a:lnTo>
                  <a:pt x="231219" y="68580"/>
                </a:lnTo>
                <a:lnTo>
                  <a:pt x="220166" y="59690"/>
                </a:lnTo>
                <a:lnTo>
                  <a:pt x="216610" y="58420"/>
                </a:lnTo>
                <a:lnTo>
                  <a:pt x="205755" y="58420"/>
                </a:lnTo>
                <a:lnTo>
                  <a:pt x="199624" y="46990"/>
                </a:lnTo>
                <a:lnTo>
                  <a:pt x="191966" y="36830"/>
                </a:lnTo>
                <a:lnTo>
                  <a:pt x="182884" y="29210"/>
                </a:lnTo>
                <a:lnTo>
                  <a:pt x="174561" y="24130"/>
                </a:lnTo>
                <a:close/>
              </a:path>
              <a:path w="291465" h="353059">
                <a:moveTo>
                  <a:pt x="250774" y="149860"/>
                </a:moveTo>
                <a:lnTo>
                  <a:pt x="241984" y="149860"/>
                </a:lnTo>
                <a:lnTo>
                  <a:pt x="241984" y="184150"/>
                </a:lnTo>
                <a:lnTo>
                  <a:pt x="241787" y="184150"/>
                </a:lnTo>
                <a:lnTo>
                  <a:pt x="241787" y="191770"/>
                </a:lnTo>
                <a:lnTo>
                  <a:pt x="239219" y="198120"/>
                </a:lnTo>
                <a:lnTo>
                  <a:pt x="234577" y="201930"/>
                </a:lnTo>
                <a:lnTo>
                  <a:pt x="229845" y="207010"/>
                </a:lnTo>
                <a:lnTo>
                  <a:pt x="223524" y="209550"/>
                </a:lnTo>
                <a:lnTo>
                  <a:pt x="239624" y="209550"/>
                </a:lnTo>
                <a:lnTo>
                  <a:pt x="250774" y="180340"/>
                </a:lnTo>
                <a:lnTo>
                  <a:pt x="283448" y="180340"/>
                </a:lnTo>
                <a:lnTo>
                  <a:pt x="291349" y="172720"/>
                </a:lnTo>
                <a:lnTo>
                  <a:pt x="250774" y="172720"/>
                </a:lnTo>
                <a:lnTo>
                  <a:pt x="250774" y="149860"/>
                </a:lnTo>
                <a:close/>
              </a:path>
              <a:path w="291465" h="353059">
                <a:moveTo>
                  <a:pt x="196486" y="203297"/>
                </a:moveTo>
                <a:lnTo>
                  <a:pt x="194298" y="204470"/>
                </a:lnTo>
                <a:lnTo>
                  <a:pt x="191928" y="207010"/>
                </a:lnTo>
                <a:lnTo>
                  <a:pt x="190792" y="208280"/>
                </a:lnTo>
                <a:lnTo>
                  <a:pt x="192652" y="207010"/>
                </a:lnTo>
                <a:lnTo>
                  <a:pt x="194397" y="205740"/>
                </a:lnTo>
                <a:lnTo>
                  <a:pt x="196486" y="203297"/>
                </a:lnTo>
                <a:close/>
              </a:path>
              <a:path w="291465" h="353059">
                <a:moveTo>
                  <a:pt x="145724" y="0"/>
                </a:moveTo>
                <a:lnTo>
                  <a:pt x="105692" y="7620"/>
                </a:lnTo>
                <a:lnTo>
                  <a:pt x="72725" y="29210"/>
                </a:lnTo>
                <a:lnTo>
                  <a:pt x="49994" y="62230"/>
                </a:lnTo>
                <a:lnTo>
                  <a:pt x="40676" y="101600"/>
                </a:lnTo>
                <a:lnTo>
                  <a:pt x="7799" y="101600"/>
                </a:lnTo>
                <a:lnTo>
                  <a:pt x="98" y="109220"/>
                </a:lnTo>
                <a:lnTo>
                  <a:pt x="0" y="172720"/>
                </a:lnTo>
                <a:lnTo>
                  <a:pt x="7799" y="181610"/>
                </a:lnTo>
                <a:lnTo>
                  <a:pt x="47389" y="180340"/>
                </a:lnTo>
                <a:lnTo>
                  <a:pt x="49463" y="179070"/>
                </a:lnTo>
                <a:lnTo>
                  <a:pt x="49463" y="172720"/>
                </a:lnTo>
                <a:lnTo>
                  <a:pt x="12736" y="172720"/>
                </a:lnTo>
                <a:lnTo>
                  <a:pt x="8885" y="167640"/>
                </a:lnTo>
                <a:lnTo>
                  <a:pt x="8885" y="114300"/>
                </a:lnTo>
                <a:lnTo>
                  <a:pt x="12637" y="110490"/>
                </a:lnTo>
                <a:lnTo>
                  <a:pt x="53371" y="110490"/>
                </a:lnTo>
                <a:lnTo>
                  <a:pt x="53416" y="107950"/>
                </a:lnTo>
                <a:lnTo>
                  <a:pt x="55053" y="96520"/>
                </a:lnTo>
                <a:lnTo>
                  <a:pt x="58115" y="85090"/>
                </a:lnTo>
                <a:lnTo>
                  <a:pt x="62594" y="74930"/>
                </a:lnTo>
                <a:lnTo>
                  <a:pt x="71429" y="60960"/>
                </a:lnTo>
                <a:lnTo>
                  <a:pt x="59928" y="60960"/>
                </a:lnTo>
                <a:lnTo>
                  <a:pt x="75152" y="39370"/>
                </a:lnTo>
                <a:lnTo>
                  <a:pt x="95383" y="22860"/>
                </a:lnTo>
                <a:lnTo>
                  <a:pt x="119335" y="12700"/>
                </a:lnTo>
                <a:lnTo>
                  <a:pt x="145724" y="8890"/>
                </a:lnTo>
                <a:lnTo>
                  <a:pt x="187694" y="8890"/>
                </a:lnTo>
                <a:lnTo>
                  <a:pt x="185755" y="7620"/>
                </a:lnTo>
                <a:lnTo>
                  <a:pt x="145724" y="0"/>
                </a:lnTo>
                <a:close/>
              </a:path>
              <a:path w="291465" h="353059">
                <a:moveTo>
                  <a:pt x="53371" y="110490"/>
                </a:moveTo>
                <a:lnTo>
                  <a:pt x="40577" y="110490"/>
                </a:lnTo>
                <a:lnTo>
                  <a:pt x="40577" y="172720"/>
                </a:lnTo>
                <a:lnTo>
                  <a:pt x="49463" y="172720"/>
                </a:lnTo>
                <a:lnTo>
                  <a:pt x="49463" y="149860"/>
                </a:lnTo>
                <a:lnTo>
                  <a:pt x="58925" y="149860"/>
                </a:lnTo>
                <a:lnTo>
                  <a:pt x="57376" y="146050"/>
                </a:lnTo>
                <a:lnTo>
                  <a:pt x="53214" y="119380"/>
                </a:lnTo>
                <a:lnTo>
                  <a:pt x="53304" y="114300"/>
                </a:lnTo>
                <a:lnTo>
                  <a:pt x="53371" y="110490"/>
                </a:lnTo>
                <a:close/>
              </a:path>
              <a:path w="291465" h="353059">
                <a:moveTo>
                  <a:pt x="291252" y="110490"/>
                </a:moveTo>
                <a:lnTo>
                  <a:pt x="278617" y="110490"/>
                </a:lnTo>
                <a:lnTo>
                  <a:pt x="282362" y="114300"/>
                </a:lnTo>
                <a:lnTo>
                  <a:pt x="282460" y="167640"/>
                </a:lnTo>
                <a:lnTo>
                  <a:pt x="278518" y="172720"/>
                </a:lnTo>
                <a:lnTo>
                  <a:pt x="291349" y="172720"/>
                </a:lnTo>
                <a:lnTo>
                  <a:pt x="291252" y="110490"/>
                </a:lnTo>
                <a:close/>
              </a:path>
              <a:path w="291465" h="353059">
                <a:moveTo>
                  <a:pt x="187694" y="8890"/>
                </a:moveTo>
                <a:lnTo>
                  <a:pt x="145724" y="8890"/>
                </a:lnTo>
                <a:lnTo>
                  <a:pt x="177443" y="13970"/>
                </a:lnTo>
                <a:lnTo>
                  <a:pt x="204739" y="29210"/>
                </a:lnTo>
                <a:lnTo>
                  <a:pt x="225778" y="52070"/>
                </a:lnTo>
                <a:lnTo>
                  <a:pt x="236959" y="76200"/>
                </a:lnTo>
                <a:lnTo>
                  <a:pt x="238093" y="78740"/>
                </a:lnTo>
                <a:lnTo>
                  <a:pt x="238725" y="80010"/>
                </a:lnTo>
                <a:lnTo>
                  <a:pt x="245663" y="80010"/>
                </a:lnTo>
                <a:lnTo>
                  <a:pt x="241455" y="62230"/>
                </a:lnTo>
                <a:lnTo>
                  <a:pt x="218723" y="29210"/>
                </a:lnTo>
                <a:lnTo>
                  <a:pt x="187694" y="8890"/>
                </a:lnTo>
                <a:close/>
              </a:path>
              <a:path w="291465" h="353059">
                <a:moveTo>
                  <a:pt x="146983" y="15240"/>
                </a:moveTo>
                <a:lnTo>
                  <a:pt x="133465" y="15240"/>
                </a:lnTo>
                <a:lnTo>
                  <a:pt x="119856" y="17780"/>
                </a:lnTo>
                <a:lnTo>
                  <a:pt x="101731" y="25400"/>
                </a:lnTo>
                <a:lnTo>
                  <a:pt x="85486" y="34290"/>
                </a:lnTo>
                <a:lnTo>
                  <a:pt x="71444" y="46990"/>
                </a:lnTo>
                <a:lnTo>
                  <a:pt x="59928" y="60960"/>
                </a:lnTo>
                <a:lnTo>
                  <a:pt x="71429" y="60960"/>
                </a:lnTo>
                <a:lnTo>
                  <a:pt x="73036" y="58420"/>
                </a:lnTo>
                <a:lnTo>
                  <a:pt x="86819" y="44450"/>
                </a:lnTo>
                <a:lnTo>
                  <a:pt x="103398" y="34290"/>
                </a:lnTo>
                <a:lnTo>
                  <a:pt x="122226" y="26670"/>
                </a:lnTo>
                <a:lnTo>
                  <a:pt x="134178" y="24130"/>
                </a:lnTo>
                <a:lnTo>
                  <a:pt x="174561" y="24130"/>
                </a:lnTo>
                <a:lnTo>
                  <a:pt x="172480" y="22860"/>
                </a:lnTo>
                <a:lnTo>
                  <a:pt x="160093" y="17780"/>
                </a:lnTo>
                <a:lnTo>
                  <a:pt x="146983" y="15240"/>
                </a:lnTo>
                <a:close/>
              </a:path>
              <a:path w="291465" h="353059">
                <a:moveTo>
                  <a:pt x="213055" y="57150"/>
                </a:moveTo>
                <a:lnTo>
                  <a:pt x="205755" y="58420"/>
                </a:lnTo>
                <a:lnTo>
                  <a:pt x="216610" y="58420"/>
                </a:lnTo>
                <a:lnTo>
                  <a:pt x="213055" y="57150"/>
                </a:lnTo>
                <a:close/>
              </a:path>
            </a:pathLst>
          </a:custGeom>
          <a:solidFill>
            <a:srgbClr val="0078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011041" y="4482083"/>
            <a:ext cx="297180" cy="334645"/>
          </a:xfrm>
          <a:custGeom>
            <a:avLst/>
            <a:gdLst/>
            <a:ahLst/>
            <a:cxnLst/>
            <a:rect l="l" t="t" r="r" b="b"/>
            <a:pathLst>
              <a:path w="297180" h="334645">
                <a:moveTo>
                  <a:pt x="144527" y="0"/>
                </a:moveTo>
                <a:lnTo>
                  <a:pt x="97195" y="8038"/>
                </a:lnTo>
                <a:lnTo>
                  <a:pt x="53669" y="27745"/>
                </a:lnTo>
                <a:lnTo>
                  <a:pt x="19692" y="57793"/>
                </a:lnTo>
                <a:lnTo>
                  <a:pt x="1002" y="96852"/>
                </a:lnTo>
                <a:lnTo>
                  <a:pt x="923" y="99925"/>
                </a:lnTo>
                <a:lnTo>
                  <a:pt x="807" y="104446"/>
                </a:lnTo>
                <a:lnTo>
                  <a:pt x="698" y="108701"/>
                </a:lnTo>
                <a:lnTo>
                  <a:pt x="573" y="113548"/>
                </a:lnTo>
                <a:lnTo>
                  <a:pt x="539" y="114876"/>
                </a:lnTo>
                <a:lnTo>
                  <a:pt x="422" y="119431"/>
                </a:lnTo>
                <a:lnTo>
                  <a:pt x="335" y="122806"/>
                </a:lnTo>
                <a:lnTo>
                  <a:pt x="213" y="127550"/>
                </a:lnTo>
                <a:lnTo>
                  <a:pt x="103" y="131818"/>
                </a:lnTo>
                <a:lnTo>
                  <a:pt x="0" y="135851"/>
                </a:lnTo>
                <a:lnTo>
                  <a:pt x="11064" y="171208"/>
                </a:lnTo>
                <a:lnTo>
                  <a:pt x="27561" y="200196"/>
                </a:lnTo>
                <a:lnTo>
                  <a:pt x="42928" y="220210"/>
                </a:lnTo>
                <a:lnTo>
                  <a:pt x="47107" y="225032"/>
                </a:lnTo>
                <a:lnTo>
                  <a:pt x="49306" y="231227"/>
                </a:lnTo>
                <a:lnTo>
                  <a:pt x="49292" y="231587"/>
                </a:lnTo>
                <a:lnTo>
                  <a:pt x="49178" y="234622"/>
                </a:lnTo>
                <a:lnTo>
                  <a:pt x="49066" y="237602"/>
                </a:lnTo>
                <a:lnTo>
                  <a:pt x="48221" y="249329"/>
                </a:lnTo>
                <a:lnTo>
                  <a:pt x="46577" y="260412"/>
                </a:lnTo>
                <a:lnTo>
                  <a:pt x="46494" y="260966"/>
                </a:lnTo>
                <a:lnTo>
                  <a:pt x="43897" y="272445"/>
                </a:lnTo>
                <a:lnTo>
                  <a:pt x="40441" y="283700"/>
                </a:lnTo>
                <a:lnTo>
                  <a:pt x="38905" y="288157"/>
                </a:lnTo>
                <a:lnTo>
                  <a:pt x="38927" y="291506"/>
                </a:lnTo>
                <a:lnTo>
                  <a:pt x="152220" y="333140"/>
                </a:lnTo>
                <a:lnTo>
                  <a:pt x="157814" y="334629"/>
                </a:lnTo>
                <a:lnTo>
                  <a:pt x="163762" y="331651"/>
                </a:lnTo>
                <a:lnTo>
                  <a:pt x="166021" y="326052"/>
                </a:lnTo>
                <a:lnTo>
                  <a:pt x="167876" y="321525"/>
                </a:lnTo>
                <a:lnTo>
                  <a:pt x="55852" y="296151"/>
                </a:lnTo>
                <a:lnTo>
                  <a:pt x="51202" y="289106"/>
                </a:lnTo>
                <a:lnTo>
                  <a:pt x="51669" y="287787"/>
                </a:lnTo>
                <a:lnTo>
                  <a:pt x="51744" y="287574"/>
                </a:lnTo>
                <a:lnTo>
                  <a:pt x="56080" y="272620"/>
                </a:lnTo>
                <a:lnTo>
                  <a:pt x="59374" y="257688"/>
                </a:lnTo>
                <a:lnTo>
                  <a:pt x="59485" y="257184"/>
                </a:lnTo>
                <a:lnTo>
                  <a:pt x="60616" y="245039"/>
                </a:lnTo>
                <a:lnTo>
                  <a:pt x="60710" y="244032"/>
                </a:lnTo>
                <a:lnTo>
                  <a:pt x="60836" y="242681"/>
                </a:lnTo>
                <a:lnTo>
                  <a:pt x="60937" y="241592"/>
                </a:lnTo>
                <a:lnTo>
                  <a:pt x="59511" y="227119"/>
                </a:lnTo>
                <a:lnTo>
                  <a:pt x="59417" y="226165"/>
                </a:lnTo>
                <a:lnTo>
                  <a:pt x="96533" y="226165"/>
                </a:lnTo>
                <a:lnTo>
                  <a:pt x="93980" y="220210"/>
                </a:lnTo>
                <a:lnTo>
                  <a:pt x="96550" y="214254"/>
                </a:lnTo>
                <a:lnTo>
                  <a:pt x="53349" y="214254"/>
                </a:lnTo>
                <a:lnTo>
                  <a:pt x="25603" y="173713"/>
                </a:lnTo>
                <a:lnTo>
                  <a:pt x="17302" y="154692"/>
                </a:lnTo>
                <a:lnTo>
                  <a:pt x="54836" y="154692"/>
                </a:lnTo>
                <a:lnTo>
                  <a:pt x="52282" y="148731"/>
                </a:lnTo>
                <a:lnTo>
                  <a:pt x="54852" y="142776"/>
                </a:lnTo>
                <a:lnTo>
                  <a:pt x="13554" y="142776"/>
                </a:lnTo>
                <a:lnTo>
                  <a:pt x="12119" y="109217"/>
                </a:lnTo>
                <a:lnTo>
                  <a:pt x="12037" y="107304"/>
                </a:lnTo>
                <a:lnTo>
                  <a:pt x="11915" y="104446"/>
                </a:lnTo>
                <a:lnTo>
                  <a:pt x="11874" y="103489"/>
                </a:lnTo>
                <a:lnTo>
                  <a:pt x="26390" y="69166"/>
                </a:lnTo>
                <a:lnTo>
                  <a:pt x="54581" y="41286"/>
                </a:lnTo>
                <a:lnTo>
                  <a:pt x="93925" y="21331"/>
                </a:lnTo>
                <a:lnTo>
                  <a:pt x="105761" y="21331"/>
                </a:lnTo>
                <a:lnTo>
                  <a:pt x="105761" y="17696"/>
                </a:lnTo>
                <a:lnTo>
                  <a:pt x="119635" y="14510"/>
                </a:lnTo>
                <a:lnTo>
                  <a:pt x="133326" y="12484"/>
                </a:lnTo>
                <a:lnTo>
                  <a:pt x="146960" y="11664"/>
                </a:lnTo>
                <a:lnTo>
                  <a:pt x="203042" y="11665"/>
                </a:lnTo>
                <a:lnTo>
                  <a:pt x="189926" y="4959"/>
                </a:lnTo>
                <a:lnTo>
                  <a:pt x="144527" y="0"/>
                </a:lnTo>
                <a:close/>
              </a:path>
              <a:path w="297180" h="334645">
                <a:moveTo>
                  <a:pt x="199038" y="275424"/>
                </a:moveTo>
                <a:lnTo>
                  <a:pt x="165128" y="297164"/>
                </a:lnTo>
                <a:lnTo>
                  <a:pt x="155256" y="321525"/>
                </a:lnTo>
                <a:lnTo>
                  <a:pt x="167876" y="321525"/>
                </a:lnTo>
                <a:lnTo>
                  <a:pt x="175958" y="301810"/>
                </a:lnTo>
                <a:lnTo>
                  <a:pt x="179585" y="295735"/>
                </a:lnTo>
                <a:lnTo>
                  <a:pt x="180657" y="294722"/>
                </a:lnTo>
                <a:lnTo>
                  <a:pt x="184864" y="290970"/>
                </a:lnTo>
                <a:lnTo>
                  <a:pt x="191164" y="288158"/>
                </a:lnTo>
                <a:lnTo>
                  <a:pt x="196963" y="287575"/>
                </a:lnTo>
                <a:lnTo>
                  <a:pt x="255095" y="287575"/>
                </a:lnTo>
                <a:lnTo>
                  <a:pt x="260977" y="284984"/>
                </a:lnTo>
                <a:lnTo>
                  <a:pt x="267877" y="278698"/>
                </a:lnTo>
                <a:lnTo>
                  <a:pt x="251265" y="278698"/>
                </a:lnTo>
                <a:lnTo>
                  <a:pt x="199038" y="275424"/>
                </a:lnTo>
                <a:close/>
              </a:path>
              <a:path w="297180" h="334645">
                <a:moveTo>
                  <a:pt x="255095" y="287575"/>
                </a:moveTo>
                <a:lnTo>
                  <a:pt x="200044" y="287575"/>
                </a:lnTo>
                <a:lnTo>
                  <a:pt x="240974" y="290136"/>
                </a:lnTo>
                <a:lnTo>
                  <a:pt x="251617" y="289107"/>
                </a:lnTo>
                <a:lnTo>
                  <a:pt x="255095" y="287575"/>
                </a:lnTo>
                <a:close/>
              </a:path>
              <a:path w="297180" h="334645">
                <a:moveTo>
                  <a:pt x="246150" y="44799"/>
                </a:moveTo>
                <a:lnTo>
                  <a:pt x="231576" y="44799"/>
                </a:lnTo>
                <a:lnTo>
                  <a:pt x="240137" y="56481"/>
                </a:lnTo>
                <a:lnTo>
                  <a:pt x="246976" y="70351"/>
                </a:lnTo>
                <a:lnTo>
                  <a:pt x="252599" y="85606"/>
                </a:lnTo>
                <a:lnTo>
                  <a:pt x="257415" y="101127"/>
                </a:lnTo>
                <a:lnTo>
                  <a:pt x="257512" y="101441"/>
                </a:lnTo>
                <a:lnTo>
                  <a:pt x="260600" y="107304"/>
                </a:lnTo>
                <a:lnTo>
                  <a:pt x="262623" y="113548"/>
                </a:lnTo>
                <a:lnTo>
                  <a:pt x="262873" y="119431"/>
                </a:lnTo>
                <a:lnTo>
                  <a:pt x="262891" y="119860"/>
                </a:lnTo>
                <a:lnTo>
                  <a:pt x="261154" y="124909"/>
                </a:lnTo>
                <a:lnTo>
                  <a:pt x="260670" y="126260"/>
                </a:lnTo>
                <a:lnTo>
                  <a:pt x="253708" y="139087"/>
                </a:lnTo>
                <a:lnTo>
                  <a:pt x="254301" y="144623"/>
                </a:lnTo>
                <a:lnTo>
                  <a:pt x="284102" y="179349"/>
                </a:lnTo>
                <a:lnTo>
                  <a:pt x="285294" y="180542"/>
                </a:lnTo>
                <a:lnTo>
                  <a:pt x="285114" y="181910"/>
                </a:lnTo>
                <a:lnTo>
                  <a:pt x="284995" y="182449"/>
                </a:lnTo>
                <a:lnTo>
                  <a:pt x="284880" y="182923"/>
                </a:lnTo>
                <a:lnTo>
                  <a:pt x="284461" y="184176"/>
                </a:lnTo>
                <a:lnTo>
                  <a:pt x="283155" y="184650"/>
                </a:lnTo>
                <a:lnTo>
                  <a:pt x="264353" y="192274"/>
                </a:lnTo>
                <a:lnTo>
                  <a:pt x="264472" y="203405"/>
                </a:lnTo>
                <a:lnTo>
                  <a:pt x="272565" y="215148"/>
                </a:lnTo>
                <a:lnTo>
                  <a:pt x="264652" y="224079"/>
                </a:lnTo>
                <a:lnTo>
                  <a:pt x="264560" y="229022"/>
                </a:lnTo>
                <a:lnTo>
                  <a:pt x="268815" y="234622"/>
                </a:lnTo>
                <a:lnTo>
                  <a:pt x="263106" y="239150"/>
                </a:lnTo>
                <a:lnTo>
                  <a:pt x="259760" y="245039"/>
                </a:lnTo>
                <a:lnTo>
                  <a:pt x="260837" y="251057"/>
                </a:lnTo>
                <a:lnTo>
                  <a:pt x="262796" y="257688"/>
                </a:lnTo>
                <a:lnTo>
                  <a:pt x="262094" y="265419"/>
                </a:lnTo>
                <a:lnTo>
                  <a:pt x="259417" y="273457"/>
                </a:lnTo>
                <a:lnTo>
                  <a:pt x="251265" y="278698"/>
                </a:lnTo>
                <a:lnTo>
                  <a:pt x="267877" y="278698"/>
                </a:lnTo>
                <a:lnTo>
                  <a:pt x="268397" y="278225"/>
                </a:lnTo>
                <a:lnTo>
                  <a:pt x="273218" y="269288"/>
                </a:lnTo>
                <a:lnTo>
                  <a:pt x="276194" y="260412"/>
                </a:lnTo>
                <a:lnTo>
                  <a:pt x="274110" y="252255"/>
                </a:lnTo>
                <a:lnTo>
                  <a:pt x="272026" y="247253"/>
                </a:lnTo>
                <a:lnTo>
                  <a:pt x="278214" y="242365"/>
                </a:lnTo>
                <a:lnTo>
                  <a:pt x="283449" y="238077"/>
                </a:lnTo>
                <a:lnTo>
                  <a:pt x="282218" y="231959"/>
                </a:lnTo>
                <a:lnTo>
                  <a:pt x="282143" y="231587"/>
                </a:lnTo>
                <a:lnTo>
                  <a:pt x="277860" y="227119"/>
                </a:lnTo>
                <a:lnTo>
                  <a:pt x="284760" y="219316"/>
                </a:lnTo>
                <a:lnTo>
                  <a:pt x="284760" y="212048"/>
                </a:lnTo>
                <a:lnTo>
                  <a:pt x="276548" y="200196"/>
                </a:lnTo>
                <a:lnTo>
                  <a:pt x="287438" y="195788"/>
                </a:lnTo>
                <a:lnTo>
                  <a:pt x="293343" y="191531"/>
                </a:lnTo>
                <a:lnTo>
                  <a:pt x="296486" y="185097"/>
                </a:lnTo>
                <a:lnTo>
                  <a:pt x="296563" y="177948"/>
                </a:lnTo>
                <a:lnTo>
                  <a:pt x="293266" y="171546"/>
                </a:lnTo>
                <a:lnTo>
                  <a:pt x="266736" y="140275"/>
                </a:lnTo>
                <a:lnTo>
                  <a:pt x="271313" y="131818"/>
                </a:lnTo>
                <a:lnTo>
                  <a:pt x="274595" y="122807"/>
                </a:lnTo>
                <a:lnTo>
                  <a:pt x="274671" y="119431"/>
                </a:lnTo>
                <a:lnTo>
                  <a:pt x="274797" y="113806"/>
                </a:lnTo>
                <a:lnTo>
                  <a:pt x="274803" y="113548"/>
                </a:lnTo>
                <a:lnTo>
                  <a:pt x="272516" y="104596"/>
                </a:lnTo>
                <a:lnTo>
                  <a:pt x="272478" y="104447"/>
                </a:lnTo>
                <a:lnTo>
                  <a:pt x="268162" y="95904"/>
                </a:lnTo>
                <a:lnTo>
                  <a:pt x="261523" y="74169"/>
                </a:lnTo>
                <a:lnTo>
                  <a:pt x="252703" y="54624"/>
                </a:lnTo>
                <a:lnTo>
                  <a:pt x="246150" y="44799"/>
                </a:lnTo>
                <a:close/>
              </a:path>
              <a:path w="297180" h="334645">
                <a:moveTo>
                  <a:pt x="96533" y="226165"/>
                </a:moveTo>
                <a:lnTo>
                  <a:pt x="82976" y="226165"/>
                </a:lnTo>
                <a:lnTo>
                  <a:pt x="86137" y="233279"/>
                </a:lnTo>
                <a:lnTo>
                  <a:pt x="91311" y="238940"/>
                </a:lnTo>
                <a:lnTo>
                  <a:pt x="98059" y="242681"/>
                </a:lnTo>
                <a:lnTo>
                  <a:pt x="105941" y="244032"/>
                </a:lnTo>
                <a:lnTo>
                  <a:pt x="123657" y="236296"/>
                </a:lnTo>
                <a:lnTo>
                  <a:pt x="125241" y="231959"/>
                </a:lnTo>
                <a:lnTo>
                  <a:pt x="105856" y="231959"/>
                </a:lnTo>
                <a:lnTo>
                  <a:pt x="97757" y="229022"/>
                </a:lnTo>
                <a:lnTo>
                  <a:pt x="96533" y="226165"/>
                </a:lnTo>
                <a:close/>
              </a:path>
              <a:path w="297180" h="334645">
                <a:moveTo>
                  <a:pt x="125231" y="208461"/>
                </a:moveTo>
                <a:lnTo>
                  <a:pt x="105878" y="208461"/>
                </a:lnTo>
                <a:lnTo>
                  <a:pt x="113975" y="211398"/>
                </a:lnTo>
                <a:lnTo>
                  <a:pt x="117777" y="220210"/>
                </a:lnTo>
                <a:lnTo>
                  <a:pt x="113966" y="229022"/>
                </a:lnTo>
                <a:lnTo>
                  <a:pt x="105856" y="231959"/>
                </a:lnTo>
                <a:lnTo>
                  <a:pt x="125241" y="231959"/>
                </a:lnTo>
                <a:lnTo>
                  <a:pt x="129532" y="220210"/>
                </a:lnTo>
                <a:lnTo>
                  <a:pt x="129220" y="219316"/>
                </a:lnTo>
                <a:lnTo>
                  <a:pt x="125231" y="208461"/>
                </a:lnTo>
                <a:close/>
              </a:path>
              <a:path w="297180" h="334645">
                <a:moveTo>
                  <a:pt x="105941" y="196382"/>
                </a:moveTo>
                <a:lnTo>
                  <a:pt x="98059" y="197734"/>
                </a:lnTo>
                <a:lnTo>
                  <a:pt x="91311" y="201476"/>
                </a:lnTo>
                <a:lnTo>
                  <a:pt x="86137" y="207140"/>
                </a:lnTo>
                <a:lnTo>
                  <a:pt x="82976" y="214254"/>
                </a:lnTo>
                <a:lnTo>
                  <a:pt x="96550" y="214254"/>
                </a:lnTo>
                <a:lnTo>
                  <a:pt x="97782" y="211398"/>
                </a:lnTo>
                <a:lnTo>
                  <a:pt x="105878" y="208461"/>
                </a:lnTo>
                <a:lnTo>
                  <a:pt x="125231" y="208461"/>
                </a:lnTo>
                <a:lnTo>
                  <a:pt x="123624" y="204088"/>
                </a:lnTo>
                <a:lnTo>
                  <a:pt x="105941" y="196382"/>
                </a:lnTo>
                <a:close/>
              </a:path>
              <a:path w="297180" h="334645">
                <a:moveTo>
                  <a:pt x="172580" y="161093"/>
                </a:moveTo>
                <a:lnTo>
                  <a:pt x="158197" y="168087"/>
                </a:lnTo>
                <a:lnTo>
                  <a:pt x="151885" y="184176"/>
                </a:lnTo>
                <a:lnTo>
                  <a:pt x="151793" y="184650"/>
                </a:lnTo>
                <a:lnTo>
                  <a:pt x="158197" y="200974"/>
                </a:lnTo>
                <a:lnTo>
                  <a:pt x="172580" y="207968"/>
                </a:lnTo>
                <a:lnTo>
                  <a:pt x="188234" y="204733"/>
                </a:lnTo>
                <a:lnTo>
                  <a:pt x="194251" y="196382"/>
                </a:lnTo>
                <a:lnTo>
                  <a:pt x="194368" y="196220"/>
                </a:lnTo>
                <a:lnTo>
                  <a:pt x="175659" y="196220"/>
                </a:lnTo>
                <a:lnTo>
                  <a:pt x="167563" y="193282"/>
                </a:lnTo>
                <a:lnTo>
                  <a:pt x="163840" y="184650"/>
                </a:lnTo>
                <a:lnTo>
                  <a:pt x="163685" y="184650"/>
                </a:lnTo>
                <a:lnTo>
                  <a:pt x="167469" y="175894"/>
                </a:lnTo>
                <a:lnTo>
                  <a:pt x="167570" y="175659"/>
                </a:lnTo>
                <a:lnTo>
                  <a:pt x="175679" y="172722"/>
                </a:lnTo>
                <a:lnTo>
                  <a:pt x="194281" y="172722"/>
                </a:lnTo>
                <a:lnTo>
                  <a:pt x="188234" y="164328"/>
                </a:lnTo>
                <a:lnTo>
                  <a:pt x="172580" y="161093"/>
                </a:lnTo>
                <a:close/>
              </a:path>
              <a:path w="297180" h="334645">
                <a:moveTo>
                  <a:pt x="194281" y="172722"/>
                </a:moveTo>
                <a:lnTo>
                  <a:pt x="175679" y="172722"/>
                </a:lnTo>
                <a:lnTo>
                  <a:pt x="183778" y="175659"/>
                </a:lnTo>
                <a:lnTo>
                  <a:pt x="187632" y="184650"/>
                </a:lnTo>
                <a:lnTo>
                  <a:pt x="187478" y="184650"/>
                </a:lnTo>
                <a:lnTo>
                  <a:pt x="183755" y="193283"/>
                </a:lnTo>
                <a:lnTo>
                  <a:pt x="175659" y="196220"/>
                </a:lnTo>
                <a:lnTo>
                  <a:pt x="194368" y="196220"/>
                </a:lnTo>
                <a:lnTo>
                  <a:pt x="198499" y="190486"/>
                </a:lnTo>
                <a:lnTo>
                  <a:pt x="223548" y="190486"/>
                </a:lnTo>
                <a:lnTo>
                  <a:pt x="231576" y="182449"/>
                </a:lnTo>
                <a:lnTo>
                  <a:pt x="231576" y="178575"/>
                </a:lnTo>
                <a:lnTo>
                  <a:pt x="198499" y="178575"/>
                </a:lnTo>
                <a:lnTo>
                  <a:pt x="194281" y="172722"/>
                </a:lnTo>
                <a:close/>
              </a:path>
              <a:path w="297180" h="334645">
                <a:moveTo>
                  <a:pt x="206804" y="13588"/>
                </a:moveTo>
                <a:lnTo>
                  <a:pt x="172567" y="13588"/>
                </a:lnTo>
                <a:lnTo>
                  <a:pt x="185801" y="16499"/>
                </a:lnTo>
                <a:lnTo>
                  <a:pt x="198176" y="20757"/>
                </a:lnTo>
                <a:lnTo>
                  <a:pt x="209525" y="26344"/>
                </a:lnTo>
                <a:lnTo>
                  <a:pt x="219679" y="33242"/>
                </a:lnTo>
                <a:lnTo>
                  <a:pt x="219679" y="175894"/>
                </a:lnTo>
                <a:lnTo>
                  <a:pt x="217002" y="178575"/>
                </a:lnTo>
                <a:lnTo>
                  <a:pt x="231576" y="178575"/>
                </a:lnTo>
                <a:lnTo>
                  <a:pt x="231576" y="44799"/>
                </a:lnTo>
                <a:lnTo>
                  <a:pt x="246150" y="44799"/>
                </a:lnTo>
                <a:lnTo>
                  <a:pt x="241484" y="37804"/>
                </a:lnTo>
                <a:lnTo>
                  <a:pt x="227652" y="24246"/>
                </a:lnTo>
                <a:lnTo>
                  <a:pt x="206804" y="13588"/>
                </a:lnTo>
                <a:close/>
              </a:path>
              <a:path w="297180" h="334645">
                <a:moveTo>
                  <a:pt x="54836" y="154692"/>
                </a:moveTo>
                <a:lnTo>
                  <a:pt x="41274" y="154692"/>
                </a:lnTo>
                <a:lnTo>
                  <a:pt x="44436" y="161805"/>
                </a:lnTo>
                <a:lnTo>
                  <a:pt x="49611" y="167467"/>
                </a:lnTo>
                <a:lnTo>
                  <a:pt x="56359" y="171208"/>
                </a:lnTo>
                <a:lnTo>
                  <a:pt x="64239" y="172559"/>
                </a:lnTo>
                <a:lnTo>
                  <a:pt x="81956" y="164820"/>
                </a:lnTo>
                <a:lnTo>
                  <a:pt x="83541" y="160481"/>
                </a:lnTo>
                <a:lnTo>
                  <a:pt x="64156" y="160481"/>
                </a:lnTo>
                <a:lnTo>
                  <a:pt x="56057" y="157543"/>
                </a:lnTo>
                <a:lnTo>
                  <a:pt x="54836" y="154692"/>
                </a:lnTo>
                <a:close/>
              </a:path>
              <a:path w="297180" h="334645">
                <a:moveTo>
                  <a:pt x="83530" y="136986"/>
                </a:moveTo>
                <a:lnTo>
                  <a:pt x="64179" y="136986"/>
                </a:lnTo>
                <a:lnTo>
                  <a:pt x="72275" y="139922"/>
                </a:lnTo>
                <a:lnTo>
                  <a:pt x="76075" y="148731"/>
                </a:lnTo>
                <a:lnTo>
                  <a:pt x="72266" y="157543"/>
                </a:lnTo>
                <a:lnTo>
                  <a:pt x="64156" y="160481"/>
                </a:lnTo>
                <a:lnTo>
                  <a:pt x="83541" y="160481"/>
                </a:lnTo>
                <a:lnTo>
                  <a:pt x="87833" y="148731"/>
                </a:lnTo>
                <a:lnTo>
                  <a:pt x="83530" y="136986"/>
                </a:lnTo>
                <a:close/>
              </a:path>
              <a:path w="297180" h="334645">
                <a:moveTo>
                  <a:pt x="203042" y="11665"/>
                </a:moveTo>
                <a:lnTo>
                  <a:pt x="146960" y="11664"/>
                </a:lnTo>
                <a:lnTo>
                  <a:pt x="160666" y="12095"/>
                </a:lnTo>
                <a:lnTo>
                  <a:pt x="160666" y="104595"/>
                </a:lnTo>
                <a:lnTo>
                  <a:pt x="146447" y="114877"/>
                </a:lnTo>
                <a:lnTo>
                  <a:pt x="143343" y="130001"/>
                </a:lnTo>
                <a:lnTo>
                  <a:pt x="143230" y="130552"/>
                </a:lnTo>
                <a:lnTo>
                  <a:pt x="150219" y="144953"/>
                </a:lnTo>
                <a:lnTo>
                  <a:pt x="166614" y="151412"/>
                </a:lnTo>
                <a:lnTo>
                  <a:pt x="183016" y="144953"/>
                </a:lnTo>
                <a:lnTo>
                  <a:pt x="183193" y="144623"/>
                </a:lnTo>
                <a:lnTo>
                  <a:pt x="185705" y="139441"/>
                </a:lnTo>
                <a:lnTo>
                  <a:pt x="166734" y="139441"/>
                </a:lnTo>
                <a:lnTo>
                  <a:pt x="157941" y="135662"/>
                </a:lnTo>
                <a:lnTo>
                  <a:pt x="155000" y="127550"/>
                </a:lnTo>
                <a:lnTo>
                  <a:pt x="157933" y="119431"/>
                </a:lnTo>
                <a:lnTo>
                  <a:pt x="166596" y="115678"/>
                </a:lnTo>
                <a:lnTo>
                  <a:pt x="186966" y="115678"/>
                </a:lnTo>
                <a:lnTo>
                  <a:pt x="186800" y="114877"/>
                </a:lnTo>
                <a:lnTo>
                  <a:pt x="185345" y="113806"/>
                </a:lnTo>
                <a:lnTo>
                  <a:pt x="172567" y="104595"/>
                </a:lnTo>
                <a:lnTo>
                  <a:pt x="172567" y="13588"/>
                </a:lnTo>
                <a:lnTo>
                  <a:pt x="206804" y="13588"/>
                </a:lnTo>
                <a:lnTo>
                  <a:pt x="203042" y="11665"/>
                </a:lnTo>
                <a:close/>
              </a:path>
              <a:path w="297180" h="334645">
                <a:moveTo>
                  <a:pt x="64239" y="124909"/>
                </a:moveTo>
                <a:lnTo>
                  <a:pt x="56359" y="126260"/>
                </a:lnTo>
                <a:lnTo>
                  <a:pt x="49611" y="130001"/>
                </a:lnTo>
                <a:lnTo>
                  <a:pt x="44436" y="135662"/>
                </a:lnTo>
                <a:lnTo>
                  <a:pt x="41274" y="142776"/>
                </a:lnTo>
                <a:lnTo>
                  <a:pt x="54852" y="142776"/>
                </a:lnTo>
                <a:lnTo>
                  <a:pt x="56083" y="139922"/>
                </a:lnTo>
                <a:lnTo>
                  <a:pt x="64179" y="136986"/>
                </a:lnTo>
                <a:lnTo>
                  <a:pt x="83530" y="136986"/>
                </a:lnTo>
                <a:lnTo>
                  <a:pt x="81924" y="132614"/>
                </a:lnTo>
                <a:lnTo>
                  <a:pt x="64239" y="124909"/>
                </a:lnTo>
                <a:close/>
              </a:path>
              <a:path w="297180" h="334645">
                <a:moveTo>
                  <a:pt x="186966" y="115678"/>
                </a:moveTo>
                <a:lnTo>
                  <a:pt x="166872" y="115678"/>
                </a:lnTo>
                <a:lnTo>
                  <a:pt x="175537" y="119431"/>
                </a:lnTo>
                <a:lnTo>
                  <a:pt x="178461" y="127550"/>
                </a:lnTo>
                <a:lnTo>
                  <a:pt x="176628" y="132614"/>
                </a:lnTo>
                <a:lnTo>
                  <a:pt x="175473" y="135662"/>
                </a:lnTo>
                <a:lnTo>
                  <a:pt x="166734" y="139441"/>
                </a:lnTo>
                <a:lnTo>
                  <a:pt x="185705" y="139441"/>
                </a:lnTo>
                <a:lnTo>
                  <a:pt x="190014" y="130552"/>
                </a:lnTo>
                <a:lnTo>
                  <a:pt x="189916" y="130001"/>
                </a:lnTo>
                <a:lnTo>
                  <a:pt x="186966" y="115678"/>
                </a:lnTo>
                <a:close/>
              </a:path>
              <a:path w="297180" h="334645">
                <a:moveTo>
                  <a:pt x="105761" y="21331"/>
                </a:moveTo>
                <a:lnTo>
                  <a:pt x="93925" y="21331"/>
                </a:lnTo>
                <a:lnTo>
                  <a:pt x="93925" y="68861"/>
                </a:lnTo>
                <a:lnTo>
                  <a:pt x="86808" y="72026"/>
                </a:lnTo>
                <a:lnTo>
                  <a:pt x="81131" y="77207"/>
                </a:lnTo>
                <a:lnTo>
                  <a:pt x="77374" y="83962"/>
                </a:lnTo>
                <a:lnTo>
                  <a:pt x="76015" y="91850"/>
                </a:lnTo>
                <a:lnTo>
                  <a:pt x="77885" y="101127"/>
                </a:lnTo>
                <a:lnTo>
                  <a:pt x="82984" y="108701"/>
                </a:lnTo>
                <a:lnTo>
                  <a:pt x="90548" y="113806"/>
                </a:lnTo>
                <a:lnTo>
                  <a:pt x="99813" y="115678"/>
                </a:lnTo>
                <a:lnTo>
                  <a:pt x="116233" y="109217"/>
                </a:lnTo>
                <a:lnTo>
                  <a:pt x="118906" y="103707"/>
                </a:lnTo>
                <a:lnTo>
                  <a:pt x="99873" y="103707"/>
                </a:lnTo>
                <a:lnTo>
                  <a:pt x="91072" y="99925"/>
                </a:lnTo>
                <a:lnTo>
                  <a:pt x="88151" y="91850"/>
                </a:lnTo>
                <a:lnTo>
                  <a:pt x="90976" y="83962"/>
                </a:lnTo>
                <a:lnTo>
                  <a:pt x="91072" y="83695"/>
                </a:lnTo>
                <a:lnTo>
                  <a:pt x="99873" y="79879"/>
                </a:lnTo>
                <a:lnTo>
                  <a:pt x="120141" y="79879"/>
                </a:lnTo>
                <a:lnTo>
                  <a:pt x="119989" y="79142"/>
                </a:lnTo>
                <a:lnTo>
                  <a:pt x="105761" y="68861"/>
                </a:lnTo>
                <a:lnTo>
                  <a:pt x="105761" y="21331"/>
                </a:lnTo>
                <a:close/>
              </a:path>
              <a:path w="297180" h="334645">
                <a:moveTo>
                  <a:pt x="120141" y="79879"/>
                </a:moveTo>
                <a:lnTo>
                  <a:pt x="99873" y="79879"/>
                </a:lnTo>
                <a:lnTo>
                  <a:pt x="108677" y="83695"/>
                </a:lnTo>
                <a:lnTo>
                  <a:pt x="111586" y="91850"/>
                </a:lnTo>
                <a:lnTo>
                  <a:pt x="109776" y="96853"/>
                </a:lnTo>
                <a:lnTo>
                  <a:pt x="108615" y="99925"/>
                </a:lnTo>
                <a:lnTo>
                  <a:pt x="99873" y="103707"/>
                </a:lnTo>
                <a:lnTo>
                  <a:pt x="118906" y="103707"/>
                </a:lnTo>
                <a:lnTo>
                  <a:pt x="123219" y="94816"/>
                </a:lnTo>
                <a:lnTo>
                  <a:pt x="120141" y="79879"/>
                </a:lnTo>
                <a:close/>
              </a:path>
            </a:pathLst>
          </a:custGeom>
          <a:solidFill>
            <a:srgbClr val="0078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001533" y="4466506"/>
            <a:ext cx="258445" cy="309245"/>
          </a:xfrm>
          <a:custGeom>
            <a:avLst/>
            <a:gdLst/>
            <a:ahLst/>
            <a:cxnLst/>
            <a:rect l="l" t="t" r="r" b="b"/>
            <a:pathLst>
              <a:path w="258445" h="309245">
                <a:moveTo>
                  <a:pt x="209733" y="0"/>
                </a:moveTo>
                <a:lnTo>
                  <a:pt x="191767" y="20282"/>
                </a:lnTo>
                <a:lnTo>
                  <a:pt x="151680" y="72348"/>
                </a:lnTo>
                <a:lnTo>
                  <a:pt x="110187" y="143028"/>
                </a:lnTo>
                <a:lnTo>
                  <a:pt x="88005" y="219149"/>
                </a:lnTo>
                <a:lnTo>
                  <a:pt x="76828" y="192779"/>
                </a:lnTo>
                <a:lnTo>
                  <a:pt x="63193" y="176772"/>
                </a:lnTo>
                <a:lnTo>
                  <a:pt x="51664" y="168842"/>
                </a:lnTo>
                <a:lnTo>
                  <a:pt x="46806" y="166707"/>
                </a:lnTo>
                <a:lnTo>
                  <a:pt x="0" y="217277"/>
                </a:lnTo>
                <a:lnTo>
                  <a:pt x="8894" y="219766"/>
                </a:lnTo>
                <a:lnTo>
                  <a:pt x="31833" y="231563"/>
                </a:lnTo>
                <a:lnTo>
                  <a:pt x="63199" y="259164"/>
                </a:lnTo>
                <a:lnTo>
                  <a:pt x="97373" y="309067"/>
                </a:lnTo>
                <a:lnTo>
                  <a:pt x="129649" y="207799"/>
                </a:lnTo>
                <a:lnTo>
                  <a:pt x="184220" y="131116"/>
                </a:lnTo>
                <a:lnTo>
                  <a:pt x="235630" y="82531"/>
                </a:lnTo>
                <a:lnTo>
                  <a:pt x="258423" y="65555"/>
                </a:lnTo>
                <a:lnTo>
                  <a:pt x="209733" y="0"/>
                </a:lnTo>
                <a:close/>
              </a:path>
            </a:pathLst>
          </a:custGeom>
          <a:solidFill>
            <a:srgbClr val="1F9F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3854580" y="4479715"/>
            <a:ext cx="258445" cy="309245"/>
          </a:xfrm>
          <a:custGeom>
            <a:avLst/>
            <a:gdLst/>
            <a:ahLst/>
            <a:cxnLst/>
            <a:rect l="l" t="t" r="r" b="b"/>
            <a:pathLst>
              <a:path w="258444" h="309245">
                <a:moveTo>
                  <a:pt x="209733" y="0"/>
                </a:moveTo>
                <a:lnTo>
                  <a:pt x="191767" y="20282"/>
                </a:lnTo>
                <a:lnTo>
                  <a:pt x="151680" y="72348"/>
                </a:lnTo>
                <a:lnTo>
                  <a:pt x="110187" y="143028"/>
                </a:lnTo>
                <a:lnTo>
                  <a:pt x="88005" y="219149"/>
                </a:lnTo>
                <a:lnTo>
                  <a:pt x="76828" y="192779"/>
                </a:lnTo>
                <a:lnTo>
                  <a:pt x="63193" y="176772"/>
                </a:lnTo>
                <a:lnTo>
                  <a:pt x="51664" y="168842"/>
                </a:lnTo>
                <a:lnTo>
                  <a:pt x="46806" y="166707"/>
                </a:lnTo>
                <a:lnTo>
                  <a:pt x="0" y="217277"/>
                </a:lnTo>
                <a:lnTo>
                  <a:pt x="8894" y="219766"/>
                </a:lnTo>
                <a:lnTo>
                  <a:pt x="31833" y="231563"/>
                </a:lnTo>
                <a:lnTo>
                  <a:pt x="63199" y="259164"/>
                </a:lnTo>
                <a:lnTo>
                  <a:pt x="97373" y="309067"/>
                </a:lnTo>
                <a:lnTo>
                  <a:pt x="129649" y="207799"/>
                </a:lnTo>
                <a:lnTo>
                  <a:pt x="184220" y="131116"/>
                </a:lnTo>
                <a:lnTo>
                  <a:pt x="235629" y="82531"/>
                </a:lnTo>
                <a:lnTo>
                  <a:pt x="258423" y="65555"/>
                </a:lnTo>
                <a:lnTo>
                  <a:pt x="209733" y="0"/>
                </a:lnTo>
                <a:close/>
              </a:path>
            </a:pathLst>
          </a:custGeom>
          <a:solidFill>
            <a:srgbClr val="1F9F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1516321" y="4481246"/>
            <a:ext cx="368935" cy="339725"/>
          </a:xfrm>
          <a:custGeom>
            <a:avLst/>
            <a:gdLst/>
            <a:ahLst/>
            <a:cxnLst/>
            <a:rect l="l" t="t" r="r" b="b"/>
            <a:pathLst>
              <a:path w="368934" h="339725">
                <a:moveTo>
                  <a:pt x="45995" y="0"/>
                </a:moveTo>
                <a:lnTo>
                  <a:pt x="7663" y="16953"/>
                </a:lnTo>
                <a:lnTo>
                  <a:pt x="0" y="35966"/>
                </a:lnTo>
                <a:lnTo>
                  <a:pt x="4774" y="44229"/>
                </a:lnTo>
                <a:lnTo>
                  <a:pt x="12985" y="51192"/>
                </a:lnTo>
                <a:lnTo>
                  <a:pt x="23030" y="56567"/>
                </a:lnTo>
                <a:lnTo>
                  <a:pt x="52822" y="70506"/>
                </a:lnTo>
                <a:lnTo>
                  <a:pt x="82000" y="86457"/>
                </a:lnTo>
                <a:lnTo>
                  <a:pt x="110468" y="104366"/>
                </a:lnTo>
                <a:lnTo>
                  <a:pt x="138130" y="124176"/>
                </a:lnTo>
                <a:lnTo>
                  <a:pt x="121656" y="138341"/>
                </a:lnTo>
                <a:lnTo>
                  <a:pt x="105698" y="152763"/>
                </a:lnTo>
                <a:lnTo>
                  <a:pt x="75536" y="182193"/>
                </a:lnTo>
                <a:lnTo>
                  <a:pt x="37312" y="229324"/>
                </a:lnTo>
                <a:lnTo>
                  <a:pt x="19882" y="264891"/>
                </a:lnTo>
                <a:lnTo>
                  <a:pt x="15487" y="288197"/>
                </a:lnTo>
                <a:lnTo>
                  <a:pt x="16367" y="298544"/>
                </a:lnTo>
                <a:lnTo>
                  <a:pt x="52962" y="339233"/>
                </a:lnTo>
                <a:lnTo>
                  <a:pt x="62820" y="339540"/>
                </a:lnTo>
                <a:lnTo>
                  <a:pt x="67818" y="337766"/>
                </a:lnTo>
                <a:lnTo>
                  <a:pt x="85525" y="304031"/>
                </a:lnTo>
                <a:lnTo>
                  <a:pt x="86223" y="295946"/>
                </a:lnTo>
                <a:lnTo>
                  <a:pt x="89052" y="278382"/>
                </a:lnTo>
                <a:lnTo>
                  <a:pt x="114953" y="233202"/>
                </a:lnTo>
                <a:lnTo>
                  <a:pt x="145483" y="193722"/>
                </a:lnTo>
                <a:lnTo>
                  <a:pt x="177451" y="156880"/>
                </a:lnTo>
                <a:lnTo>
                  <a:pt x="224759" y="204647"/>
                </a:lnTo>
                <a:lnTo>
                  <a:pt x="258662" y="246172"/>
                </a:lnTo>
                <a:lnTo>
                  <a:pt x="279119" y="275557"/>
                </a:lnTo>
                <a:lnTo>
                  <a:pt x="286087" y="286908"/>
                </a:lnTo>
                <a:lnTo>
                  <a:pt x="294818" y="303570"/>
                </a:lnTo>
                <a:lnTo>
                  <a:pt x="301185" y="312987"/>
                </a:lnTo>
                <a:lnTo>
                  <a:pt x="305750" y="317088"/>
                </a:lnTo>
                <a:lnTo>
                  <a:pt x="309074" y="317804"/>
                </a:lnTo>
                <a:lnTo>
                  <a:pt x="311372" y="317570"/>
                </a:lnTo>
                <a:lnTo>
                  <a:pt x="312801" y="315769"/>
                </a:lnTo>
                <a:lnTo>
                  <a:pt x="313298" y="313820"/>
                </a:lnTo>
                <a:lnTo>
                  <a:pt x="313444" y="299241"/>
                </a:lnTo>
                <a:lnTo>
                  <a:pt x="310947" y="285255"/>
                </a:lnTo>
                <a:lnTo>
                  <a:pt x="287992" y="232541"/>
                </a:lnTo>
                <a:lnTo>
                  <a:pt x="265702" y="195609"/>
                </a:lnTo>
                <a:lnTo>
                  <a:pt x="239348" y="159180"/>
                </a:lnTo>
                <a:lnTo>
                  <a:pt x="209013" y="123378"/>
                </a:lnTo>
                <a:lnTo>
                  <a:pt x="220808" y="111578"/>
                </a:lnTo>
                <a:lnTo>
                  <a:pt x="255270" y="79596"/>
                </a:lnTo>
                <a:lnTo>
                  <a:pt x="287949" y="54589"/>
                </a:lnTo>
                <a:lnTo>
                  <a:pt x="328486" y="30624"/>
                </a:lnTo>
                <a:lnTo>
                  <a:pt x="342509" y="22073"/>
                </a:lnTo>
                <a:lnTo>
                  <a:pt x="351509" y="16727"/>
                </a:lnTo>
                <a:lnTo>
                  <a:pt x="359774" y="12096"/>
                </a:lnTo>
                <a:lnTo>
                  <a:pt x="365012" y="9715"/>
                </a:lnTo>
                <a:lnTo>
                  <a:pt x="366068" y="9902"/>
                </a:lnTo>
                <a:lnTo>
                  <a:pt x="367248" y="9498"/>
                </a:lnTo>
                <a:lnTo>
                  <a:pt x="368925" y="7170"/>
                </a:lnTo>
                <a:lnTo>
                  <a:pt x="368646" y="5308"/>
                </a:lnTo>
                <a:lnTo>
                  <a:pt x="367310" y="4345"/>
                </a:lnTo>
                <a:lnTo>
                  <a:pt x="356164" y="661"/>
                </a:lnTo>
                <a:lnTo>
                  <a:pt x="342715" y="1668"/>
                </a:lnTo>
                <a:lnTo>
                  <a:pt x="298201" y="17408"/>
                </a:lnTo>
                <a:lnTo>
                  <a:pt x="250546" y="43419"/>
                </a:lnTo>
                <a:lnTo>
                  <a:pt x="214101" y="66903"/>
                </a:lnTo>
                <a:lnTo>
                  <a:pt x="178671" y="92102"/>
                </a:lnTo>
                <a:lnTo>
                  <a:pt x="139401" y="56598"/>
                </a:lnTo>
                <a:lnTo>
                  <a:pt x="106647" y="30519"/>
                </a:lnTo>
                <a:lnTo>
                  <a:pt x="69385" y="5504"/>
                </a:lnTo>
                <a:lnTo>
                  <a:pt x="53861" y="589"/>
                </a:lnTo>
                <a:lnTo>
                  <a:pt x="45995" y="0"/>
                </a:lnTo>
                <a:close/>
              </a:path>
            </a:pathLst>
          </a:custGeom>
          <a:solidFill>
            <a:srgbClr val="FF17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6090479" y="4472229"/>
            <a:ext cx="368935" cy="339725"/>
          </a:xfrm>
          <a:custGeom>
            <a:avLst/>
            <a:gdLst/>
            <a:ahLst/>
            <a:cxnLst/>
            <a:rect l="l" t="t" r="r" b="b"/>
            <a:pathLst>
              <a:path w="368934" h="339725">
                <a:moveTo>
                  <a:pt x="45995" y="0"/>
                </a:moveTo>
                <a:lnTo>
                  <a:pt x="7663" y="16953"/>
                </a:lnTo>
                <a:lnTo>
                  <a:pt x="0" y="35966"/>
                </a:lnTo>
                <a:lnTo>
                  <a:pt x="4774" y="44229"/>
                </a:lnTo>
                <a:lnTo>
                  <a:pt x="12985" y="51192"/>
                </a:lnTo>
                <a:lnTo>
                  <a:pt x="23030" y="56567"/>
                </a:lnTo>
                <a:lnTo>
                  <a:pt x="52822" y="70506"/>
                </a:lnTo>
                <a:lnTo>
                  <a:pt x="82000" y="86457"/>
                </a:lnTo>
                <a:lnTo>
                  <a:pt x="110468" y="104366"/>
                </a:lnTo>
                <a:lnTo>
                  <a:pt x="138130" y="124176"/>
                </a:lnTo>
                <a:lnTo>
                  <a:pt x="121657" y="138341"/>
                </a:lnTo>
                <a:lnTo>
                  <a:pt x="105699" y="152763"/>
                </a:lnTo>
                <a:lnTo>
                  <a:pt x="75537" y="182193"/>
                </a:lnTo>
                <a:lnTo>
                  <a:pt x="37313" y="229324"/>
                </a:lnTo>
                <a:lnTo>
                  <a:pt x="19883" y="264891"/>
                </a:lnTo>
                <a:lnTo>
                  <a:pt x="15488" y="288197"/>
                </a:lnTo>
                <a:lnTo>
                  <a:pt x="16368" y="298544"/>
                </a:lnTo>
                <a:lnTo>
                  <a:pt x="52963" y="339233"/>
                </a:lnTo>
                <a:lnTo>
                  <a:pt x="62821" y="339540"/>
                </a:lnTo>
                <a:lnTo>
                  <a:pt x="67819" y="337766"/>
                </a:lnTo>
                <a:lnTo>
                  <a:pt x="85526" y="304031"/>
                </a:lnTo>
                <a:lnTo>
                  <a:pt x="86224" y="295946"/>
                </a:lnTo>
                <a:lnTo>
                  <a:pt x="89053" y="278382"/>
                </a:lnTo>
                <a:lnTo>
                  <a:pt x="114954" y="233202"/>
                </a:lnTo>
                <a:lnTo>
                  <a:pt x="145483" y="193722"/>
                </a:lnTo>
                <a:lnTo>
                  <a:pt x="177451" y="156880"/>
                </a:lnTo>
                <a:lnTo>
                  <a:pt x="224760" y="204647"/>
                </a:lnTo>
                <a:lnTo>
                  <a:pt x="258663" y="246172"/>
                </a:lnTo>
                <a:lnTo>
                  <a:pt x="279120" y="275557"/>
                </a:lnTo>
                <a:lnTo>
                  <a:pt x="286088" y="286908"/>
                </a:lnTo>
                <a:lnTo>
                  <a:pt x="294819" y="303570"/>
                </a:lnTo>
                <a:lnTo>
                  <a:pt x="301186" y="312987"/>
                </a:lnTo>
                <a:lnTo>
                  <a:pt x="305751" y="317088"/>
                </a:lnTo>
                <a:lnTo>
                  <a:pt x="309075" y="317804"/>
                </a:lnTo>
                <a:lnTo>
                  <a:pt x="311373" y="317570"/>
                </a:lnTo>
                <a:lnTo>
                  <a:pt x="312802" y="315769"/>
                </a:lnTo>
                <a:lnTo>
                  <a:pt x="313299" y="313820"/>
                </a:lnTo>
                <a:lnTo>
                  <a:pt x="313445" y="299241"/>
                </a:lnTo>
                <a:lnTo>
                  <a:pt x="310948" y="285255"/>
                </a:lnTo>
                <a:lnTo>
                  <a:pt x="287993" y="232541"/>
                </a:lnTo>
                <a:lnTo>
                  <a:pt x="265703" y="195609"/>
                </a:lnTo>
                <a:lnTo>
                  <a:pt x="239349" y="159180"/>
                </a:lnTo>
                <a:lnTo>
                  <a:pt x="209014" y="123378"/>
                </a:lnTo>
                <a:lnTo>
                  <a:pt x="220808" y="111578"/>
                </a:lnTo>
                <a:lnTo>
                  <a:pt x="255270" y="79596"/>
                </a:lnTo>
                <a:lnTo>
                  <a:pt x="287949" y="54589"/>
                </a:lnTo>
                <a:lnTo>
                  <a:pt x="328486" y="30624"/>
                </a:lnTo>
                <a:lnTo>
                  <a:pt x="342509" y="22073"/>
                </a:lnTo>
                <a:lnTo>
                  <a:pt x="351509" y="16727"/>
                </a:lnTo>
                <a:lnTo>
                  <a:pt x="359774" y="12096"/>
                </a:lnTo>
                <a:lnTo>
                  <a:pt x="365012" y="9715"/>
                </a:lnTo>
                <a:lnTo>
                  <a:pt x="366068" y="9902"/>
                </a:lnTo>
                <a:lnTo>
                  <a:pt x="367248" y="9498"/>
                </a:lnTo>
                <a:lnTo>
                  <a:pt x="368925" y="7170"/>
                </a:lnTo>
                <a:lnTo>
                  <a:pt x="368645" y="5308"/>
                </a:lnTo>
                <a:lnTo>
                  <a:pt x="367310" y="4345"/>
                </a:lnTo>
                <a:lnTo>
                  <a:pt x="356164" y="661"/>
                </a:lnTo>
                <a:lnTo>
                  <a:pt x="342715" y="1668"/>
                </a:lnTo>
                <a:lnTo>
                  <a:pt x="298201" y="17408"/>
                </a:lnTo>
                <a:lnTo>
                  <a:pt x="250546" y="43419"/>
                </a:lnTo>
                <a:lnTo>
                  <a:pt x="214101" y="66903"/>
                </a:lnTo>
                <a:lnTo>
                  <a:pt x="178672" y="92102"/>
                </a:lnTo>
                <a:lnTo>
                  <a:pt x="139401" y="56598"/>
                </a:lnTo>
                <a:lnTo>
                  <a:pt x="106647" y="30519"/>
                </a:lnTo>
                <a:lnTo>
                  <a:pt x="69384" y="5504"/>
                </a:lnTo>
                <a:lnTo>
                  <a:pt x="53860" y="589"/>
                </a:lnTo>
                <a:lnTo>
                  <a:pt x="45995" y="0"/>
                </a:lnTo>
                <a:close/>
              </a:path>
            </a:pathLst>
          </a:custGeom>
          <a:solidFill>
            <a:srgbClr val="FF17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001533" y="5597061"/>
            <a:ext cx="258445" cy="309245"/>
          </a:xfrm>
          <a:custGeom>
            <a:avLst/>
            <a:gdLst/>
            <a:ahLst/>
            <a:cxnLst/>
            <a:rect l="l" t="t" r="r" b="b"/>
            <a:pathLst>
              <a:path w="258445" h="309245">
                <a:moveTo>
                  <a:pt x="209733" y="0"/>
                </a:moveTo>
                <a:lnTo>
                  <a:pt x="191767" y="20282"/>
                </a:lnTo>
                <a:lnTo>
                  <a:pt x="151680" y="72348"/>
                </a:lnTo>
                <a:lnTo>
                  <a:pt x="110187" y="143028"/>
                </a:lnTo>
                <a:lnTo>
                  <a:pt x="88005" y="219149"/>
                </a:lnTo>
                <a:lnTo>
                  <a:pt x="76828" y="192779"/>
                </a:lnTo>
                <a:lnTo>
                  <a:pt x="63193" y="176772"/>
                </a:lnTo>
                <a:lnTo>
                  <a:pt x="51664" y="168842"/>
                </a:lnTo>
                <a:lnTo>
                  <a:pt x="46806" y="166707"/>
                </a:lnTo>
                <a:lnTo>
                  <a:pt x="0" y="217277"/>
                </a:lnTo>
                <a:lnTo>
                  <a:pt x="8894" y="219766"/>
                </a:lnTo>
                <a:lnTo>
                  <a:pt x="31833" y="231563"/>
                </a:lnTo>
                <a:lnTo>
                  <a:pt x="63199" y="259164"/>
                </a:lnTo>
                <a:lnTo>
                  <a:pt x="97373" y="309067"/>
                </a:lnTo>
                <a:lnTo>
                  <a:pt x="129649" y="207799"/>
                </a:lnTo>
                <a:lnTo>
                  <a:pt x="184220" y="131116"/>
                </a:lnTo>
                <a:lnTo>
                  <a:pt x="235630" y="82531"/>
                </a:lnTo>
                <a:lnTo>
                  <a:pt x="258423" y="65555"/>
                </a:lnTo>
                <a:lnTo>
                  <a:pt x="209733" y="0"/>
                </a:lnTo>
                <a:close/>
              </a:path>
            </a:pathLst>
          </a:custGeom>
          <a:solidFill>
            <a:srgbClr val="1F9F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1516321" y="5611927"/>
            <a:ext cx="368935" cy="339725"/>
          </a:xfrm>
          <a:custGeom>
            <a:avLst/>
            <a:gdLst/>
            <a:ahLst/>
            <a:cxnLst/>
            <a:rect l="l" t="t" r="r" b="b"/>
            <a:pathLst>
              <a:path w="368934" h="339725">
                <a:moveTo>
                  <a:pt x="45995" y="0"/>
                </a:moveTo>
                <a:lnTo>
                  <a:pt x="7663" y="16953"/>
                </a:lnTo>
                <a:lnTo>
                  <a:pt x="0" y="35966"/>
                </a:lnTo>
                <a:lnTo>
                  <a:pt x="4774" y="44229"/>
                </a:lnTo>
                <a:lnTo>
                  <a:pt x="12985" y="51192"/>
                </a:lnTo>
                <a:lnTo>
                  <a:pt x="23030" y="56567"/>
                </a:lnTo>
                <a:lnTo>
                  <a:pt x="52822" y="70506"/>
                </a:lnTo>
                <a:lnTo>
                  <a:pt x="82000" y="86457"/>
                </a:lnTo>
                <a:lnTo>
                  <a:pt x="110468" y="104366"/>
                </a:lnTo>
                <a:lnTo>
                  <a:pt x="138130" y="124176"/>
                </a:lnTo>
                <a:lnTo>
                  <a:pt x="121656" y="138341"/>
                </a:lnTo>
                <a:lnTo>
                  <a:pt x="105698" y="152763"/>
                </a:lnTo>
                <a:lnTo>
                  <a:pt x="75536" y="182193"/>
                </a:lnTo>
                <a:lnTo>
                  <a:pt x="37312" y="229324"/>
                </a:lnTo>
                <a:lnTo>
                  <a:pt x="19882" y="264891"/>
                </a:lnTo>
                <a:lnTo>
                  <a:pt x="15487" y="288197"/>
                </a:lnTo>
                <a:lnTo>
                  <a:pt x="16367" y="298544"/>
                </a:lnTo>
                <a:lnTo>
                  <a:pt x="52962" y="339233"/>
                </a:lnTo>
                <a:lnTo>
                  <a:pt x="62820" y="339540"/>
                </a:lnTo>
                <a:lnTo>
                  <a:pt x="67818" y="337766"/>
                </a:lnTo>
                <a:lnTo>
                  <a:pt x="85525" y="304031"/>
                </a:lnTo>
                <a:lnTo>
                  <a:pt x="86223" y="295946"/>
                </a:lnTo>
                <a:lnTo>
                  <a:pt x="89052" y="278382"/>
                </a:lnTo>
                <a:lnTo>
                  <a:pt x="114953" y="233202"/>
                </a:lnTo>
                <a:lnTo>
                  <a:pt x="145483" y="193722"/>
                </a:lnTo>
                <a:lnTo>
                  <a:pt x="177451" y="156880"/>
                </a:lnTo>
                <a:lnTo>
                  <a:pt x="224759" y="204647"/>
                </a:lnTo>
                <a:lnTo>
                  <a:pt x="258662" y="246172"/>
                </a:lnTo>
                <a:lnTo>
                  <a:pt x="279119" y="275557"/>
                </a:lnTo>
                <a:lnTo>
                  <a:pt x="286087" y="286908"/>
                </a:lnTo>
                <a:lnTo>
                  <a:pt x="294818" y="303570"/>
                </a:lnTo>
                <a:lnTo>
                  <a:pt x="301185" y="312987"/>
                </a:lnTo>
                <a:lnTo>
                  <a:pt x="305750" y="317088"/>
                </a:lnTo>
                <a:lnTo>
                  <a:pt x="309074" y="317804"/>
                </a:lnTo>
                <a:lnTo>
                  <a:pt x="311372" y="317570"/>
                </a:lnTo>
                <a:lnTo>
                  <a:pt x="312801" y="315769"/>
                </a:lnTo>
                <a:lnTo>
                  <a:pt x="313298" y="313820"/>
                </a:lnTo>
                <a:lnTo>
                  <a:pt x="313444" y="299241"/>
                </a:lnTo>
                <a:lnTo>
                  <a:pt x="310947" y="285255"/>
                </a:lnTo>
                <a:lnTo>
                  <a:pt x="287992" y="232541"/>
                </a:lnTo>
                <a:lnTo>
                  <a:pt x="265702" y="195609"/>
                </a:lnTo>
                <a:lnTo>
                  <a:pt x="239348" y="159180"/>
                </a:lnTo>
                <a:lnTo>
                  <a:pt x="209013" y="123378"/>
                </a:lnTo>
                <a:lnTo>
                  <a:pt x="220808" y="111578"/>
                </a:lnTo>
                <a:lnTo>
                  <a:pt x="255270" y="79596"/>
                </a:lnTo>
                <a:lnTo>
                  <a:pt x="287949" y="54589"/>
                </a:lnTo>
                <a:lnTo>
                  <a:pt x="328486" y="30624"/>
                </a:lnTo>
                <a:lnTo>
                  <a:pt x="342509" y="22073"/>
                </a:lnTo>
                <a:lnTo>
                  <a:pt x="351509" y="16727"/>
                </a:lnTo>
                <a:lnTo>
                  <a:pt x="359774" y="12096"/>
                </a:lnTo>
                <a:lnTo>
                  <a:pt x="365012" y="9715"/>
                </a:lnTo>
                <a:lnTo>
                  <a:pt x="366068" y="9902"/>
                </a:lnTo>
                <a:lnTo>
                  <a:pt x="367248" y="9498"/>
                </a:lnTo>
                <a:lnTo>
                  <a:pt x="368925" y="7170"/>
                </a:lnTo>
                <a:lnTo>
                  <a:pt x="368646" y="5308"/>
                </a:lnTo>
                <a:lnTo>
                  <a:pt x="367310" y="4345"/>
                </a:lnTo>
                <a:lnTo>
                  <a:pt x="356164" y="661"/>
                </a:lnTo>
                <a:lnTo>
                  <a:pt x="342715" y="1668"/>
                </a:lnTo>
                <a:lnTo>
                  <a:pt x="298201" y="17408"/>
                </a:lnTo>
                <a:lnTo>
                  <a:pt x="250546" y="43419"/>
                </a:lnTo>
                <a:lnTo>
                  <a:pt x="214101" y="66903"/>
                </a:lnTo>
                <a:lnTo>
                  <a:pt x="178671" y="92102"/>
                </a:lnTo>
                <a:lnTo>
                  <a:pt x="139401" y="56598"/>
                </a:lnTo>
                <a:lnTo>
                  <a:pt x="106647" y="30519"/>
                </a:lnTo>
                <a:lnTo>
                  <a:pt x="69385" y="5504"/>
                </a:lnTo>
                <a:lnTo>
                  <a:pt x="53861" y="589"/>
                </a:lnTo>
                <a:lnTo>
                  <a:pt x="45995" y="0"/>
                </a:lnTo>
                <a:close/>
              </a:path>
            </a:pathLst>
          </a:custGeom>
          <a:solidFill>
            <a:srgbClr val="FF17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6138548" y="5592108"/>
            <a:ext cx="258445" cy="309245"/>
          </a:xfrm>
          <a:custGeom>
            <a:avLst/>
            <a:gdLst/>
            <a:ahLst/>
            <a:cxnLst/>
            <a:rect l="l" t="t" r="r" b="b"/>
            <a:pathLst>
              <a:path w="258444" h="309245">
                <a:moveTo>
                  <a:pt x="209733" y="0"/>
                </a:moveTo>
                <a:lnTo>
                  <a:pt x="191767" y="20282"/>
                </a:lnTo>
                <a:lnTo>
                  <a:pt x="151680" y="72348"/>
                </a:lnTo>
                <a:lnTo>
                  <a:pt x="110187" y="143028"/>
                </a:lnTo>
                <a:lnTo>
                  <a:pt x="88005" y="219149"/>
                </a:lnTo>
                <a:lnTo>
                  <a:pt x="76828" y="192779"/>
                </a:lnTo>
                <a:lnTo>
                  <a:pt x="63193" y="176772"/>
                </a:lnTo>
                <a:lnTo>
                  <a:pt x="51664" y="168842"/>
                </a:lnTo>
                <a:lnTo>
                  <a:pt x="46806" y="166707"/>
                </a:lnTo>
                <a:lnTo>
                  <a:pt x="0" y="217277"/>
                </a:lnTo>
                <a:lnTo>
                  <a:pt x="8894" y="219766"/>
                </a:lnTo>
                <a:lnTo>
                  <a:pt x="31833" y="231563"/>
                </a:lnTo>
                <a:lnTo>
                  <a:pt x="63199" y="259164"/>
                </a:lnTo>
                <a:lnTo>
                  <a:pt x="97373" y="309067"/>
                </a:lnTo>
                <a:lnTo>
                  <a:pt x="129649" y="207799"/>
                </a:lnTo>
                <a:lnTo>
                  <a:pt x="184220" y="131116"/>
                </a:lnTo>
                <a:lnTo>
                  <a:pt x="235629" y="82531"/>
                </a:lnTo>
                <a:lnTo>
                  <a:pt x="258423" y="65555"/>
                </a:lnTo>
                <a:lnTo>
                  <a:pt x="209733" y="0"/>
                </a:lnTo>
                <a:close/>
              </a:path>
            </a:pathLst>
          </a:custGeom>
          <a:solidFill>
            <a:srgbClr val="1F9F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3797114" y="5611038"/>
            <a:ext cx="368935" cy="339725"/>
          </a:xfrm>
          <a:custGeom>
            <a:avLst/>
            <a:gdLst/>
            <a:ahLst/>
            <a:cxnLst/>
            <a:rect l="l" t="t" r="r" b="b"/>
            <a:pathLst>
              <a:path w="368934" h="339725">
                <a:moveTo>
                  <a:pt x="45995" y="0"/>
                </a:moveTo>
                <a:lnTo>
                  <a:pt x="7663" y="16953"/>
                </a:lnTo>
                <a:lnTo>
                  <a:pt x="0" y="35966"/>
                </a:lnTo>
                <a:lnTo>
                  <a:pt x="4774" y="44229"/>
                </a:lnTo>
                <a:lnTo>
                  <a:pt x="12985" y="51192"/>
                </a:lnTo>
                <a:lnTo>
                  <a:pt x="23030" y="56567"/>
                </a:lnTo>
                <a:lnTo>
                  <a:pt x="52822" y="70506"/>
                </a:lnTo>
                <a:lnTo>
                  <a:pt x="82000" y="86457"/>
                </a:lnTo>
                <a:lnTo>
                  <a:pt x="110468" y="104366"/>
                </a:lnTo>
                <a:lnTo>
                  <a:pt x="138130" y="124176"/>
                </a:lnTo>
                <a:lnTo>
                  <a:pt x="121657" y="138341"/>
                </a:lnTo>
                <a:lnTo>
                  <a:pt x="105699" y="152763"/>
                </a:lnTo>
                <a:lnTo>
                  <a:pt x="75537" y="182193"/>
                </a:lnTo>
                <a:lnTo>
                  <a:pt x="37313" y="229324"/>
                </a:lnTo>
                <a:lnTo>
                  <a:pt x="19883" y="264891"/>
                </a:lnTo>
                <a:lnTo>
                  <a:pt x="15488" y="288197"/>
                </a:lnTo>
                <a:lnTo>
                  <a:pt x="16368" y="298544"/>
                </a:lnTo>
                <a:lnTo>
                  <a:pt x="52963" y="339233"/>
                </a:lnTo>
                <a:lnTo>
                  <a:pt x="62821" y="339540"/>
                </a:lnTo>
                <a:lnTo>
                  <a:pt x="67819" y="337766"/>
                </a:lnTo>
                <a:lnTo>
                  <a:pt x="85526" y="304031"/>
                </a:lnTo>
                <a:lnTo>
                  <a:pt x="86224" y="295946"/>
                </a:lnTo>
                <a:lnTo>
                  <a:pt x="89053" y="278382"/>
                </a:lnTo>
                <a:lnTo>
                  <a:pt x="114954" y="233202"/>
                </a:lnTo>
                <a:lnTo>
                  <a:pt x="145483" y="193722"/>
                </a:lnTo>
                <a:lnTo>
                  <a:pt x="177451" y="156880"/>
                </a:lnTo>
                <a:lnTo>
                  <a:pt x="224760" y="204647"/>
                </a:lnTo>
                <a:lnTo>
                  <a:pt x="258663" y="246172"/>
                </a:lnTo>
                <a:lnTo>
                  <a:pt x="279120" y="275557"/>
                </a:lnTo>
                <a:lnTo>
                  <a:pt x="286088" y="286908"/>
                </a:lnTo>
                <a:lnTo>
                  <a:pt x="294819" y="303570"/>
                </a:lnTo>
                <a:lnTo>
                  <a:pt x="301186" y="312987"/>
                </a:lnTo>
                <a:lnTo>
                  <a:pt x="305751" y="317088"/>
                </a:lnTo>
                <a:lnTo>
                  <a:pt x="309075" y="317804"/>
                </a:lnTo>
                <a:lnTo>
                  <a:pt x="311373" y="317570"/>
                </a:lnTo>
                <a:lnTo>
                  <a:pt x="312802" y="315769"/>
                </a:lnTo>
                <a:lnTo>
                  <a:pt x="313299" y="313820"/>
                </a:lnTo>
                <a:lnTo>
                  <a:pt x="313445" y="299241"/>
                </a:lnTo>
                <a:lnTo>
                  <a:pt x="310948" y="285255"/>
                </a:lnTo>
                <a:lnTo>
                  <a:pt x="287993" y="232541"/>
                </a:lnTo>
                <a:lnTo>
                  <a:pt x="265703" y="195609"/>
                </a:lnTo>
                <a:lnTo>
                  <a:pt x="239349" y="159180"/>
                </a:lnTo>
                <a:lnTo>
                  <a:pt x="209014" y="123378"/>
                </a:lnTo>
                <a:lnTo>
                  <a:pt x="220808" y="111578"/>
                </a:lnTo>
                <a:lnTo>
                  <a:pt x="255270" y="79596"/>
                </a:lnTo>
                <a:lnTo>
                  <a:pt x="287949" y="54589"/>
                </a:lnTo>
                <a:lnTo>
                  <a:pt x="328486" y="30624"/>
                </a:lnTo>
                <a:lnTo>
                  <a:pt x="342509" y="22073"/>
                </a:lnTo>
                <a:lnTo>
                  <a:pt x="351509" y="16727"/>
                </a:lnTo>
                <a:lnTo>
                  <a:pt x="359774" y="12096"/>
                </a:lnTo>
                <a:lnTo>
                  <a:pt x="365012" y="9715"/>
                </a:lnTo>
                <a:lnTo>
                  <a:pt x="366068" y="9902"/>
                </a:lnTo>
                <a:lnTo>
                  <a:pt x="367248" y="9498"/>
                </a:lnTo>
                <a:lnTo>
                  <a:pt x="368925" y="7170"/>
                </a:lnTo>
                <a:lnTo>
                  <a:pt x="368645" y="5308"/>
                </a:lnTo>
                <a:lnTo>
                  <a:pt x="367310" y="4345"/>
                </a:lnTo>
                <a:lnTo>
                  <a:pt x="356164" y="661"/>
                </a:lnTo>
                <a:lnTo>
                  <a:pt x="342715" y="1668"/>
                </a:lnTo>
                <a:lnTo>
                  <a:pt x="298201" y="17408"/>
                </a:lnTo>
                <a:lnTo>
                  <a:pt x="250546" y="43419"/>
                </a:lnTo>
                <a:lnTo>
                  <a:pt x="214101" y="66903"/>
                </a:lnTo>
                <a:lnTo>
                  <a:pt x="178672" y="92102"/>
                </a:lnTo>
                <a:lnTo>
                  <a:pt x="139401" y="56598"/>
                </a:lnTo>
                <a:lnTo>
                  <a:pt x="106647" y="30519"/>
                </a:lnTo>
                <a:lnTo>
                  <a:pt x="69384" y="5504"/>
                </a:lnTo>
                <a:lnTo>
                  <a:pt x="53860" y="589"/>
                </a:lnTo>
                <a:lnTo>
                  <a:pt x="45995" y="0"/>
                </a:lnTo>
                <a:close/>
              </a:path>
            </a:pathLst>
          </a:custGeom>
          <a:solidFill>
            <a:srgbClr val="FF17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001533" y="6702214"/>
            <a:ext cx="258445" cy="309245"/>
          </a:xfrm>
          <a:custGeom>
            <a:avLst/>
            <a:gdLst/>
            <a:ahLst/>
            <a:cxnLst/>
            <a:rect l="l" t="t" r="r" b="b"/>
            <a:pathLst>
              <a:path w="258445" h="309245">
                <a:moveTo>
                  <a:pt x="209733" y="0"/>
                </a:moveTo>
                <a:lnTo>
                  <a:pt x="191767" y="20282"/>
                </a:lnTo>
                <a:lnTo>
                  <a:pt x="151680" y="72348"/>
                </a:lnTo>
                <a:lnTo>
                  <a:pt x="110187" y="143028"/>
                </a:lnTo>
                <a:lnTo>
                  <a:pt x="88005" y="219149"/>
                </a:lnTo>
                <a:lnTo>
                  <a:pt x="76828" y="192779"/>
                </a:lnTo>
                <a:lnTo>
                  <a:pt x="63193" y="176772"/>
                </a:lnTo>
                <a:lnTo>
                  <a:pt x="51664" y="168842"/>
                </a:lnTo>
                <a:lnTo>
                  <a:pt x="46806" y="166707"/>
                </a:lnTo>
                <a:lnTo>
                  <a:pt x="0" y="217277"/>
                </a:lnTo>
                <a:lnTo>
                  <a:pt x="8894" y="219766"/>
                </a:lnTo>
                <a:lnTo>
                  <a:pt x="31833" y="231563"/>
                </a:lnTo>
                <a:lnTo>
                  <a:pt x="63199" y="259164"/>
                </a:lnTo>
                <a:lnTo>
                  <a:pt x="97373" y="309067"/>
                </a:lnTo>
                <a:lnTo>
                  <a:pt x="129649" y="207799"/>
                </a:lnTo>
                <a:lnTo>
                  <a:pt x="184220" y="131116"/>
                </a:lnTo>
                <a:lnTo>
                  <a:pt x="235630" y="82531"/>
                </a:lnTo>
                <a:lnTo>
                  <a:pt x="258423" y="65555"/>
                </a:lnTo>
                <a:lnTo>
                  <a:pt x="209733" y="0"/>
                </a:lnTo>
                <a:close/>
              </a:path>
            </a:pathLst>
          </a:custGeom>
          <a:solidFill>
            <a:srgbClr val="1F9F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1516321" y="6717081"/>
            <a:ext cx="368935" cy="339725"/>
          </a:xfrm>
          <a:custGeom>
            <a:avLst/>
            <a:gdLst/>
            <a:ahLst/>
            <a:cxnLst/>
            <a:rect l="l" t="t" r="r" b="b"/>
            <a:pathLst>
              <a:path w="368934" h="339725">
                <a:moveTo>
                  <a:pt x="45995" y="0"/>
                </a:moveTo>
                <a:lnTo>
                  <a:pt x="7663" y="16953"/>
                </a:lnTo>
                <a:lnTo>
                  <a:pt x="0" y="35966"/>
                </a:lnTo>
                <a:lnTo>
                  <a:pt x="4774" y="44229"/>
                </a:lnTo>
                <a:lnTo>
                  <a:pt x="12985" y="51192"/>
                </a:lnTo>
                <a:lnTo>
                  <a:pt x="23030" y="56567"/>
                </a:lnTo>
                <a:lnTo>
                  <a:pt x="52822" y="70506"/>
                </a:lnTo>
                <a:lnTo>
                  <a:pt x="82000" y="86457"/>
                </a:lnTo>
                <a:lnTo>
                  <a:pt x="110468" y="104366"/>
                </a:lnTo>
                <a:lnTo>
                  <a:pt x="138130" y="124176"/>
                </a:lnTo>
                <a:lnTo>
                  <a:pt x="121656" y="138341"/>
                </a:lnTo>
                <a:lnTo>
                  <a:pt x="105698" y="152763"/>
                </a:lnTo>
                <a:lnTo>
                  <a:pt x="75536" y="182193"/>
                </a:lnTo>
                <a:lnTo>
                  <a:pt x="37312" y="229324"/>
                </a:lnTo>
                <a:lnTo>
                  <a:pt x="19882" y="264891"/>
                </a:lnTo>
                <a:lnTo>
                  <a:pt x="15487" y="288197"/>
                </a:lnTo>
                <a:lnTo>
                  <a:pt x="16367" y="298544"/>
                </a:lnTo>
                <a:lnTo>
                  <a:pt x="52962" y="339233"/>
                </a:lnTo>
                <a:lnTo>
                  <a:pt x="62820" y="339540"/>
                </a:lnTo>
                <a:lnTo>
                  <a:pt x="67818" y="337766"/>
                </a:lnTo>
                <a:lnTo>
                  <a:pt x="85525" y="304031"/>
                </a:lnTo>
                <a:lnTo>
                  <a:pt x="86223" y="295946"/>
                </a:lnTo>
                <a:lnTo>
                  <a:pt x="89052" y="278382"/>
                </a:lnTo>
                <a:lnTo>
                  <a:pt x="114953" y="233202"/>
                </a:lnTo>
                <a:lnTo>
                  <a:pt x="145483" y="193722"/>
                </a:lnTo>
                <a:lnTo>
                  <a:pt x="177451" y="156880"/>
                </a:lnTo>
                <a:lnTo>
                  <a:pt x="224759" y="204647"/>
                </a:lnTo>
                <a:lnTo>
                  <a:pt x="258662" y="246172"/>
                </a:lnTo>
                <a:lnTo>
                  <a:pt x="279119" y="275557"/>
                </a:lnTo>
                <a:lnTo>
                  <a:pt x="286087" y="286908"/>
                </a:lnTo>
                <a:lnTo>
                  <a:pt x="294818" y="303570"/>
                </a:lnTo>
                <a:lnTo>
                  <a:pt x="301185" y="312987"/>
                </a:lnTo>
                <a:lnTo>
                  <a:pt x="305750" y="317088"/>
                </a:lnTo>
                <a:lnTo>
                  <a:pt x="309074" y="317804"/>
                </a:lnTo>
                <a:lnTo>
                  <a:pt x="311372" y="317570"/>
                </a:lnTo>
                <a:lnTo>
                  <a:pt x="312801" y="315769"/>
                </a:lnTo>
                <a:lnTo>
                  <a:pt x="313298" y="313820"/>
                </a:lnTo>
                <a:lnTo>
                  <a:pt x="313444" y="299241"/>
                </a:lnTo>
                <a:lnTo>
                  <a:pt x="310947" y="285255"/>
                </a:lnTo>
                <a:lnTo>
                  <a:pt x="287992" y="232541"/>
                </a:lnTo>
                <a:lnTo>
                  <a:pt x="265702" y="195609"/>
                </a:lnTo>
                <a:lnTo>
                  <a:pt x="239348" y="159180"/>
                </a:lnTo>
                <a:lnTo>
                  <a:pt x="209013" y="123378"/>
                </a:lnTo>
                <a:lnTo>
                  <a:pt x="220808" y="111578"/>
                </a:lnTo>
                <a:lnTo>
                  <a:pt x="255270" y="79596"/>
                </a:lnTo>
                <a:lnTo>
                  <a:pt x="287949" y="54589"/>
                </a:lnTo>
                <a:lnTo>
                  <a:pt x="328486" y="30624"/>
                </a:lnTo>
                <a:lnTo>
                  <a:pt x="342509" y="22073"/>
                </a:lnTo>
                <a:lnTo>
                  <a:pt x="351509" y="16727"/>
                </a:lnTo>
                <a:lnTo>
                  <a:pt x="359774" y="12096"/>
                </a:lnTo>
                <a:lnTo>
                  <a:pt x="365012" y="9715"/>
                </a:lnTo>
                <a:lnTo>
                  <a:pt x="366068" y="9902"/>
                </a:lnTo>
                <a:lnTo>
                  <a:pt x="367248" y="9498"/>
                </a:lnTo>
                <a:lnTo>
                  <a:pt x="368925" y="7170"/>
                </a:lnTo>
                <a:lnTo>
                  <a:pt x="368646" y="5308"/>
                </a:lnTo>
                <a:lnTo>
                  <a:pt x="367310" y="4345"/>
                </a:lnTo>
                <a:lnTo>
                  <a:pt x="356164" y="661"/>
                </a:lnTo>
                <a:lnTo>
                  <a:pt x="342715" y="1668"/>
                </a:lnTo>
                <a:lnTo>
                  <a:pt x="298201" y="17408"/>
                </a:lnTo>
                <a:lnTo>
                  <a:pt x="250546" y="43419"/>
                </a:lnTo>
                <a:lnTo>
                  <a:pt x="214101" y="66903"/>
                </a:lnTo>
                <a:lnTo>
                  <a:pt x="178671" y="92102"/>
                </a:lnTo>
                <a:lnTo>
                  <a:pt x="139401" y="56598"/>
                </a:lnTo>
                <a:lnTo>
                  <a:pt x="106647" y="30519"/>
                </a:lnTo>
                <a:lnTo>
                  <a:pt x="69385" y="5504"/>
                </a:lnTo>
                <a:lnTo>
                  <a:pt x="53861" y="589"/>
                </a:lnTo>
                <a:lnTo>
                  <a:pt x="45995" y="0"/>
                </a:lnTo>
                <a:close/>
              </a:path>
            </a:pathLst>
          </a:custGeom>
          <a:solidFill>
            <a:srgbClr val="FF17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6117974" y="6702214"/>
            <a:ext cx="258445" cy="309245"/>
          </a:xfrm>
          <a:custGeom>
            <a:avLst/>
            <a:gdLst/>
            <a:ahLst/>
            <a:cxnLst/>
            <a:rect l="l" t="t" r="r" b="b"/>
            <a:pathLst>
              <a:path w="258444" h="309245">
                <a:moveTo>
                  <a:pt x="209733" y="0"/>
                </a:moveTo>
                <a:lnTo>
                  <a:pt x="191767" y="20282"/>
                </a:lnTo>
                <a:lnTo>
                  <a:pt x="151680" y="72348"/>
                </a:lnTo>
                <a:lnTo>
                  <a:pt x="110187" y="143028"/>
                </a:lnTo>
                <a:lnTo>
                  <a:pt x="88005" y="219149"/>
                </a:lnTo>
                <a:lnTo>
                  <a:pt x="76828" y="192779"/>
                </a:lnTo>
                <a:lnTo>
                  <a:pt x="63193" y="176772"/>
                </a:lnTo>
                <a:lnTo>
                  <a:pt x="51664" y="168842"/>
                </a:lnTo>
                <a:lnTo>
                  <a:pt x="46806" y="166707"/>
                </a:lnTo>
                <a:lnTo>
                  <a:pt x="0" y="217277"/>
                </a:lnTo>
                <a:lnTo>
                  <a:pt x="8894" y="219766"/>
                </a:lnTo>
                <a:lnTo>
                  <a:pt x="31833" y="231563"/>
                </a:lnTo>
                <a:lnTo>
                  <a:pt x="63199" y="259164"/>
                </a:lnTo>
                <a:lnTo>
                  <a:pt x="97373" y="309067"/>
                </a:lnTo>
                <a:lnTo>
                  <a:pt x="129649" y="207799"/>
                </a:lnTo>
                <a:lnTo>
                  <a:pt x="184220" y="131116"/>
                </a:lnTo>
                <a:lnTo>
                  <a:pt x="235629" y="82531"/>
                </a:lnTo>
                <a:lnTo>
                  <a:pt x="258423" y="65555"/>
                </a:lnTo>
                <a:lnTo>
                  <a:pt x="209733" y="0"/>
                </a:lnTo>
                <a:close/>
              </a:path>
            </a:pathLst>
          </a:custGeom>
          <a:solidFill>
            <a:srgbClr val="1F9F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3850390" y="6715549"/>
            <a:ext cx="258445" cy="309245"/>
          </a:xfrm>
          <a:custGeom>
            <a:avLst/>
            <a:gdLst/>
            <a:ahLst/>
            <a:cxnLst/>
            <a:rect l="l" t="t" r="r" b="b"/>
            <a:pathLst>
              <a:path w="258444" h="309245">
                <a:moveTo>
                  <a:pt x="209733" y="0"/>
                </a:moveTo>
                <a:lnTo>
                  <a:pt x="191767" y="20282"/>
                </a:lnTo>
                <a:lnTo>
                  <a:pt x="151680" y="72348"/>
                </a:lnTo>
                <a:lnTo>
                  <a:pt x="110187" y="143028"/>
                </a:lnTo>
                <a:lnTo>
                  <a:pt x="88005" y="219149"/>
                </a:lnTo>
                <a:lnTo>
                  <a:pt x="76828" y="192779"/>
                </a:lnTo>
                <a:lnTo>
                  <a:pt x="63193" y="176772"/>
                </a:lnTo>
                <a:lnTo>
                  <a:pt x="51664" y="168842"/>
                </a:lnTo>
                <a:lnTo>
                  <a:pt x="46806" y="166707"/>
                </a:lnTo>
                <a:lnTo>
                  <a:pt x="0" y="217277"/>
                </a:lnTo>
                <a:lnTo>
                  <a:pt x="8894" y="219766"/>
                </a:lnTo>
                <a:lnTo>
                  <a:pt x="31833" y="231563"/>
                </a:lnTo>
                <a:lnTo>
                  <a:pt x="63199" y="259164"/>
                </a:lnTo>
                <a:lnTo>
                  <a:pt x="97373" y="309067"/>
                </a:lnTo>
                <a:lnTo>
                  <a:pt x="129649" y="207799"/>
                </a:lnTo>
                <a:lnTo>
                  <a:pt x="184220" y="131116"/>
                </a:lnTo>
                <a:lnTo>
                  <a:pt x="235629" y="82531"/>
                </a:lnTo>
                <a:lnTo>
                  <a:pt x="258423" y="65555"/>
                </a:lnTo>
                <a:lnTo>
                  <a:pt x="209733" y="0"/>
                </a:lnTo>
                <a:close/>
              </a:path>
            </a:pathLst>
          </a:custGeom>
          <a:solidFill>
            <a:srgbClr val="1F9F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995438" y="7823879"/>
            <a:ext cx="258445" cy="309245"/>
          </a:xfrm>
          <a:custGeom>
            <a:avLst/>
            <a:gdLst/>
            <a:ahLst/>
            <a:cxnLst/>
            <a:rect l="l" t="t" r="r" b="b"/>
            <a:pathLst>
              <a:path w="258445" h="309245">
                <a:moveTo>
                  <a:pt x="209733" y="0"/>
                </a:moveTo>
                <a:lnTo>
                  <a:pt x="191767" y="20282"/>
                </a:lnTo>
                <a:lnTo>
                  <a:pt x="151680" y="72348"/>
                </a:lnTo>
                <a:lnTo>
                  <a:pt x="110187" y="143028"/>
                </a:lnTo>
                <a:lnTo>
                  <a:pt x="88005" y="219149"/>
                </a:lnTo>
                <a:lnTo>
                  <a:pt x="76828" y="192779"/>
                </a:lnTo>
                <a:lnTo>
                  <a:pt x="63193" y="176772"/>
                </a:lnTo>
                <a:lnTo>
                  <a:pt x="51664" y="168842"/>
                </a:lnTo>
                <a:lnTo>
                  <a:pt x="46806" y="166707"/>
                </a:lnTo>
                <a:lnTo>
                  <a:pt x="0" y="217277"/>
                </a:lnTo>
                <a:lnTo>
                  <a:pt x="8894" y="219766"/>
                </a:lnTo>
                <a:lnTo>
                  <a:pt x="31833" y="231563"/>
                </a:lnTo>
                <a:lnTo>
                  <a:pt x="63199" y="259164"/>
                </a:lnTo>
                <a:lnTo>
                  <a:pt x="97373" y="309067"/>
                </a:lnTo>
                <a:lnTo>
                  <a:pt x="129649" y="207799"/>
                </a:lnTo>
                <a:lnTo>
                  <a:pt x="184220" y="131116"/>
                </a:lnTo>
                <a:lnTo>
                  <a:pt x="235630" y="82531"/>
                </a:lnTo>
                <a:lnTo>
                  <a:pt x="258423" y="65555"/>
                </a:lnTo>
                <a:lnTo>
                  <a:pt x="209733" y="0"/>
                </a:lnTo>
                <a:close/>
              </a:path>
            </a:pathLst>
          </a:custGeom>
          <a:solidFill>
            <a:srgbClr val="1F9F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6069017" y="7792136"/>
            <a:ext cx="368935" cy="339725"/>
          </a:xfrm>
          <a:custGeom>
            <a:avLst/>
            <a:gdLst/>
            <a:ahLst/>
            <a:cxnLst/>
            <a:rect l="l" t="t" r="r" b="b"/>
            <a:pathLst>
              <a:path w="368934" h="339725">
                <a:moveTo>
                  <a:pt x="45995" y="0"/>
                </a:moveTo>
                <a:lnTo>
                  <a:pt x="7663" y="16953"/>
                </a:lnTo>
                <a:lnTo>
                  <a:pt x="0" y="35966"/>
                </a:lnTo>
                <a:lnTo>
                  <a:pt x="4774" y="44229"/>
                </a:lnTo>
                <a:lnTo>
                  <a:pt x="12985" y="51192"/>
                </a:lnTo>
                <a:lnTo>
                  <a:pt x="23030" y="56567"/>
                </a:lnTo>
                <a:lnTo>
                  <a:pt x="52822" y="70506"/>
                </a:lnTo>
                <a:lnTo>
                  <a:pt x="82000" y="86457"/>
                </a:lnTo>
                <a:lnTo>
                  <a:pt x="110468" y="104366"/>
                </a:lnTo>
                <a:lnTo>
                  <a:pt x="138130" y="124176"/>
                </a:lnTo>
                <a:lnTo>
                  <a:pt x="121656" y="138341"/>
                </a:lnTo>
                <a:lnTo>
                  <a:pt x="105698" y="152763"/>
                </a:lnTo>
                <a:lnTo>
                  <a:pt x="75536" y="182193"/>
                </a:lnTo>
                <a:lnTo>
                  <a:pt x="37312" y="229324"/>
                </a:lnTo>
                <a:lnTo>
                  <a:pt x="19882" y="264891"/>
                </a:lnTo>
                <a:lnTo>
                  <a:pt x="15487" y="288197"/>
                </a:lnTo>
                <a:lnTo>
                  <a:pt x="16367" y="298544"/>
                </a:lnTo>
                <a:lnTo>
                  <a:pt x="52962" y="339233"/>
                </a:lnTo>
                <a:lnTo>
                  <a:pt x="62820" y="339540"/>
                </a:lnTo>
                <a:lnTo>
                  <a:pt x="67818" y="337766"/>
                </a:lnTo>
                <a:lnTo>
                  <a:pt x="85525" y="304031"/>
                </a:lnTo>
                <a:lnTo>
                  <a:pt x="86223" y="295946"/>
                </a:lnTo>
                <a:lnTo>
                  <a:pt x="89052" y="278382"/>
                </a:lnTo>
                <a:lnTo>
                  <a:pt x="114953" y="233202"/>
                </a:lnTo>
                <a:lnTo>
                  <a:pt x="145483" y="193722"/>
                </a:lnTo>
                <a:lnTo>
                  <a:pt x="177451" y="156880"/>
                </a:lnTo>
                <a:lnTo>
                  <a:pt x="224759" y="204647"/>
                </a:lnTo>
                <a:lnTo>
                  <a:pt x="258662" y="246172"/>
                </a:lnTo>
                <a:lnTo>
                  <a:pt x="279119" y="275557"/>
                </a:lnTo>
                <a:lnTo>
                  <a:pt x="286087" y="286908"/>
                </a:lnTo>
                <a:lnTo>
                  <a:pt x="294818" y="303570"/>
                </a:lnTo>
                <a:lnTo>
                  <a:pt x="301185" y="312987"/>
                </a:lnTo>
                <a:lnTo>
                  <a:pt x="305750" y="317088"/>
                </a:lnTo>
                <a:lnTo>
                  <a:pt x="309074" y="317804"/>
                </a:lnTo>
                <a:lnTo>
                  <a:pt x="311372" y="317570"/>
                </a:lnTo>
                <a:lnTo>
                  <a:pt x="312801" y="315769"/>
                </a:lnTo>
                <a:lnTo>
                  <a:pt x="313298" y="313820"/>
                </a:lnTo>
                <a:lnTo>
                  <a:pt x="313444" y="299241"/>
                </a:lnTo>
                <a:lnTo>
                  <a:pt x="310947" y="285255"/>
                </a:lnTo>
                <a:lnTo>
                  <a:pt x="287992" y="232541"/>
                </a:lnTo>
                <a:lnTo>
                  <a:pt x="265702" y="195609"/>
                </a:lnTo>
                <a:lnTo>
                  <a:pt x="239348" y="159180"/>
                </a:lnTo>
                <a:lnTo>
                  <a:pt x="209013" y="123378"/>
                </a:lnTo>
                <a:lnTo>
                  <a:pt x="220808" y="111578"/>
                </a:lnTo>
                <a:lnTo>
                  <a:pt x="255270" y="79596"/>
                </a:lnTo>
                <a:lnTo>
                  <a:pt x="287949" y="54589"/>
                </a:lnTo>
                <a:lnTo>
                  <a:pt x="328486" y="30624"/>
                </a:lnTo>
                <a:lnTo>
                  <a:pt x="342509" y="22073"/>
                </a:lnTo>
                <a:lnTo>
                  <a:pt x="351509" y="16726"/>
                </a:lnTo>
                <a:lnTo>
                  <a:pt x="359774" y="12096"/>
                </a:lnTo>
                <a:lnTo>
                  <a:pt x="365012" y="9715"/>
                </a:lnTo>
                <a:lnTo>
                  <a:pt x="366068" y="9901"/>
                </a:lnTo>
                <a:lnTo>
                  <a:pt x="367248" y="9498"/>
                </a:lnTo>
                <a:lnTo>
                  <a:pt x="368925" y="7170"/>
                </a:lnTo>
                <a:lnTo>
                  <a:pt x="368646" y="5308"/>
                </a:lnTo>
                <a:lnTo>
                  <a:pt x="367310" y="4345"/>
                </a:lnTo>
                <a:lnTo>
                  <a:pt x="356164" y="661"/>
                </a:lnTo>
                <a:lnTo>
                  <a:pt x="342715" y="1668"/>
                </a:lnTo>
                <a:lnTo>
                  <a:pt x="298201" y="17408"/>
                </a:lnTo>
                <a:lnTo>
                  <a:pt x="250546" y="43419"/>
                </a:lnTo>
                <a:lnTo>
                  <a:pt x="214101" y="66903"/>
                </a:lnTo>
                <a:lnTo>
                  <a:pt x="178671" y="92102"/>
                </a:lnTo>
                <a:lnTo>
                  <a:pt x="139401" y="56598"/>
                </a:lnTo>
                <a:lnTo>
                  <a:pt x="106647" y="30519"/>
                </a:lnTo>
                <a:lnTo>
                  <a:pt x="69385" y="5504"/>
                </a:lnTo>
                <a:lnTo>
                  <a:pt x="53861" y="589"/>
                </a:lnTo>
                <a:lnTo>
                  <a:pt x="45995" y="0"/>
                </a:lnTo>
                <a:close/>
              </a:path>
            </a:pathLst>
          </a:custGeom>
          <a:solidFill>
            <a:srgbClr val="FF17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1520639" y="7801280"/>
            <a:ext cx="368935" cy="339725"/>
          </a:xfrm>
          <a:custGeom>
            <a:avLst/>
            <a:gdLst/>
            <a:ahLst/>
            <a:cxnLst/>
            <a:rect l="l" t="t" r="r" b="b"/>
            <a:pathLst>
              <a:path w="368934" h="339725">
                <a:moveTo>
                  <a:pt x="45995" y="0"/>
                </a:moveTo>
                <a:lnTo>
                  <a:pt x="7663" y="16953"/>
                </a:lnTo>
                <a:lnTo>
                  <a:pt x="0" y="35966"/>
                </a:lnTo>
                <a:lnTo>
                  <a:pt x="4774" y="44229"/>
                </a:lnTo>
                <a:lnTo>
                  <a:pt x="12985" y="51192"/>
                </a:lnTo>
                <a:lnTo>
                  <a:pt x="23030" y="56567"/>
                </a:lnTo>
                <a:lnTo>
                  <a:pt x="52822" y="70506"/>
                </a:lnTo>
                <a:lnTo>
                  <a:pt x="82000" y="86457"/>
                </a:lnTo>
                <a:lnTo>
                  <a:pt x="110468" y="104366"/>
                </a:lnTo>
                <a:lnTo>
                  <a:pt x="138130" y="124176"/>
                </a:lnTo>
                <a:lnTo>
                  <a:pt x="121657" y="138341"/>
                </a:lnTo>
                <a:lnTo>
                  <a:pt x="105699" y="152763"/>
                </a:lnTo>
                <a:lnTo>
                  <a:pt x="75536" y="182193"/>
                </a:lnTo>
                <a:lnTo>
                  <a:pt x="37313" y="229324"/>
                </a:lnTo>
                <a:lnTo>
                  <a:pt x="19883" y="264891"/>
                </a:lnTo>
                <a:lnTo>
                  <a:pt x="15487" y="288197"/>
                </a:lnTo>
                <a:lnTo>
                  <a:pt x="16367" y="298545"/>
                </a:lnTo>
                <a:lnTo>
                  <a:pt x="52963" y="339233"/>
                </a:lnTo>
                <a:lnTo>
                  <a:pt x="55792" y="339540"/>
                </a:lnTo>
                <a:lnTo>
                  <a:pt x="62821" y="339540"/>
                </a:lnTo>
                <a:lnTo>
                  <a:pt x="85526" y="304031"/>
                </a:lnTo>
                <a:lnTo>
                  <a:pt x="86224" y="295946"/>
                </a:lnTo>
                <a:lnTo>
                  <a:pt x="89052" y="278382"/>
                </a:lnTo>
                <a:lnTo>
                  <a:pt x="114954" y="233202"/>
                </a:lnTo>
                <a:lnTo>
                  <a:pt x="145483" y="193722"/>
                </a:lnTo>
                <a:lnTo>
                  <a:pt x="177451" y="156880"/>
                </a:lnTo>
                <a:lnTo>
                  <a:pt x="224759" y="204647"/>
                </a:lnTo>
                <a:lnTo>
                  <a:pt x="258663" y="246171"/>
                </a:lnTo>
                <a:lnTo>
                  <a:pt x="279119" y="275557"/>
                </a:lnTo>
                <a:lnTo>
                  <a:pt x="286087" y="286908"/>
                </a:lnTo>
                <a:lnTo>
                  <a:pt x="294819" y="303570"/>
                </a:lnTo>
                <a:lnTo>
                  <a:pt x="301186" y="312987"/>
                </a:lnTo>
                <a:lnTo>
                  <a:pt x="305750" y="317088"/>
                </a:lnTo>
                <a:lnTo>
                  <a:pt x="309074" y="317804"/>
                </a:lnTo>
                <a:lnTo>
                  <a:pt x="311373" y="317570"/>
                </a:lnTo>
                <a:lnTo>
                  <a:pt x="312802" y="315769"/>
                </a:lnTo>
                <a:lnTo>
                  <a:pt x="313298" y="313820"/>
                </a:lnTo>
                <a:lnTo>
                  <a:pt x="313444" y="299241"/>
                </a:lnTo>
                <a:lnTo>
                  <a:pt x="310947" y="285255"/>
                </a:lnTo>
                <a:lnTo>
                  <a:pt x="287992" y="232541"/>
                </a:lnTo>
                <a:lnTo>
                  <a:pt x="265702" y="195609"/>
                </a:lnTo>
                <a:lnTo>
                  <a:pt x="239348" y="159180"/>
                </a:lnTo>
                <a:lnTo>
                  <a:pt x="209013" y="123378"/>
                </a:lnTo>
                <a:lnTo>
                  <a:pt x="220808" y="111578"/>
                </a:lnTo>
                <a:lnTo>
                  <a:pt x="255270" y="79596"/>
                </a:lnTo>
                <a:lnTo>
                  <a:pt x="287949" y="54589"/>
                </a:lnTo>
                <a:lnTo>
                  <a:pt x="328486" y="30624"/>
                </a:lnTo>
                <a:lnTo>
                  <a:pt x="342509" y="22073"/>
                </a:lnTo>
                <a:lnTo>
                  <a:pt x="351509" y="16726"/>
                </a:lnTo>
                <a:lnTo>
                  <a:pt x="359774" y="12096"/>
                </a:lnTo>
                <a:lnTo>
                  <a:pt x="365012" y="9715"/>
                </a:lnTo>
                <a:lnTo>
                  <a:pt x="366068" y="9901"/>
                </a:lnTo>
                <a:lnTo>
                  <a:pt x="367248" y="9498"/>
                </a:lnTo>
                <a:lnTo>
                  <a:pt x="368925" y="7170"/>
                </a:lnTo>
                <a:lnTo>
                  <a:pt x="368645" y="5307"/>
                </a:lnTo>
                <a:lnTo>
                  <a:pt x="367310" y="4345"/>
                </a:lnTo>
                <a:lnTo>
                  <a:pt x="356164" y="661"/>
                </a:lnTo>
                <a:lnTo>
                  <a:pt x="342715" y="1668"/>
                </a:lnTo>
                <a:lnTo>
                  <a:pt x="298201" y="17408"/>
                </a:lnTo>
                <a:lnTo>
                  <a:pt x="250546" y="43419"/>
                </a:lnTo>
                <a:lnTo>
                  <a:pt x="214101" y="66902"/>
                </a:lnTo>
                <a:lnTo>
                  <a:pt x="178672" y="92102"/>
                </a:lnTo>
                <a:lnTo>
                  <a:pt x="139401" y="56598"/>
                </a:lnTo>
                <a:lnTo>
                  <a:pt x="106647" y="30519"/>
                </a:lnTo>
                <a:lnTo>
                  <a:pt x="69384" y="5504"/>
                </a:lnTo>
                <a:lnTo>
                  <a:pt x="53860" y="589"/>
                </a:lnTo>
                <a:lnTo>
                  <a:pt x="45995" y="0"/>
                </a:lnTo>
                <a:close/>
              </a:path>
            </a:pathLst>
          </a:custGeom>
          <a:solidFill>
            <a:srgbClr val="FF17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3801431" y="7800392"/>
            <a:ext cx="368935" cy="339725"/>
          </a:xfrm>
          <a:custGeom>
            <a:avLst/>
            <a:gdLst/>
            <a:ahLst/>
            <a:cxnLst/>
            <a:rect l="l" t="t" r="r" b="b"/>
            <a:pathLst>
              <a:path w="368934" h="339725">
                <a:moveTo>
                  <a:pt x="45995" y="0"/>
                </a:moveTo>
                <a:lnTo>
                  <a:pt x="7663" y="16953"/>
                </a:lnTo>
                <a:lnTo>
                  <a:pt x="0" y="35966"/>
                </a:lnTo>
                <a:lnTo>
                  <a:pt x="4774" y="44229"/>
                </a:lnTo>
                <a:lnTo>
                  <a:pt x="12985" y="51192"/>
                </a:lnTo>
                <a:lnTo>
                  <a:pt x="23030" y="56567"/>
                </a:lnTo>
                <a:lnTo>
                  <a:pt x="52822" y="70506"/>
                </a:lnTo>
                <a:lnTo>
                  <a:pt x="82000" y="86457"/>
                </a:lnTo>
                <a:lnTo>
                  <a:pt x="110468" y="104366"/>
                </a:lnTo>
                <a:lnTo>
                  <a:pt x="138130" y="124176"/>
                </a:lnTo>
                <a:lnTo>
                  <a:pt x="121657" y="138341"/>
                </a:lnTo>
                <a:lnTo>
                  <a:pt x="105699" y="152763"/>
                </a:lnTo>
                <a:lnTo>
                  <a:pt x="75537" y="182193"/>
                </a:lnTo>
                <a:lnTo>
                  <a:pt x="37313" y="229324"/>
                </a:lnTo>
                <a:lnTo>
                  <a:pt x="19883" y="264891"/>
                </a:lnTo>
                <a:lnTo>
                  <a:pt x="15488" y="288197"/>
                </a:lnTo>
                <a:lnTo>
                  <a:pt x="16368" y="298544"/>
                </a:lnTo>
                <a:lnTo>
                  <a:pt x="52963" y="339233"/>
                </a:lnTo>
                <a:lnTo>
                  <a:pt x="62821" y="339540"/>
                </a:lnTo>
                <a:lnTo>
                  <a:pt x="67819" y="337766"/>
                </a:lnTo>
                <a:lnTo>
                  <a:pt x="85526" y="304031"/>
                </a:lnTo>
                <a:lnTo>
                  <a:pt x="86224" y="295946"/>
                </a:lnTo>
                <a:lnTo>
                  <a:pt x="89053" y="278382"/>
                </a:lnTo>
                <a:lnTo>
                  <a:pt x="114954" y="233202"/>
                </a:lnTo>
                <a:lnTo>
                  <a:pt x="145483" y="193722"/>
                </a:lnTo>
                <a:lnTo>
                  <a:pt x="177451" y="156880"/>
                </a:lnTo>
                <a:lnTo>
                  <a:pt x="224760" y="204647"/>
                </a:lnTo>
                <a:lnTo>
                  <a:pt x="258663" y="246172"/>
                </a:lnTo>
                <a:lnTo>
                  <a:pt x="279120" y="275557"/>
                </a:lnTo>
                <a:lnTo>
                  <a:pt x="286088" y="286908"/>
                </a:lnTo>
                <a:lnTo>
                  <a:pt x="294819" y="303570"/>
                </a:lnTo>
                <a:lnTo>
                  <a:pt x="301186" y="312987"/>
                </a:lnTo>
                <a:lnTo>
                  <a:pt x="305751" y="317088"/>
                </a:lnTo>
                <a:lnTo>
                  <a:pt x="309075" y="317804"/>
                </a:lnTo>
                <a:lnTo>
                  <a:pt x="311373" y="317570"/>
                </a:lnTo>
                <a:lnTo>
                  <a:pt x="312802" y="315769"/>
                </a:lnTo>
                <a:lnTo>
                  <a:pt x="313299" y="313820"/>
                </a:lnTo>
                <a:lnTo>
                  <a:pt x="313445" y="299241"/>
                </a:lnTo>
                <a:lnTo>
                  <a:pt x="310948" y="285255"/>
                </a:lnTo>
                <a:lnTo>
                  <a:pt x="287993" y="232541"/>
                </a:lnTo>
                <a:lnTo>
                  <a:pt x="265703" y="195609"/>
                </a:lnTo>
                <a:lnTo>
                  <a:pt x="239349" y="159180"/>
                </a:lnTo>
                <a:lnTo>
                  <a:pt x="209014" y="123378"/>
                </a:lnTo>
                <a:lnTo>
                  <a:pt x="220808" y="111578"/>
                </a:lnTo>
                <a:lnTo>
                  <a:pt x="255270" y="79596"/>
                </a:lnTo>
                <a:lnTo>
                  <a:pt x="287949" y="54589"/>
                </a:lnTo>
                <a:lnTo>
                  <a:pt x="328486" y="30624"/>
                </a:lnTo>
                <a:lnTo>
                  <a:pt x="342509" y="22073"/>
                </a:lnTo>
                <a:lnTo>
                  <a:pt x="351509" y="16726"/>
                </a:lnTo>
                <a:lnTo>
                  <a:pt x="359774" y="12096"/>
                </a:lnTo>
                <a:lnTo>
                  <a:pt x="365012" y="9715"/>
                </a:lnTo>
                <a:lnTo>
                  <a:pt x="366068" y="9901"/>
                </a:lnTo>
                <a:lnTo>
                  <a:pt x="367248" y="9498"/>
                </a:lnTo>
                <a:lnTo>
                  <a:pt x="368925" y="7170"/>
                </a:lnTo>
                <a:lnTo>
                  <a:pt x="368645" y="5308"/>
                </a:lnTo>
                <a:lnTo>
                  <a:pt x="367310" y="4345"/>
                </a:lnTo>
                <a:lnTo>
                  <a:pt x="356164" y="661"/>
                </a:lnTo>
                <a:lnTo>
                  <a:pt x="342715" y="1668"/>
                </a:lnTo>
                <a:lnTo>
                  <a:pt x="298201" y="17408"/>
                </a:lnTo>
                <a:lnTo>
                  <a:pt x="250546" y="43419"/>
                </a:lnTo>
                <a:lnTo>
                  <a:pt x="214101" y="66903"/>
                </a:lnTo>
                <a:lnTo>
                  <a:pt x="178672" y="92102"/>
                </a:lnTo>
                <a:lnTo>
                  <a:pt x="139401" y="56598"/>
                </a:lnTo>
                <a:lnTo>
                  <a:pt x="106647" y="30519"/>
                </a:lnTo>
                <a:lnTo>
                  <a:pt x="69384" y="5504"/>
                </a:lnTo>
                <a:lnTo>
                  <a:pt x="53860" y="589"/>
                </a:lnTo>
                <a:lnTo>
                  <a:pt x="45995" y="0"/>
                </a:lnTo>
                <a:close/>
              </a:path>
            </a:pathLst>
          </a:custGeom>
          <a:solidFill>
            <a:srgbClr val="FF172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2" name="object 62"/>
          <p:cNvGrpSpPr/>
          <p:nvPr/>
        </p:nvGrpSpPr>
        <p:grpSpPr>
          <a:xfrm>
            <a:off x="11386608" y="1583546"/>
            <a:ext cx="610235" cy="611505"/>
            <a:chOff x="11386608" y="1583546"/>
            <a:chExt cx="610235" cy="611505"/>
          </a:xfrm>
        </p:grpSpPr>
        <p:sp>
          <p:nvSpPr>
            <p:cNvPr id="63" name="object 63"/>
            <p:cNvSpPr/>
            <p:nvPr/>
          </p:nvSpPr>
          <p:spPr>
            <a:xfrm>
              <a:off x="11386608" y="1583546"/>
              <a:ext cx="610235" cy="611505"/>
            </a:xfrm>
            <a:custGeom>
              <a:avLst/>
              <a:gdLst/>
              <a:ahLst/>
              <a:cxnLst/>
              <a:rect l="l" t="t" r="r" b="b"/>
              <a:pathLst>
                <a:path w="610234" h="611505">
                  <a:moveTo>
                    <a:pt x="304955" y="0"/>
                  </a:moveTo>
                  <a:lnTo>
                    <a:pt x="255476" y="4022"/>
                  </a:lnTo>
                  <a:lnTo>
                    <a:pt x="208545" y="15658"/>
                  </a:lnTo>
                  <a:lnTo>
                    <a:pt x="164786" y="34264"/>
                  </a:lnTo>
                  <a:lnTo>
                    <a:pt x="124829" y="59194"/>
                  </a:lnTo>
                  <a:lnTo>
                    <a:pt x="89299" y="89804"/>
                  </a:lnTo>
                  <a:lnTo>
                    <a:pt x="58823" y="125448"/>
                  </a:lnTo>
                  <a:lnTo>
                    <a:pt x="34028" y="165483"/>
                  </a:lnTo>
                  <a:lnTo>
                    <a:pt x="15541" y="209262"/>
                  </a:lnTo>
                  <a:lnTo>
                    <a:pt x="4046" y="255913"/>
                  </a:lnTo>
                  <a:lnTo>
                    <a:pt x="0" y="305477"/>
                  </a:lnTo>
                  <a:lnTo>
                    <a:pt x="3989" y="354811"/>
                  </a:lnTo>
                  <a:lnTo>
                    <a:pt x="15541" y="401691"/>
                  </a:lnTo>
                  <a:lnTo>
                    <a:pt x="34028" y="445470"/>
                  </a:lnTo>
                  <a:lnTo>
                    <a:pt x="58823" y="485505"/>
                  </a:lnTo>
                  <a:lnTo>
                    <a:pt x="89299" y="521150"/>
                  </a:lnTo>
                  <a:lnTo>
                    <a:pt x="124829" y="551760"/>
                  </a:lnTo>
                  <a:lnTo>
                    <a:pt x="164787" y="576690"/>
                  </a:lnTo>
                  <a:lnTo>
                    <a:pt x="208757" y="595386"/>
                  </a:lnTo>
                  <a:lnTo>
                    <a:pt x="208909" y="595386"/>
                  </a:lnTo>
                  <a:lnTo>
                    <a:pt x="255579" y="606958"/>
                  </a:lnTo>
                  <a:lnTo>
                    <a:pt x="255789" y="606958"/>
                  </a:lnTo>
                  <a:lnTo>
                    <a:pt x="304956" y="610954"/>
                  </a:lnTo>
                  <a:lnTo>
                    <a:pt x="354206" y="606958"/>
                  </a:lnTo>
                  <a:lnTo>
                    <a:pt x="401006" y="595386"/>
                  </a:lnTo>
                  <a:lnTo>
                    <a:pt x="408766" y="592098"/>
                  </a:lnTo>
                  <a:lnTo>
                    <a:pt x="304956" y="592098"/>
                  </a:lnTo>
                  <a:lnTo>
                    <a:pt x="258520" y="588349"/>
                  </a:lnTo>
                  <a:lnTo>
                    <a:pt x="214478" y="577495"/>
                  </a:lnTo>
                  <a:lnTo>
                    <a:pt x="173419" y="560124"/>
                  </a:lnTo>
                  <a:lnTo>
                    <a:pt x="135928" y="536824"/>
                  </a:lnTo>
                  <a:lnTo>
                    <a:pt x="102593" y="508185"/>
                  </a:lnTo>
                  <a:lnTo>
                    <a:pt x="74003" y="474793"/>
                  </a:lnTo>
                  <a:lnTo>
                    <a:pt x="50743" y="437238"/>
                  </a:lnTo>
                  <a:lnTo>
                    <a:pt x="33402" y="396108"/>
                  </a:lnTo>
                  <a:lnTo>
                    <a:pt x="22566" y="351992"/>
                  </a:lnTo>
                  <a:lnTo>
                    <a:pt x="18824" y="305477"/>
                  </a:lnTo>
                  <a:lnTo>
                    <a:pt x="22566" y="258962"/>
                  </a:lnTo>
                  <a:lnTo>
                    <a:pt x="33402" y="214845"/>
                  </a:lnTo>
                  <a:lnTo>
                    <a:pt x="50743" y="173716"/>
                  </a:lnTo>
                  <a:lnTo>
                    <a:pt x="74002" y="136162"/>
                  </a:lnTo>
                  <a:lnTo>
                    <a:pt x="102593" y="102771"/>
                  </a:lnTo>
                  <a:lnTo>
                    <a:pt x="135927" y="74132"/>
                  </a:lnTo>
                  <a:lnTo>
                    <a:pt x="173418" y="50833"/>
                  </a:lnTo>
                  <a:lnTo>
                    <a:pt x="214478" y="33463"/>
                  </a:lnTo>
                  <a:lnTo>
                    <a:pt x="258519" y="22609"/>
                  </a:lnTo>
                  <a:lnTo>
                    <a:pt x="304955" y="18861"/>
                  </a:lnTo>
                  <a:lnTo>
                    <a:pt x="409146" y="18861"/>
                  </a:lnTo>
                  <a:lnTo>
                    <a:pt x="401578" y="15658"/>
                  </a:lnTo>
                  <a:lnTo>
                    <a:pt x="401731" y="15658"/>
                  </a:lnTo>
                  <a:lnTo>
                    <a:pt x="354536" y="4022"/>
                  </a:lnTo>
                  <a:lnTo>
                    <a:pt x="354748" y="4022"/>
                  </a:lnTo>
                  <a:lnTo>
                    <a:pt x="304955" y="0"/>
                  </a:lnTo>
                  <a:close/>
                </a:path>
                <a:path w="610234" h="611505">
                  <a:moveTo>
                    <a:pt x="409146" y="18861"/>
                  </a:moveTo>
                  <a:lnTo>
                    <a:pt x="304955" y="18861"/>
                  </a:lnTo>
                  <a:lnTo>
                    <a:pt x="351163" y="22609"/>
                  </a:lnTo>
                  <a:lnTo>
                    <a:pt x="395072" y="33463"/>
                  </a:lnTo>
                  <a:lnTo>
                    <a:pt x="436079" y="50833"/>
                  </a:lnTo>
                  <a:lnTo>
                    <a:pt x="473578" y="74132"/>
                  </a:lnTo>
                  <a:lnTo>
                    <a:pt x="506967" y="102771"/>
                  </a:lnTo>
                  <a:lnTo>
                    <a:pt x="535640" y="136162"/>
                  </a:lnTo>
                  <a:lnTo>
                    <a:pt x="558993" y="173716"/>
                  </a:lnTo>
                  <a:lnTo>
                    <a:pt x="576421" y="214845"/>
                  </a:lnTo>
                  <a:lnTo>
                    <a:pt x="587322" y="258962"/>
                  </a:lnTo>
                  <a:lnTo>
                    <a:pt x="591090" y="305477"/>
                  </a:lnTo>
                  <a:lnTo>
                    <a:pt x="587347" y="351992"/>
                  </a:lnTo>
                  <a:lnTo>
                    <a:pt x="576512" y="396108"/>
                  </a:lnTo>
                  <a:lnTo>
                    <a:pt x="559170" y="437238"/>
                  </a:lnTo>
                  <a:lnTo>
                    <a:pt x="535910" y="474793"/>
                  </a:lnTo>
                  <a:lnTo>
                    <a:pt x="507319" y="508185"/>
                  </a:lnTo>
                  <a:lnTo>
                    <a:pt x="473984" y="536824"/>
                  </a:lnTo>
                  <a:lnTo>
                    <a:pt x="436493" y="560124"/>
                  </a:lnTo>
                  <a:lnTo>
                    <a:pt x="395433" y="577495"/>
                  </a:lnTo>
                  <a:lnTo>
                    <a:pt x="351391" y="588349"/>
                  </a:lnTo>
                  <a:lnTo>
                    <a:pt x="304956" y="592098"/>
                  </a:lnTo>
                  <a:lnTo>
                    <a:pt x="408766" y="592098"/>
                  </a:lnTo>
                  <a:lnTo>
                    <a:pt x="444710" y="576868"/>
                  </a:lnTo>
                  <a:lnTo>
                    <a:pt x="484676" y="552030"/>
                  </a:lnTo>
                  <a:lnTo>
                    <a:pt x="520260" y="521502"/>
                  </a:lnTo>
                  <a:lnTo>
                    <a:pt x="550818" y="485911"/>
                  </a:lnTo>
                  <a:lnTo>
                    <a:pt x="575705" y="445885"/>
                  </a:lnTo>
                  <a:lnTo>
                    <a:pt x="594279" y="402052"/>
                  </a:lnTo>
                  <a:lnTo>
                    <a:pt x="605896" y="355040"/>
                  </a:lnTo>
                  <a:lnTo>
                    <a:pt x="609911" y="305477"/>
                  </a:lnTo>
                  <a:lnTo>
                    <a:pt x="605939" y="256142"/>
                  </a:lnTo>
                  <a:lnTo>
                    <a:pt x="605921" y="255913"/>
                  </a:lnTo>
                  <a:lnTo>
                    <a:pt x="594458" y="209262"/>
                  </a:lnTo>
                  <a:lnTo>
                    <a:pt x="594369" y="208901"/>
                  </a:lnTo>
                  <a:lnTo>
                    <a:pt x="575882" y="165068"/>
                  </a:lnTo>
                  <a:lnTo>
                    <a:pt x="551088" y="125042"/>
                  </a:lnTo>
                  <a:lnTo>
                    <a:pt x="520611" y="89451"/>
                  </a:lnTo>
                  <a:lnTo>
                    <a:pt x="485081" y="58923"/>
                  </a:lnTo>
                  <a:lnTo>
                    <a:pt x="445123" y="34086"/>
                  </a:lnTo>
                  <a:lnTo>
                    <a:pt x="409146" y="188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65813" y="1662607"/>
              <a:ext cx="449275" cy="449275"/>
            </a:xfrm>
            <a:prstGeom prst="rect">
              <a:avLst/>
            </a:prstGeom>
          </p:spPr>
        </p:pic>
      </p:grpSp>
      <p:sp>
        <p:nvSpPr>
          <p:cNvPr id="65" name="object 65"/>
          <p:cNvSpPr/>
          <p:nvPr/>
        </p:nvSpPr>
        <p:spPr>
          <a:xfrm>
            <a:off x="6826923" y="1578977"/>
            <a:ext cx="610235" cy="611505"/>
          </a:xfrm>
          <a:custGeom>
            <a:avLst/>
            <a:gdLst/>
            <a:ahLst/>
            <a:cxnLst/>
            <a:rect l="l" t="t" r="r" b="b"/>
            <a:pathLst>
              <a:path w="610234" h="611505">
                <a:moveTo>
                  <a:pt x="437832" y="217678"/>
                </a:moveTo>
                <a:lnTo>
                  <a:pt x="435000" y="184467"/>
                </a:lnTo>
                <a:lnTo>
                  <a:pt x="434886" y="183108"/>
                </a:lnTo>
                <a:lnTo>
                  <a:pt x="434860" y="182791"/>
                </a:lnTo>
                <a:lnTo>
                  <a:pt x="425513" y="147828"/>
                </a:lnTo>
                <a:lnTo>
                  <a:pt x="409867" y="112915"/>
                </a:lnTo>
                <a:lnTo>
                  <a:pt x="398221" y="94462"/>
                </a:lnTo>
                <a:lnTo>
                  <a:pt x="387959" y="78193"/>
                </a:lnTo>
                <a:lnTo>
                  <a:pt x="380453" y="67652"/>
                </a:lnTo>
                <a:lnTo>
                  <a:pt x="377748" y="80302"/>
                </a:lnTo>
                <a:lnTo>
                  <a:pt x="367106" y="103149"/>
                </a:lnTo>
                <a:lnTo>
                  <a:pt x="347370" y="122034"/>
                </a:lnTo>
                <a:lnTo>
                  <a:pt x="321271" y="138430"/>
                </a:lnTo>
                <a:lnTo>
                  <a:pt x="263029" y="168376"/>
                </a:lnTo>
                <a:lnTo>
                  <a:pt x="236042" y="184467"/>
                </a:lnTo>
                <a:lnTo>
                  <a:pt x="194513" y="226415"/>
                </a:lnTo>
                <a:lnTo>
                  <a:pt x="174752" y="283845"/>
                </a:lnTo>
                <a:lnTo>
                  <a:pt x="174739" y="286067"/>
                </a:lnTo>
                <a:lnTo>
                  <a:pt x="174612" y="299313"/>
                </a:lnTo>
                <a:lnTo>
                  <a:pt x="180682" y="339686"/>
                </a:lnTo>
                <a:lnTo>
                  <a:pt x="208445" y="378409"/>
                </a:lnTo>
                <a:lnTo>
                  <a:pt x="220941" y="385178"/>
                </a:lnTo>
                <a:lnTo>
                  <a:pt x="221246" y="385483"/>
                </a:lnTo>
                <a:lnTo>
                  <a:pt x="221843" y="385483"/>
                </a:lnTo>
                <a:lnTo>
                  <a:pt x="222148" y="385787"/>
                </a:lnTo>
                <a:lnTo>
                  <a:pt x="227545" y="387591"/>
                </a:lnTo>
                <a:lnTo>
                  <a:pt x="229349" y="382168"/>
                </a:lnTo>
                <a:lnTo>
                  <a:pt x="233248" y="372833"/>
                </a:lnTo>
                <a:lnTo>
                  <a:pt x="250431" y="331647"/>
                </a:lnTo>
                <a:lnTo>
                  <a:pt x="276961" y="284822"/>
                </a:lnTo>
                <a:lnTo>
                  <a:pt x="305308" y="245630"/>
                </a:lnTo>
                <a:lnTo>
                  <a:pt x="331787" y="217982"/>
                </a:lnTo>
                <a:lnTo>
                  <a:pt x="332994" y="218579"/>
                </a:lnTo>
                <a:lnTo>
                  <a:pt x="333286" y="218579"/>
                </a:lnTo>
                <a:lnTo>
                  <a:pt x="340817" y="219900"/>
                </a:lnTo>
                <a:lnTo>
                  <a:pt x="347980" y="218211"/>
                </a:lnTo>
                <a:lnTo>
                  <a:pt x="348284" y="217982"/>
                </a:lnTo>
                <a:lnTo>
                  <a:pt x="353949" y="213931"/>
                </a:lnTo>
                <a:lnTo>
                  <a:pt x="356819" y="209245"/>
                </a:lnTo>
                <a:lnTo>
                  <a:pt x="357924" y="207441"/>
                </a:lnTo>
                <a:lnTo>
                  <a:pt x="359232" y="199898"/>
                </a:lnTo>
                <a:lnTo>
                  <a:pt x="348907" y="184035"/>
                </a:lnTo>
                <a:lnTo>
                  <a:pt x="348907" y="199009"/>
                </a:lnTo>
                <a:lnTo>
                  <a:pt x="345909" y="207441"/>
                </a:lnTo>
                <a:lnTo>
                  <a:pt x="341401" y="209245"/>
                </a:lnTo>
                <a:lnTo>
                  <a:pt x="332994" y="206235"/>
                </a:lnTo>
                <a:lnTo>
                  <a:pt x="331190" y="201714"/>
                </a:lnTo>
                <a:lnTo>
                  <a:pt x="332689" y="197497"/>
                </a:lnTo>
                <a:lnTo>
                  <a:pt x="334073" y="193878"/>
                </a:lnTo>
                <a:lnTo>
                  <a:pt x="334162" y="193662"/>
                </a:lnTo>
                <a:lnTo>
                  <a:pt x="334035" y="193662"/>
                </a:lnTo>
                <a:lnTo>
                  <a:pt x="338696" y="191477"/>
                </a:lnTo>
                <a:lnTo>
                  <a:pt x="347116" y="194487"/>
                </a:lnTo>
                <a:lnTo>
                  <a:pt x="348907" y="199009"/>
                </a:lnTo>
                <a:lnTo>
                  <a:pt x="348907" y="184035"/>
                </a:lnTo>
                <a:lnTo>
                  <a:pt x="346913" y="182791"/>
                </a:lnTo>
                <a:lnTo>
                  <a:pt x="347167" y="182791"/>
                </a:lnTo>
                <a:lnTo>
                  <a:pt x="339280" y="181432"/>
                </a:lnTo>
                <a:lnTo>
                  <a:pt x="320128" y="199898"/>
                </a:lnTo>
                <a:lnTo>
                  <a:pt x="320675" y="205333"/>
                </a:lnTo>
                <a:lnTo>
                  <a:pt x="323380" y="210146"/>
                </a:lnTo>
                <a:lnTo>
                  <a:pt x="296760" y="238074"/>
                </a:lnTo>
                <a:lnTo>
                  <a:pt x="268630" y="276694"/>
                </a:lnTo>
                <a:lnTo>
                  <a:pt x="242189" y="322707"/>
                </a:lnTo>
                <a:lnTo>
                  <a:pt x="220637" y="372833"/>
                </a:lnTo>
                <a:lnTo>
                  <a:pt x="211734" y="366788"/>
                </a:lnTo>
                <a:lnTo>
                  <a:pt x="203669" y="358406"/>
                </a:lnTo>
                <a:lnTo>
                  <a:pt x="196735" y="348043"/>
                </a:lnTo>
                <a:lnTo>
                  <a:pt x="191198" y="336080"/>
                </a:lnTo>
                <a:lnTo>
                  <a:pt x="185610" y="311861"/>
                </a:lnTo>
                <a:lnTo>
                  <a:pt x="185724" y="293598"/>
                </a:lnTo>
                <a:lnTo>
                  <a:pt x="204114" y="232448"/>
                </a:lnTo>
                <a:lnTo>
                  <a:pt x="243357" y="193662"/>
                </a:lnTo>
                <a:lnTo>
                  <a:pt x="324726" y="149796"/>
                </a:lnTo>
                <a:lnTo>
                  <a:pt x="350380" y="134150"/>
                </a:lnTo>
                <a:lnTo>
                  <a:pt x="371246" y="116141"/>
                </a:lnTo>
                <a:lnTo>
                  <a:pt x="385254" y="94462"/>
                </a:lnTo>
                <a:lnTo>
                  <a:pt x="416661" y="157441"/>
                </a:lnTo>
                <a:lnTo>
                  <a:pt x="426300" y="212864"/>
                </a:lnTo>
                <a:lnTo>
                  <a:pt x="421005" y="258546"/>
                </a:lnTo>
                <a:lnTo>
                  <a:pt x="420903" y="259448"/>
                </a:lnTo>
                <a:lnTo>
                  <a:pt x="407187" y="295922"/>
                </a:lnTo>
                <a:lnTo>
                  <a:pt x="363016" y="352463"/>
                </a:lnTo>
                <a:lnTo>
                  <a:pt x="329831" y="375577"/>
                </a:lnTo>
                <a:lnTo>
                  <a:pt x="265099" y="389699"/>
                </a:lnTo>
                <a:lnTo>
                  <a:pt x="273494" y="371170"/>
                </a:lnTo>
                <a:lnTo>
                  <a:pt x="282790" y="352463"/>
                </a:lnTo>
                <a:lnTo>
                  <a:pt x="293319" y="332892"/>
                </a:lnTo>
                <a:lnTo>
                  <a:pt x="304749" y="313182"/>
                </a:lnTo>
                <a:lnTo>
                  <a:pt x="311302" y="313601"/>
                </a:lnTo>
                <a:lnTo>
                  <a:pt x="312826" y="313182"/>
                </a:lnTo>
                <a:lnTo>
                  <a:pt x="328485" y="295198"/>
                </a:lnTo>
                <a:lnTo>
                  <a:pt x="327317" y="287909"/>
                </a:lnTo>
                <a:lnTo>
                  <a:pt x="326212" y="286067"/>
                </a:lnTo>
                <a:lnTo>
                  <a:pt x="323519" y="281584"/>
                </a:lnTo>
                <a:lnTo>
                  <a:pt x="318274" y="277698"/>
                </a:lnTo>
                <a:lnTo>
                  <a:pt x="318274" y="293598"/>
                </a:lnTo>
                <a:lnTo>
                  <a:pt x="316471" y="297510"/>
                </a:lnTo>
                <a:lnTo>
                  <a:pt x="315569" y="299313"/>
                </a:lnTo>
                <a:lnTo>
                  <a:pt x="314071" y="300824"/>
                </a:lnTo>
                <a:lnTo>
                  <a:pt x="311962" y="301726"/>
                </a:lnTo>
                <a:lnTo>
                  <a:pt x="309854" y="302336"/>
                </a:lnTo>
                <a:lnTo>
                  <a:pt x="307759" y="302336"/>
                </a:lnTo>
                <a:lnTo>
                  <a:pt x="305955" y="301434"/>
                </a:lnTo>
                <a:lnTo>
                  <a:pt x="302044" y="299618"/>
                </a:lnTo>
                <a:lnTo>
                  <a:pt x="300253" y="294805"/>
                </a:lnTo>
                <a:lnTo>
                  <a:pt x="302044" y="290880"/>
                </a:lnTo>
                <a:lnTo>
                  <a:pt x="302945" y="288772"/>
                </a:lnTo>
                <a:lnTo>
                  <a:pt x="304457" y="287566"/>
                </a:lnTo>
                <a:lnTo>
                  <a:pt x="306552" y="286664"/>
                </a:lnTo>
                <a:lnTo>
                  <a:pt x="308356" y="286067"/>
                </a:lnTo>
                <a:lnTo>
                  <a:pt x="310159" y="286067"/>
                </a:lnTo>
                <a:lnTo>
                  <a:pt x="311962" y="286664"/>
                </a:lnTo>
                <a:lnTo>
                  <a:pt x="312267" y="286664"/>
                </a:lnTo>
                <a:lnTo>
                  <a:pt x="312559" y="286969"/>
                </a:lnTo>
                <a:lnTo>
                  <a:pt x="316471" y="288772"/>
                </a:lnTo>
                <a:lnTo>
                  <a:pt x="318274" y="293598"/>
                </a:lnTo>
                <a:lnTo>
                  <a:pt x="318274" y="277698"/>
                </a:lnTo>
                <a:lnTo>
                  <a:pt x="317373" y="277025"/>
                </a:lnTo>
                <a:lnTo>
                  <a:pt x="313105" y="275031"/>
                </a:lnTo>
                <a:lnTo>
                  <a:pt x="314934" y="275031"/>
                </a:lnTo>
                <a:lnTo>
                  <a:pt x="288531" y="293598"/>
                </a:lnTo>
                <a:lnTo>
                  <a:pt x="289864" y="300824"/>
                </a:lnTo>
                <a:lnTo>
                  <a:pt x="289979" y="301434"/>
                </a:lnTo>
                <a:lnTo>
                  <a:pt x="290029" y="301726"/>
                </a:lnTo>
                <a:lnTo>
                  <a:pt x="295135" y="307149"/>
                </a:lnTo>
                <a:lnTo>
                  <a:pt x="268211" y="356057"/>
                </a:lnTo>
                <a:lnTo>
                  <a:pt x="247751" y="402615"/>
                </a:lnTo>
                <a:lnTo>
                  <a:pt x="234391" y="445046"/>
                </a:lnTo>
                <a:lnTo>
                  <a:pt x="228752" y="481584"/>
                </a:lnTo>
                <a:lnTo>
                  <a:pt x="222440" y="482485"/>
                </a:lnTo>
                <a:lnTo>
                  <a:pt x="217043" y="486410"/>
                </a:lnTo>
                <a:lnTo>
                  <a:pt x="214033" y="492429"/>
                </a:lnTo>
                <a:lnTo>
                  <a:pt x="212280" y="499656"/>
                </a:lnTo>
                <a:lnTo>
                  <a:pt x="212229" y="499859"/>
                </a:lnTo>
                <a:lnTo>
                  <a:pt x="213398" y="507149"/>
                </a:lnTo>
                <a:lnTo>
                  <a:pt x="217208" y="513486"/>
                </a:lnTo>
                <a:lnTo>
                  <a:pt x="223342" y="518033"/>
                </a:lnTo>
                <a:lnTo>
                  <a:pt x="223647" y="518337"/>
                </a:lnTo>
                <a:lnTo>
                  <a:pt x="224243" y="518337"/>
                </a:lnTo>
                <a:lnTo>
                  <a:pt x="224548" y="518642"/>
                </a:lnTo>
                <a:lnTo>
                  <a:pt x="231686" y="519925"/>
                </a:lnTo>
                <a:lnTo>
                  <a:pt x="238061" y="518642"/>
                </a:lnTo>
                <a:lnTo>
                  <a:pt x="238455" y="518642"/>
                </a:lnTo>
                <a:lnTo>
                  <a:pt x="244614" y="514705"/>
                </a:lnTo>
                <a:lnTo>
                  <a:pt x="248450" y="509295"/>
                </a:lnTo>
                <a:lnTo>
                  <a:pt x="248881" y="508698"/>
                </a:lnTo>
                <a:lnTo>
                  <a:pt x="250558" y="501319"/>
                </a:lnTo>
                <a:lnTo>
                  <a:pt x="249555" y="494842"/>
                </a:lnTo>
                <a:lnTo>
                  <a:pt x="249440" y="494131"/>
                </a:lnTo>
                <a:lnTo>
                  <a:pt x="247916" y="491528"/>
                </a:lnTo>
                <a:lnTo>
                  <a:pt x="245795" y="487895"/>
                </a:lnTo>
                <a:lnTo>
                  <a:pt x="240474" y="483857"/>
                </a:lnTo>
                <a:lnTo>
                  <a:pt x="240474" y="499656"/>
                </a:lnTo>
                <a:lnTo>
                  <a:pt x="236867" y="507492"/>
                </a:lnTo>
                <a:lnTo>
                  <a:pt x="232054" y="509295"/>
                </a:lnTo>
                <a:lnTo>
                  <a:pt x="224243" y="505688"/>
                </a:lnTo>
                <a:lnTo>
                  <a:pt x="222440" y="500862"/>
                </a:lnTo>
                <a:lnTo>
                  <a:pt x="226047" y="493039"/>
                </a:lnTo>
                <a:lnTo>
                  <a:pt x="230251" y="491528"/>
                </a:lnTo>
                <a:lnTo>
                  <a:pt x="234162" y="492734"/>
                </a:lnTo>
                <a:lnTo>
                  <a:pt x="234454" y="492734"/>
                </a:lnTo>
                <a:lnTo>
                  <a:pt x="234759" y="493039"/>
                </a:lnTo>
                <a:lnTo>
                  <a:pt x="238671" y="494842"/>
                </a:lnTo>
                <a:lnTo>
                  <a:pt x="240474" y="499656"/>
                </a:lnTo>
                <a:lnTo>
                  <a:pt x="240474" y="483857"/>
                </a:lnTo>
                <a:lnTo>
                  <a:pt x="239864" y="483387"/>
                </a:lnTo>
                <a:lnTo>
                  <a:pt x="241719" y="465353"/>
                </a:lnTo>
                <a:lnTo>
                  <a:pt x="245872" y="445325"/>
                </a:lnTo>
                <a:lnTo>
                  <a:pt x="252285" y="423532"/>
                </a:lnTo>
                <a:lnTo>
                  <a:pt x="260845" y="400380"/>
                </a:lnTo>
                <a:lnTo>
                  <a:pt x="260896" y="400240"/>
                </a:lnTo>
                <a:lnTo>
                  <a:pt x="295363" y="400380"/>
                </a:lnTo>
                <a:lnTo>
                  <a:pt x="295744" y="400240"/>
                </a:lnTo>
                <a:lnTo>
                  <a:pt x="325412" y="389699"/>
                </a:lnTo>
                <a:lnTo>
                  <a:pt x="369252" y="362242"/>
                </a:lnTo>
                <a:lnTo>
                  <a:pt x="401180" y="327634"/>
                </a:lnTo>
                <a:lnTo>
                  <a:pt x="428180" y="275031"/>
                </a:lnTo>
                <a:lnTo>
                  <a:pt x="437642" y="219900"/>
                </a:lnTo>
                <a:lnTo>
                  <a:pt x="437756" y="218592"/>
                </a:lnTo>
                <a:lnTo>
                  <a:pt x="437832" y="217678"/>
                </a:lnTo>
                <a:close/>
              </a:path>
              <a:path w="610234" h="611505">
                <a:moveTo>
                  <a:pt x="609904" y="305485"/>
                </a:moveTo>
                <a:lnTo>
                  <a:pt x="605942" y="256146"/>
                </a:lnTo>
                <a:lnTo>
                  <a:pt x="605917" y="255917"/>
                </a:lnTo>
                <a:lnTo>
                  <a:pt x="594461" y="209270"/>
                </a:lnTo>
                <a:lnTo>
                  <a:pt x="594372" y="208902"/>
                </a:lnTo>
                <a:lnTo>
                  <a:pt x="591083" y="201117"/>
                </a:lnTo>
                <a:lnTo>
                  <a:pt x="591083" y="305485"/>
                </a:lnTo>
                <a:lnTo>
                  <a:pt x="587349" y="351993"/>
                </a:lnTo>
                <a:lnTo>
                  <a:pt x="576503" y="396113"/>
                </a:lnTo>
                <a:lnTo>
                  <a:pt x="559168" y="437235"/>
                </a:lnTo>
                <a:lnTo>
                  <a:pt x="535914" y="474802"/>
                </a:lnTo>
                <a:lnTo>
                  <a:pt x="507314" y="508190"/>
                </a:lnTo>
                <a:lnTo>
                  <a:pt x="473976" y="536829"/>
                </a:lnTo>
                <a:lnTo>
                  <a:pt x="436486" y="560120"/>
                </a:lnTo>
                <a:lnTo>
                  <a:pt x="395427" y="577494"/>
                </a:lnTo>
                <a:lnTo>
                  <a:pt x="351383" y="588352"/>
                </a:lnTo>
                <a:lnTo>
                  <a:pt x="304952" y="592099"/>
                </a:lnTo>
                <a:lnTo>
                  <a:pt x="258521" y="588352"/>
                </a:lnTo>
                <a:lnTo>
                  <a:pt x="214477" y="577494"/>
                </a:lnTo>
                <a:lnTo>
                  <a:pt x="173418" y="560120"/>
                </a:lnTo>
                <a:lnTo>
                  <a:pt x="135928" y="536829"/>
                </a:lnTo>
                <a:lnTo>
                  <a:pt x="102590" y="508190"/>
                </a:lnTo>
                <a:lnTo>
                  <a:pt x="74002" y="474802"/>
                </a:lnTo>
                <a:lnTo>
                  <a:pt x="50736" y="437235"/>
                </a:lnTo>
                <a:lnTo>
                  <a:pt x="33401" y="396113"/>
                </a:lnTo>
                <a:lnTo>
                  <a:pt x="22567" y="351993"/>
                </a:lnTo>
                <a:lnTo>
                  <a:pt x="18821" y="305473"/>
                </a:lnTo>
                <a:lnTo>
                  <a:pt x="22567" y="258965"/>
                </a:lnTo>
                <a:lnTo>
                  <a:pt x="33401" y="214845"/>
                </a:lnTo>
                <a:lnTo>
                  <a:pt x="50736" y="173723"/>
                </a:lnTo>
                <a:lnTo>
                  <a:pt x="74002" y="136169"/>
                </a:lnTo>
                <a:lnTo>
                  <a:pt x="102590" y="102768"/>
                </a:lnTo>
                <a:lnTo>
                  <a:pt x="135928" y="74129"/>
                </a:lnTo>
                <a:lnTo>
                  <a:pt x="173418" y="50838"/>
                </a:lnTo>
                <a:lnTo>
                  <a:pt x="214477" y="33464"/>
                </a:lnTo>
                <a:lnTo>
                  <a:pt x="258521" y="22606"/>
                </a:lnTo>
                <a:lnTo>
                  <a:pt x="304952" y="18859"/>
                </a:lnTo>
                <a:lnTo>
                  <a:pt x="351155" y="22618"/>
                </a:lnTo>
                <a:lnTo>
                  <a:pt x="395071" y="33464"/>
                </a:lnTo>
                <a:lnTo>
                  <a:pt x="436079" y="50838"/>
                </a:lnTo>
                <a:lnTo>
                  <a:pt x="473570" y="74129"/>
                </a:lnTo>
                <a:lnTo>
                  <a:pt x="506958" y="102768"/>
                </a:lnTo>
                <a:lnTo>
                  <a:pt x="535635" y="136169"/>
                </a:lnTo>
                <a:lnTo>
                  <a:pt x="558990" y="173723"/>
                </a:lnTo>
                <a:lnTo>
                  <a:pt x="576414" y="214845"/>
                </a:lnTo>
                <a:lnTo>
                  <a:pt x="587324" y="258965"/>
                </a:lnTo>
                <a:lnTo>
                  <a:pt x="591083" y="305485"/>
                </a:lnTo>
                <a:lnTo>
                  <a:pt x="591083" y="201117"/>
                </a:lnTo>
                <a:lnTo>
                  <a:pt x="575881" y="165074"/>
                </a:lnTo>
                <a:lnTo>
                  <a:pt x="551091" y="125044"/>
                </a:lnTo>
                <a:lnTo>
                  <a:pt x="520611" y="89458"/>
                </a:lnTo>
                <a:lnTo>
                  <a:pt x="485076" y="58928"/>
                </a:lnTo>
                <a:lnTo>
                  <a:pt x="445122" y="34086"/>
                </a:lnTo>
                <a:lnTo>
                  <a:pt x="409143" y="18859"/>
                </a:lnTo>
                <a:lnTo>
                  <a:pt x="401574" y="15659"/>
                </a:lnTo>
                <a:lnTo>
                  <a:pt x="401726" y="15659"/>
                </a:lnTo>
                <a:lnTo>
                  <a:pt x="354533" y="4025"/>
                </a:lnTo>
                <a:lnTo>
                  <a:pt x="354749" y="4025"/>
                </a:lnTo>
                <a:lnTo>
                  <a:pt x="304952" y="0"/>
                </a:lnTo>
                <a:lnTo>
                  <a:pt x="255473" y="4025"/>
                </a:lnTo>
                <a:lnTo>
                  <a:pt x="208546" y="15659"/>
                </a:lnTo>
                <a:lnTo>
                  <a:pt x="164782" y="34264"/>
                </a:lnTo>
                <a:lnTo>
                  <a:pt x="124828" y="59194"/>
                </a:lnTo>
                <a:lnTo>
                  <a:pt x="89293" y="89801"/>
                </a:lnTo>
                <a:lnTo>
                  <a:pt x="58826" y="125450"/>
                </a:lnTo>
                <a:lnTo>
                  <a:pt x="34023" y="165481"/>
                </a:lnTo>
                <a:lnTo>
                  <a:pt x="15544" y="209270"/>
                </a:lnTo>
                <a:lnTo>
                  <a:pt x="4038" y="255917"/>
                </a:lnTo>
                <a:lnTo>
                  <a:pt x="0" y="305473"/>
                </a:lnTo>
                <a:lnTo>
                  <a:pt x="3987" y="354812"/>
                </a:lnTo>
                <a:lnTo>
                  <a:pt x="15544" y="401688"/>
                </a:lnTo>
                <a:lnTo>
                  <a:pt x="34023" y="445477"/>
                </a:lnTo>
                <a:lnTo>
                  <a:pt x="58826" y="485508"/>
                </a:lnTo>
                <a:lnTo>
                  <a:pt x="89293" y="521157"/>
                </a:lnTo>
                <a:lnTo>
                  <a:pt x="124828" y="551764"/>
                </a:lnTo>
                <a:lnTo>
                  <a:pt x="164782" y="576694"/>
                </a:lnTo>
                <a:lnTo>
                  <a:pt x="208749" y="595388"/>
                </a:lnTo>
                <a:lnTo>
                  <a:pt x="208902" y="595388"/>
                </a:lnTo>
                <a:lnTo>
                  <a:pt x="255574" y="606958"/>
                </a:lnTo>
                <a:lnTo>
                  <a:pt x="255790" y="606958"/>
                </a:lnTo>
                <a:lnTo>
                  <a:pt x="304952" y="610958"/>
                </a:lnTo>
                <a:lnTo>
                  <a:pt x="354203" y="606958"/>
                </a:lnTo>
                <a:lnTo>
                  <a:pt x="401002" y="595388"/>
                </a:lnTo>
                <a:lnTo>
                  <a:pt x="408762" y="592099"/>
                </a:lnTo>
                <a:lnTo>
                  <a:pt x="444703" y="576872"/>
                </a:lnTo>
                <a:lnTo>
                  <a:pt x="484670" y="552030"/>
                </a:lnTo>
                <a:lnTo>
                  <a:pt x="520255" y="521500"/>
                </a:lnTo>
                <a:lnTo>
                  <a:pt x="550811" y="485914"/>
                </a:lnTo>
                <a:lnTo>
                  <a:pt x="575703" y="445884"/>
                </a:lnTo>
                <a:lnTo>
                  <a:pt x="594283" y="402056"/>
                </a:lnTo>
                <a:lnTo>
                  <a:pt x="605891" y="355041"/>
                </a:lnTo>
                <a:lnTo>
                  <a:pt x="609904" y="3054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3663336" y="1592309"/>
            <a:ext cx="610235" cy="611505"/>
          </a:xfrm>
          <a:custGeom>
            <a:avLst/>
            <a:gdLst/>
            <a:ahLst/>
            <a:cxnLst/>
            <a:rect l="l" t="t" r="r" b="b"/>
            <a:pathLst>
              <a:path w="610234" h="611505">
                <a:moveTo>
                  <a:pt x="304955" y="0"/>
                </a:moveTo>
                <a:lnTo>
                  <a:pt x="255476" y="4022"/>
                </a:lnTo>
                <a:lnTo>
                  <a:pt x="208544" y="15658"/>
                </a:lnTo>
                <a:lnTo>
                  <a:pt x="164786" y="34264"/>
                </a:lnTo>
                <a:lnTo>
                  <a:pt x="124829" y="59194"/>
                </a:lnTo>
                <a:lnTo>
                  <a:pt x="89298" y="89804"/>
                </a:lnTo>
                <a:lnTo>
                  <a:pt x="58822" y="125448"/>
                </a:lnTo>
                <a:lnTo>
                  <a:pt x="34028" y="165483"/>
                </a:lnTo>
                <a:lnTo>
                  <a:pt x="15541" y="209262"/>
                </a:lnTo>
                <a:lnTo>
                  <a:pt x="4046" y="255913"/>
                </a:lnTo>
                <a:lnTo>
                  <a:pt x="0" y="305476"/>
                </a:lnTo>
                <a:lnTo>
                  <a:pt x="3990" y="354811"/>
                </a:lnTo>
                <a:lnTo>
                  <a:pt x="15541" y="401690"/>
                </a:lnTo>
                <a:lnTo>
                  <a:pt x="34028" y="445470"/>
                </a:lnTo>
                <a:lnTo>
                  <a:pt x="58823" y="485505"/>
                </a:lnTo>
                <a:lnTo>
                  <a:pt x="89299" y="521149"/>
                </a:lnTo>
                <a:lnTo>
                  <a:pt x="124830" y="551759"/>
                </a:lnTo>
                <a:lnTo>
                  <a:pt x="164787" y="576690"/>
                </a:lnTo>
                <a:lnTo>
                  <a:pt x="208758" y="595386"/>
                </a:lnTo>
                <a:lnTo>
                  <a:pt x="208910" y="595386"/>
                </a:lnTo>
                <a:lnTo>
                  <a:pt x="255580" y="606958"/>
                </a:lnTo>
                <a:lnTo>
                  <a:pt x="255790" y="606958"/>
                </a:lnTo>
                <a:lnTo>
                  <a:pt x="304956" y="610954"/>
                </a:lnTo>
                <a:lnTo>
                  <a:pt x="354206" y="606958"/>
                </a:lnTo>
                <a:lnTo>
                  <a:pt x="401006" y="595386"/>
                </a:lnTo>
                <a:lnTo>
                  <a:pt x="408767" y="592098"/>
                </a:lnTo>
                <a:lnTo>
                  <a:pt x="304956" y="592098"/>
                </a:lnTo>
                <a:lnTo>
                  <a:pt x="258520" y="588349"/>
                </a:lnTo>
                <a:lnTo>
                  <a:pt x="214479" y="577495"/>
                </a:lnTo>
                <a:lnTo>
                  <a:pt x="173419" y="560124"/>
                </a:lnTo>
                <a:lnTo>
                  <a:pt x="135928" y="536824"/>
                </a:lnTo>
                <a:lnTo>
                  <a:pt x="102594" y="508185"/>
                </a:lnTo>
                <a:lnTo>
                  <a:pt x="74003" y="474793"/>
                </a:lnTo>
                <a:lnTo>
                  <a:pt x="50743" y="437238"/>
                </a:lnTo>
                <a:lnTo>
                  <a:pt x="33402" y="396108"/>
                </a:lnTo>
                <a:lnTo>
                  <a:pt x="22566" y="351991"/>
                </a:lnTo>
                <a:lnTo>
                  <a:pt x="18824" y="305476"/>
                </a:lnTo>
                <a:lnTo>
                  <a:pt x="22566" y="258961"/>
                </a:lnTo>
                <a:lnTo>
                  <a:pt x="33401" y="214845"/>
                </a:lnTo>
                <a:lnTo>
                  <a:pt x="50743" y="173716"/>
                </a:lnTo>
                <a:lnTo>
                  <a:pt x="74002" y="136161"/>
                </a:lnTo>
                <a:lnTo>
                  <a:pt x="102593" y="102771"/>
                </a:lnTo>
                <a:lnTo>
                  <a:pt x="135927" y="74132"/>
                </a:lnTo>
                <a:lnTo>
                  <a:pt x="173418" y="50833"/>
                </a:lnTo>
                <a:lnTo>
                  <a:pt x="214478" y="33463"/>
                </a:lnTo>
                <a:lnTo>
                  <a:pt x="258519" y="22609"/>
                </a:lnTo>
                <a:lnTo>
                  <a:pt x="304955" y="18861"/>
                </a:lnTo>
                <a:lnTo>
                  <a:pt x="409146" y="18861"/>
                </a:lnTo>
                <a:lnTo>
                  <a:pt x="401578" y="15658"/>
                </a:lnTo>
                <a:lnTo>
                  <a:pt x="401731" y="15658"/>
                </a:lnTo>
                <a:lnTo>
                  <a:pt x="354536" y="4022"/>
                </a:lnTo>
                <a:lnTo>
                  <a:pt x="354747" y="4022"/>
                </a:lnTo>
                <a:lnTo>
                  <a:pt x="304955" y="0"/>
                </a:lnTo>
                <a:close/>
              </a:path>
              <a:path w="610234" h="611505">
                <a:moveTo>
                  <a:pt x="409146" y="18861"/>
                </a:moveTo>
                <a:lnTo>
                  <a:pt x="304955" y="18861"/>
                </a:lnTo>
                <a:lnTo>
                  <a:pt x="351162" y="22609"/>
                </a:lnTo>
                <a:lnTo>
                  <a:pt x="395072" y="33463"/>
                </a:lnTo>
                <a:lnTo>
                  <a:pt x="436078" y="50833"/>
                </a:lnTo>
                <a:lnTo>
                  <a:pt x="473578" y="74132"/>
                </a:lnTo>
                <a:lnTo>
                  <a:pt x="506966" y="102771"/>
                </a:lnTo>
                <a:lnTo>
                  <a:pt x="535639" y="136162"/>
                </a:lnTo>
                <a:lnTo>
                  <a:pt x="558992" y="173716"/>
                </a:lnTo>
                <a:lnTo>
                  <a:pt x="576421" y="214846"/>
                </a:lnTo>
                <a:lnTo>
                  <a:pt x="587322" y="258962"/>
                </a:lnTo>
                <a:lnTo>
                  <a:pt x="591090" y="305477"/>
                </a:lnTo>
                <a:lnTo>
                  <a:pt x="587347" y="351992"/>
                </a:lnTo>
                <a:lnTo>
                  <a:pt x="576512" y="396109"/>
                </a:lnTo>
                <a:lnTo>
                  <a:pt x="559170" y="437239"/>
                </a:lnTo>
                <a:lnTo>
                  <a:pt x="535910" y="474794"/>
                </a:lnTo>
                <a:lnTo>
                  <a:pt x="507319" y="508185"/>
                </a:lnTo>
                <a:lnTo>
                  <a:pt x="473984" y="536825"/>
                </a:lnTo>
                <a:lnTo>
                  <a:pt x="436493" y="560124"/>
                </a:lnTo>
                <a:lnTo>
                  <a:pt x="395433" y="577495"/>
                </a:lnTo>
                <a:lnTo>
                  <a:pt x="351392" y="588349"/>
                </a:lnTo>
                <a:lnTo>
                  <a:pt x="304956" y="592098"/>
                </a:lnTo>
                <a:lnTo>
                  <a:pt x="408767" y="592098"/>
                </a:lnTo>
                <a:lnTo>
                  <a:pt x="444711" y="576868"/>
                </a:lnTo>
                <a:lnTo>
                  <a:pt x="484677" y="552031"/>
                </a:lnTo>
                <a:lnTo>
                  <a:pt x="520260" y="521502"/>
                </a:lnTo>
                <a:lnTo>
                  <a:pt x="550818" y="485911"/>
                </a:lnTo>
                <a:lnTo>
                  <a:pt x="575706" y="445885"/>
                </a:lnTo>
                <a:lnTo>
                  <a:pt x="594279" y="402052"/>
                </a:lnTo>
                <a:lnTo>
                  <a:pt x="605896" y="355040"/>
                </a:lnTo>
                <a:lnTo>
                  <a:pt x="609911" y="305477"/>
                </a:lnTo>
                <a:lnTo>
                  <a:pt x="605939" y="256142"/>
                </a:lnTo>
                <a:lnTo>
                  <a:pt x="605921" y="255914"/>
                </a:lnTo>
                <a:lnTo>
                  <a:pt x="594458" y="209263"/>
                </a:lnTo>
                <a:lnTo>
                  <a:pt x="594369" y="208902"/>
                </a:lnTo>
                <a:lnTo>
                  <a:pt x="575882" y="165069"/>
                </a:lnTo>
                <a:lnTo>
                  <a:pt x="551087" y="125043"/>
                </a:lnTo>
                <a:lnTo>
                  <a:pt x="520611" y="89452"/>
                </a:lnTo>
                <a:lnTo>
                  <a:pt x="485081" y="58923"/>
                </a:lnTo>
                <a:lnTo>
                  <a:pt x="445123" y="34086"/>
                </a:lnTo>
                <a:lnTo>
                  <a:pt x="409146" y="188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7" name="object 6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947558" y="1578974"/>
            <a:ext cx="609911" cy="610954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742542" y="1657654"/>
            <a:ext cx="449275" cy="449275"/>
          </a:xfrm>
          <a:prstGeom prst="rect">
            <a:avLst/>
          </a:prstGeom>
        </p:spPr>
      </p:pic>
      <p:sp>
        <p:nvSpPr>
          <p:cNvPr id="69" name="object 69"/>
          <p:cNvSpPr/>
          <p:nvPr/>
        </p:nvSpPr>
        <p:spPr>
          <a:xfrm>
            <a:off x="17491837" y="8458454"/>
            <a:ext cx="796290" cy="800100"/>
          </a:xfrm>
          <a:custGeom>
            <a:avLst/>
            <a:gdLst/>
            <a:ahLst/>
            <a:cxnLst/>
            <a:rect l="l" t="t" r="r" b="b"/>
            <a:pathLst>
              <a:path w="796290" h="800100">
                <a:moveTo>
                  <a:pt x="796163" y="0"/>
                </a:moveTo>
                <a:lnTo>
                  <a:pt x="80009" y="0"/>
                </a:lnTo>
                <a:lnTo>
                  <a:pt x="64337" y="1543"/>
                </a:lnTo>
                <a:lnTo>
                  <a:pt x="23368" y="23368"/>
                </a:lnTo>
                <a:lnTo>
                  <a:pt x="1543" y="64337"/>
                </a:lnTo>
                <a:lnTo>
                  <a:pt x="0" y="80010"/>
                </a:lnTo>
                <a:lnTo>
                  <a:pt x="0" y="719797"/>
                </a:lnTo>
                <a:lnTo>
                  <a:pt x="13394" y="764210"/>
                </a:lnTo>
                <a:lnTo>
                  <a:pt x="49403" y="793753"/>
                </a:lnTo>
                <a:lnTo>
                  <a:pt x="80009" y="799846"/>
                </a:lnTo>
                <a:lnTo>
                  <a:pt x="796163" y="799846"/>
                </a:lnTo>
                <a:lnTo>
                  <a:pt x="796163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995438" y="3332143"/>
            <a:ext cx="258445" cy="309245"/>
          </a:xfrm>
          <a:custGeom>
            <a:avLst/>
            <a:gdLst/>
            <a:ahLst/>
            <a:cxnLst/>
            <a:rect l="l" t="t" r="r" b="b"/>
            <a:pathLst>
              <a:path w="258445" h="309245">
                <a:moveTo>
                  <a:pt x="209733" y="0"/>
                </a:moveTo>
                <a:lnTo>
                  <a:pt x="191767" y="20282"/>
                </a:lnTo>
                <a:lnTo>
                  <a:pt x="151680" y="72348"/>
                </a:lnTo>
                <a:lnTo>
                  <a:pt x="110187" y="143028"/>
                </a:lnTo>
                <a:lnTo>
                  <a:pt x="88005" y="219149"/>
                </a:lnTo>
                <a:lnTo>
                  <a:pt x="76828" y="192779"/>
                </a:lnTo>
                <a:lnTo>
                  <a:pt x="63193" y="176771"/>
                </a:lnTo>
                <a:lnTo>
                  <a:pt x="51664" y="168842"/>
                </a:lnTo>
                <a:lnTo>
                  <a:pt x="46806" y="166707"/>
                </a:lnTo>
                <a:lnTo>
                  <a:pt x="0" y="217277"/>
                </a:lnTo>
                <a:lnTo>
                  <a:pt x="8894" y="219766"/>
                </a:lnTo>
                <a:lnTo>
                  <a:pt x="31833" y="231562"/>
                </a:lnTo>
                <a:lnTo>
                  <a:pt x="63199" y="259164"/>
                </a:lnTo>
                <a:lnTo>
                  <a:pt x="97373" y="309066"/>
                </a:lnTo>
                <a:lnTo>
                  <a:pt x="129649" y="207799"/>
                </a:lnTo>
                <a:lnTo>
                  <a:pt x="184220" y="131116"/>
                </a:lnTo>
                <a:lnTo>
                  <a:pt x="235630" y="82531"/>
                </a:lnTo>
                <a:lnTo>
                  <a:pt x="258423" y="65555"/>
                </a:lnTo>
                <a:lnTo>
                  <a:pt x="209733" y="0"/>
                </a:lnTo>
                <a:close/>
              </a:path>
            </a:pathLst>
          </a:custGeom>
          <a:solidFill>
            <a:srgbClr val="1F9F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3797114" y="3332150"/>
            <a:ext cx="368935" cy="339725"/>
          </a:xfrm>
          <a:custGeom>
            <a:avLst/>
            <a:gdLst/>
            <a:ahLst/>
            <a:cxnLst/>
            <a:rect l="l" t="t" r="r" b="b"/>
            <a:pathLst>
              <a:path w="368934" h="339725">
                <a:moveTo>
                  <a:pt x="45995" y="0"/>
                </a:moveTo>
                <a:lnTo>
                  <a:pt x="7663" y="16953"/>
                </a:lnTo>
                <a:lnTo>
                  <a:pt x="0" y="35966"/>
                </a:lnTo>
                <a:lnTo>
                  <a:pt x="4774" y="44229"/>
                </a:lnTo>
                <a:lnTo>
                  <a:pt x="12985" y="51192"/>
                </a:lnTo>
                <a:lnTo>
                  <a:pt x="23030" y="56567"/>
                </a:lnTo>
                <a:lnTo>
                  <a:pt x="52822" y="70506"/>
                </a:lnTo>
                <a:lnTo>
                  <a:pt x="82000" y="86457"/>
                </a:lnTo>
                <a:lnTo>
                  <a:pt x="110468" y="104366"/>
                </a:lnTo>
                <a:lnTo>
                  <a:pt x="138130" y="124176"/>
                </a:lnTo>
                <a:lnTo>
                  <a:pt x="121657" y="138341"/>
                </a:lnTo>
                <a:lnTo>
                  <a:pt x="105699" y="152763"/>
                </a:lnTo>
                <a:lnTo>
                  <a:pt x="75537" y="182193"/>
                </a:lnTo>
                <a:lnTo>
                  <a:pt x="37313" y="229324"/>
                </a:lnTo>
                <a:lnTo>
                  <a:pt x="19883" y="264891"/>
                </a:lnTo>
                <a:lnTo>
                  <a:pt x="15488" y="288197"/>
                </a:lnTo>
                <a:lnTo>
                  <a:pt x="16368" y="298544"/>
                </a:lnTo>
                <a:lnTo>
                  <a:pt x="52963" y="339233"/>
                </a:lnTo>
                <a:lnTo>
                  <a:pt x="62821" y="339540"/>
                </a:lnTo>
                <a:lnTo>
                  <a:pt x="67819" y="337766"/>
                </a:lnTo>
                <a:lnTo>
                  <a:pt x="85526" y="304031"/>
                </a:lnTo>
                <a:lnTo>
                  <a:pt x="86224" y="295947"/>
                </a:lnTo>
                <a:lnTo>
                  <a:pt x="89053" y="278382"/>
                </a:lnTo>
                <a:lnTo>
                  <a:pt x="114954" y="233202"/>
                </a:lnTo>
                <a:lnTo>
                  <a:pt x="145483" y="193722"/>
                </a:lnTo>
                <a:lnTo>
                  <a:pt x="177451" y="156880"/>
                </a:lnTo>
                <a:lnTo>
                  <a:pt x="224760" y="204647"/>
                </a:lnTo>
                <a:lnTo>
                  <a:pt x="258663" y="246172"/>
                </a:lnTo>
                <a:lnTo>
                  <a:pt x="279120" y="275557"/>
                </a:lnTo>
                <a:lnTo>
                  <a:pt x="286088" y="286908"/>
                </a:lnTo>
                <a:lnTo>
                  <a:pt x="294819" y="303570"/>
                </a:lnTo>
                <a:lnTo>
                  <a:pt x="301186" y="312987"/>
                </a:lnTo>
                <a:lnTo>
                  <a:pt x="305751" y="317088"/>
                </a:lnTo>
                <a:lnTo>
                  <a:pt x="309075" y="317805"/>
                </a:lnTo>
                <a:lnTo>
                  <a:pt x="311373" y="317570"/>
                </a:lnTo>
                <a:lnTo>
                  <a:pt x="312802" y="315770"/>
                </a:lnTo>
                <a:lnTo>
                  <a:pt x="313299" y="313821"/>
                </a:lnTo>
                <a:lnTo>
                  <a:pt x="313445" y="299241"/>
                </a:lnTo>
                <a:lnTo>
                  <a:pt x="310948" y="285256"/>
                </a:lnTo>
                <a:lnTo>
                  <a:pt x="287993" y="232541"/>
                </a:lnTo>
                <a:lnTo>
                  <a:pt x="265703" y="195609"/>
                </a:lnTo>
                <a:lnTo>
                  <a:pt x="239349" y="159180"/>
                </a:lnTo>
                <a:lnTo>
                  <a:pt x="209014" y="123379"/>
                </a:lnTo>
                <a:lnTo>
                  <a:pt x="220808" y="111578"/>
                </a:lnTo>
                <a:lnTo>
                  <a:pt x="255270" y="79596"/>
                </a:lnTo>
                <a:lnTo>
                  <a:pt x="287949" y="54590"/>
                </a:lnTo>
                <a:lnTo>
                  <a:pt x="328486" y="30624"/>
                </a:lnTo>
                <a:lnTo>
                  <a:pt x="342509" y="22073"/>
                </a:lnTo>
                <a:lnTo>
                  <a:pt x="351509" y="16727"/>
                </a:lnTo>
                <a:lnTo>
                  <a:pt x="359774" y="12097"/>
                </a:lnTo>
                <a:lnTo>
                  <a:pt x="365012" y="9716"/>
                </a:lnTo>
                <a:lnTo>
                  <a:pt x="366068" y="9902"/>
                </a:lnTo>
                <a:lnTo>
                  <a:pt x="367248" y="9498"/>
                </a:lnTo>
                <a:lnTo>
                  <a:pt x="368925" y="7170"/>
                </a:lnTo>
                <a:lnTo>
                  <a:pt x="368645" y="5308"/>
                </a:lnTo>
                <a:lnTo>
                  <a:pt x="367310" y="4346"/>
                </a:lnTo>
                <a:lnTo>
                  <a:pt x="356164" y="662"/>
                </a:lnTo>
                <a:lnTo>
                  <a:pt x="342715" y="1668"/>
                </a:lnTo>
                <a:lnTo>
                  <a:pt x="298201" y="17409"/>
                </a:lnTo>
                <a:lnTo>
                  <a:pt x="250546" y="43419"/>
                </a:lnTo>
                <a:lnTo>
                  <a:pt x="214101" y="66903"/>
                </a:lnTo>
                <a:lnTo>
                  <a:pt x="178672" y="92102"/>
                </a:lnTo>
                <a:lnTo>
                  <a:pt x="139401" y="56598"/>
                </a:lnTo>
                <a:lnTo>
                  <a:pt x="106647" y="30520"/>
                </a:lnTo>
                <a:lnTo>
                  <a:pt x="69384" y="5504"/>
                </a:lnTo>
                <a:lnTo>
                  <a:pt x="53860" y="589"/>
                </a:lnTo>
                <a:lnTo>
                  <a:pt x="45995" y="0"/>
                </a:lnTo>
                <a:close/>
              </a:path>
            </a:pathLst>
          </a:custGeom>
          <a:solidFill>
            <a:srgbClr val="FF17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6117974" y="3284518"/>
            <a:ext cx="258445" cy="309245"/>
          </a:xfrm>
          <a:custGeom>
            <a:avLst/>
            <a:gdLst/>
            <a:ahLst/>
            <a:cxnLst/>
            <a:rect l="l" t="t" r="r" b="b"/>
            <a:pathLst>
              <a:path w="258444" h="309245">
                <a:moveTo>
                  <a:pt x="209733" y="0"/>
                </a:moveTo>
                <a:lnTo>
                  <a:pt x="191767" y="20282"/>
                </a:lnTo>
                <a:lnTo>
                  <a:pt x="151680" y="72348"/>
                </a:lnTo>
                <a:lnTo>
                  <a:pt x="110187" y="143028"/>
                </a:lnTo>
                <a:lnTo>
                  <a:pt x="88005" y="219149"/>
                </a:lnTo>
                <a:lnTo>
                  <a:pt x="76828" y="192779"/>
                </a:lnTo>
                <a:lnTo>
                  <a:pt x="63193" y="176771"/>
                </a:lnTo>
                <a:lnTo>
                  <a:pt x="51664" y="168842"/>
                </a:lnTo>
                <a:lnTo>
                  <a:pt x="46806" y="166707"/>
                </a:lnTo>
                <a:lnTo>
                  <a:pt x="0" y="217277"/>
                </a:lnTo>
                <a:lnTo>
                  <a:pt x="8894" y="219766"/>
                </a:lnTo>
                <a:lnTo>
                  <a:pt x="31833" y="231562"/>
                </a:lnTo>
                <a:lnTo>
                  <a:pt x="63199" y="259164"/>
                </a:lnTo>
                <a:lnTo>
                  <a:pt x="97373" y="309066"/>
                </a:lnTo>
                <a:lnTo>
                  <a:pt x="129649" y="207799"/>
                </a:lnTo>
                <a:lnTo>
                  <a:pt x="184220" y="131116"/>
                </a:lnTo>
                <a:lnTo>
                  <a:pt x="235629" y="82531"/>
                </a:lnTo>
                <a:lnTo>
                  <a:pt x="258423" y="65555"/>
                </a:lnTo>
                <a:lnTo>
                  <a:pt x="209733" y="0"/>
                </a:lnTo>
                <a:close/>
              </a:path>
            </a:pathLst>
          </a:custGeom>
          <a:solidFill>
            <a:srgbClr val="1F9F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009108" y="392164"/>
            <a:ext cx="13335" cy="536575"/>
          </a:xfrm>
          <a:custGeom>
            <a:avLst/>
            <a:gdLst/>
            <a:ahLst/>
            <a:cxnLst/>
            <a:rect l="l" t="t" r="r" b="b"/>
            <a:pathLst>
              <a:path w="13334" h="536575">
                <a:moveTo>
                  <a:pt x="12864" y="0"/>
                </a:moveTo>
                <a:lnTo>
                  <a:pt x="0" y="0"/>
                </a:lnTo>
                <a:lnTo>
                  <a:pt x="0" y="536202"/>
                </a:lnTo>
                <a:lnTo>
                  <a:pt x="12864" y="536202"/>
                </a:lnTo>
                <a:lnTo>
                  <a:pt x="12864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4" name="object 7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81661" y="534419"/>
            <a:ext cx="1009376" cy="266384"/>
          </a:xfrm>
          <a:prstGeom prst="rect">
            <a:avLst/>
          </a:prstGeom>
        </p:spPr>
      </p:pic>
      <p:sp>
        <p:nvSpPr>
          <p:cNvPr id="75" name="object 75"/>
          <p:cNvSpPr/>
          <p:nvPr/>
        </p:nvSpPr>
        <p:spPr>
          <a:xfrm>
            <a:off x="652747" y="444188"/>
            <a:ext cx="263525" cy="452755"/>
          </a:xfrm>
          <a:custGeom>
            <a:avLst/>
            <a:gdLst/>
            <a:ahLst/>
            <a:cxnLst/>
            <a:rect l="l" t="t" r="r" b="b"/>
            <a:pathLst>
              <a:path w="263525" h="452755">
                <a:moveTo>
                  <a:pt x="132977" y="206963"/>
                </a:moveTo>
                <a:lnTo>
                  <a:pt x="123364" y="210579"/>
                </a:lnTo>
                <a:lnTo>
                  <a:pt x="119459" y="214194"/>
                </a:lnTo>
                <a:lnTo>
                  <a:pt x="117356" y="218713"/>
                </a:lnTo>
                <a:lnTo>
                  <a:pt x="114052" y="225943"/>
                </a:lnTo>
                <a:lnTo>
                  <a:pt x="115387" y="233173"/>
                </a:lnTo>
                <a:lnTo>
                  <a:pt x="115498" y="233776"/>
                </a:lnTo>
                <a:lnTo>
                  <a:pt x="115554" y="234077"/>
                </a:lnTo>
                <a:lnTo>
                  <a:pt x="120661" y="239500"/>
                </a:lnTo>
                <a:lnTo>
                  <a:pt x="93727" y="288404"/>
                </a:lnTo>
                <a:lnTo>
                  <a:pt x="73271" y="334963"/>
                </a:lnTo>
                <a:lnTo>
                  <a:pt x="59912" y="377399"/>
                </a:lnTo>
                <a:lnTo>
                  <a:pt x="54270" y="413932"/>
                </a:lnTo>
                <a:lnTo>
                  <a:pt x="47962" y="414836"/>
                </a:lnTo>
                <a:lnTo>
                  <a:pt x="42554" y="418753"/>
                </a:lnTo>
                <a:lnTo>
                  <a:pt x="39550" y="424778"/>
                </a:lnTo>
                <a:lnTo>
                  <a:pt x="37801" y="432008"/>
                </a:lnTo>
                <a:lnTo>
                  <a:pt x="37752" y="432211"/>
                </a:lnTo>
                <a:lnTo>
                  <a:pt x="38912" y="439502"/>
                </a:lnTo>
                <a:lnTo>
                  <a:pt x="42719" y="445834"/>
                </a:lnTo>
                <a:lnTo>
                  <a:pt x="48863" y="450386"/>
                </a:lnTo>
                <a:lnTo>
                  <a:pt x="49163" y="450687"/>
                </a:lnTo>
                <a:lnTo>
                  <a:pt x="49764" y="450687"/>
                </a:lnTo>
                <a:lnTo>
                  <a:pt x="50065" y="450988"/>
                </a:lnTo>
                <a:lnTo>
                  <a:pt x="57204" y="452273"/>
                </a:lnTo>
                <a:lnTo>
                  <a:pt x="63585" y="450988"/>
                </a:lnTo>
                <a:lnTo>
                  <a:pt x="63970" y="450988"/>
                </a:lnTo>
                <a:lnTo>
                  <a:pt x="70131" y="447048"/>
                </a:lnTo>
                <a:lnTo>
                  <a:pt x="73969" y="441649"/>
                </a:lnTo>
                <a:lnTo>
                  <a:pt x="57575" y="441649"/>
                </a:lnTo>
                <a:lnTo>
                  <a:pt x="49764" y="438034"/>
                </a:lnTo>
                <a:lnTo>
                  <a:pt x="47962" y="433214"/>
                </a:lnTo>
                <a:lnTo>
                  <a:pt x="51567" y="425380"/>
                </a:lnTo>
                <a:lnTo>
                  <a:pt x="55772" y="423874"/>
                </a:lnTo>
                <a:lnTo>
                  <a:pt x="73439" y="423874"/>
                </a:lnTo>
                <a:lnTo>
                  <a:pt x="71314" y="420245"/>
                </a:lnTo>
                <a:lnTo>
                  <a:pt x="65385" y="415740"/>
                </a:lnTo>
                <a:lnTo>
                  <a:pt x="67235" y="397706"/>
                </a:lnTo>
                <a:lnTo>
                  <a:pt x="71394" y="377668"/>
                </a:lnTo>
                <a:lnTo>
                  <a:pt x="77805" y="355878"/>
                </a:lnTo>
                <a:lnTo>
                  <a:pt x="86364" y="332727"/>
                </a:lnTo>
                <a:lnTo>
                  <a:pt x="86414" y="332591"/>
                </a:lnTo>
                <a:lnTo>
                  <a:pt x="121265" y="332591"/>
                </a:lnTo>
                <a:lnTo>
                  <a:pt x="150937" y="322047"/>
                </a:lnTo>
                <a:lnTo>
                  <a:pt x="90620" y="322047"/>
                </a:lnTo>
                <a:lnTo>
                  <a:pt x="99012" y="303524"/>
                </a:lnTo>
                <a:lnTo>
                  <a:pt x="108304" y="284807"/>
                </a:lnTo>
                <a:lnTo>
                  <a:pt x="118839" y="265235"/>
                </a:lnTo>
                <a:lnTo>
                  <a:pt x="130274" y="245525"/>
                </a:lnTo>
                <a:lnTo>
                  <a:pt x="138351" y="245525"/>
                </a:lnTo>
                <a:lnTo>
                  <a:pt x="143041" y="244207"/>
                </a:lnTo>
                <a:lnTo>
                  <a:pt x="148355" y="240484"/>
                </a:lnTo>
                <a:lnTo>
                  <a:pt x="152204" y="234981"/>
                </a:lnTo>
                <a:lnTo>
                  <a:pt x="152276" y="234680"/>
                </a:lnTo>
                <a:lnTo>
                  <a:pt x="133278" y="234680"/>
                </a:lnTo>
                <a:lnTo>
                  <a:pt x="131475" y="233776"/>
                </a:lnTo>
                <a:lnTo>
                  <a:pt x="127570" y="231968"/>
                </a:lnTo>
                <a:lnTo>
                  <a:pt x="125768" y="227148"/>
                </a:lnTo>
                <a:lnTo>
                  <a:pt x="127570" y="223232"/>
                </a:lnTo>
                <a:lnTo>
                  <a:pt x="128471" y="221123"/>
                </a:lnTo>
                <a:lnTo>
                  <a:pt x="129973" y="219918"/>
                </a:lnTo>
                <a:lnTo>
                  <a:pt x="132076" y="219014"/>
                </a:lnTo>
                <a:lnTo>
                  <a:pt x="133879" y="218412"/>
                </a:lnTo>
                <a:lnTo>
                  <a:pt x="151732" y="218412"/>
                </a:lnTo>
                <a:lnTo>
                  <a:pt x="149035" y="213926"/>
                </a:lnTo>
                <a:lnTo>
                  <a:pt x="142891" y="209374"/>
                </a:lnTo>
                <a:lnTo>
                  <a:pt x="138632" y="207380"/>
                </a:lnTo>
                <a:lnTo>
                  <a:pt x="140458" y="207380"/>
                </a:lnTo>
                <a:lnTo>
                  <a:pt x="132977" y="206963"/>
                </a:lnTo>
                <a:close/>
              </a:path>
              <a:path w="263525" h="452755">
                <a:moveTo>
                  <a:pt x="73439" y="423874"/>
                </a:moveTo>
                <a:lnTo>
                  <a:pt x="55772" y="423874"/>
                </a:lnTo>
                <a:lnTo>
                  <a:pt x="59678" y="425079"/>
                </a:lnTo>
                <a:lnTo>
                  <a:pt x="59978" y="425079"/>
                </a:lnTo>
                <a:lnTo>
                  <a:pt x="60278" y="425380"/>
                </a:lnTo>
                <a:lnTo>
                  <a:pt x="64184" y="427188"/>
                </a:lnTo>
                <a:lnTo>
                  <a:pt x="65986" y="432009"/>
                </a:lnTo>
                <a:lnTo>
                  <a:pt x="62381" y="439841"/>
                </a:lnTo>
                <a:lnTo>
                  <a:pt x="57575" y="441649"/>
                </a:lnTo>
                <a:lnTo>
                  <a:pt x="73969" y="441649"/>
                </a:lnTo>
                <a:lnTo>
                  <a:pt x="74398" y="441047"/>
                </a:lnTo>
                <a:lnTo>
                  <a:pt x="76073" y="433661"/>
                </a:lnTo>
                <a:lnTo>
                  <a:pt x="75072" y="427188"/>
                </a:lnTo>
                <a:lnTo>
                  <a:pt x="74961" y="426473"/>
                </a:lnTo>
                <a:lnTo>
                  <a:pt x="73439" y="423874"/>
                </a:lnTo>
                <a:close/>
              </a:path>
              <a:path w="263525" h="452755">
                <a:moveTo>
                  <a:pt x="121265" y="332591"/>
                </a:moveTo>
                <a:lnTo>
                  <a:pt x="86414" y="332591"/>
                </a:lnTo>
                <a:lnTo>
                  <a:pt x="120881" y="332727"/>
                </a:lnTo>
                <a:lnTo>
                  <a:pt x="121265" y="332591"/>
                </a:lnTo>
                <a:close/>
              </a:path>
              <a:path w="263525" h="452755">
                <a:moveTo>
                  <a:pt x="223750" y="26812"/>
                </a:moveTo>
                <a:lnTo>
                  <a:pt x="210783" y="26812"/>
                </a:lnTo>
                <a:lnTo>
                  <a:pt x="242184" y="89793"/>
                </a:lnTo>
                <a:lnTo>
                  <a:pt x="251826" y="145210"/>
                </a:lnTo>
                <a:lnTo>
                  <a:pt x="246532" y="190897"/>
                </a:lnTo>
                <a:lnTo>
                  <a:pt x="246429" y="191791"/>
                </a:lnTo>
                <a:lnTo>
                  <a:pt x="232711" y="228265"/>
                </a:lnTo>
                <a:lnTo>
                  <a:pt x="188544" y="284808"/>
                </a:lnTo>
                <a:lnTo>
                  <a:pt x="155358" y="307925"/>
                </a:lnTo>
                <a:lnTo>
                  <a:pt x="90620" y="322047"/>
                </a:lnTo>
                <a:lnTo>
                  <a:pt x="150937" y="322047"/>
                </a:lnTo>
                <a:lnTo>
                  <a:pt x="194772" y="294589"/>
                </a:lnTo>
                <a:lnTo>
                  <a:pt x="226705" y="259986"/>
                </a:lnTo>
                <a:lnTo>
                  <a:pt x="253704" y="207380"/>
                </a:lnTo>
                <a:lnTo>
                  <a:pt x="263160" y="152242"/>
                </a:lnTo>
                <a:lnTo>
                  <a:pt x="263275" y="150933"/>
                </a:lnTo>
                <a:lnTo>
                  <a:pt x="251038" y="80174"/>
                </a:lnTo>
                <a:lnTo>
                  <a:pt x="235389" y="45260"/>
                </a:lnTo>
                <a:lnTo>
                  <a:pt x="223750" y="26812"/>
                </a:lnTo>
                <a:close/>
              </a:path>
              <a:path w="263525" h="452755">
                <a:moveTo>
                  <a:pt x="205977" y="0"/>
                </a:moveTo>
                <a:lnTo>
                  <a:pt x="172894" y="54378"/>
                </a:lnTo>
                <a:lnTo>
                  <a:pt x="88545" y="100725"/>
                </a:lnTo>
                <a:lnTo>
                  <a:pt x="61555" y="116815"/>
                </a:lnTo>
                <a:lnTo>
                  <a:pt x="20024" y="158766"/>
                </a:lnTo>
                <a:lnTo>
                  <a:pt x="272" y="216192"/>
                </a:lnTo>
                <a:lnTo>
                  <a:pt x="251" y="218411"/>
                </a:lnTo>
                <a:lnTo>
                  <a:pt x="125" y="231667"/>
                </a:lnTo>
                <a:lnTo>
                  <a:pt x="6205" y="272036"/>
                </a:lnTo>
                <a:lnTo>
                  <a:pt x="33960" y="310758"/>
                </a:lnTo>
                <a:lnTo>
                  <a:pt x="46460" y="317528"/>
                </a:lnTo>
                <a:lnTo>
                  <a:pt x="46760" y="317829"/>
                </a:lnTo>
                <a:lnTo>
                  <a:pt x="47361" y="317829"/>
                </a:lnTo>
                <a:lnTo>
                  <a:pt x="47661" y="318130"/>
                </a:lnTo>
                <a:lnTo>
                  <a:pt x="53069" y="319938"/>
                </a:lnTo>
                <a:lnTo>
                  <a:pt x="54871" y="314515"/>
                </a:lnTo>
                <a:lnTo>
                  <a:pt x="58767" y="305176"/>
                </a:lnTo>
                <a:lnTo>
                  <a:pt x="46159" y="305176"/>
                </a:lnTo>
                <a:lnTo>
                  <a:pt x="16719" y="268421"/>
                </a:lnTo>
                <a:lnTo>
                  <a:pt x="11130" y="244207"/>
                </a:lnTo>
                <a:lnTo>
                  <a:pt x="11239" y="225943"/>
                </a:lnTo>
                <a:lnTo>
                  <a:pt x="29637" y="164791"/>
                </a:lnTo>
                <a:lnTo>
                  <a:pt x="68878" y="126003"/>
                </a:lnTo>
                <a:lnTo>
                  <a:pt x="150246" y="82141"/>
                </a:lnTo>
                <a:lnTo>
                  <a:pt x="175898" y="66504"/>
                </a:lnTo>
                <a:lnTo>
                  <a:pt x="196763" y="48494"/>
                </a:lnTo>
                <a:lnTo>
                  <a:pt x="210783" y="26812"/>
                </a:lnTo>
                <a:lnTo>
                  <a:pt x="223750" y="26812"/>
                </a:lnTo>
                <a:lnTo>
                  <a:pt x="213487" y="10544"/>
                </a:lnTo>
                <a:lnTo>
                  <a:pt x="205977" y="0"/>
                </a:lnTo>
                <a:close/>
              </a:path>
              <a:path w="263525" h="452755">
                <a:moveTo>
                  <a:pt x="164807" y="113774"/>
                </a:moveTo>
                <a:lnTo>
                  <a:pt x="145653" y="132241"/>
                </a:lnTo>
                <a:lnTo>
                  <a:pt x="146195" y="137678"/>
                </a:lnTo>
                <a:lnTo>
                  <a:pt x="148899" y="142498"/>
                </a:lnTo>
                <a:lnTo>
                  <a:pt x="122285" y="170416"/>
                </a:lnTo>
                <a:lnTo>
                  <a:pt x="94150" y="209037"/>
                </a:lnTo>
                <a:lnTo>
                  <a:pt x="67704" y="255058"/>
                </a:lnTo>
                <a:lnTo>
                  <a:pt x="46159" y="305176"/>
                </a:lnTo>
                <a:lnTo>
                  <a:pt x="58767" y="305176"/>
                </a:lnTo>
                <a:lnTo>
                  <a:pt x="75947" y="263993"/>
                </a:lnTo>
                <a:lnTo>
                  <a:pt x="102486" y="217171"/>
                </a:lnTo>
                <a:lnTo>
                  <a:pt x="130828" y="177976"/>
                </a:lnTo>
                <a:lnTo>
                  <a:pt x="157311" y="150331"/>
                </a:lnTo>
                <a:lnTo>
                  <a:pt x="173810" y="150331"/>
                </a:lnTo>
                <a:lnTo>
                  <a:pt x="179470" y="146273"/>
                </a:lnTo>
                <a:lnTo>
                  <a:pt x="182338" y="141594"/>
                </a:lnTo>
                <a:lnTo>
                  <a:pt x="166924" y="141594"/>
                </a:lnTo>
                <a:lnTo>
                  <a:pt x="158512" y="138581"/>
                </a:lnTo>
                <a:lnTo>
                  <a:pt x="156710" y="134062"/>
                </a:lnTo>
                <a:lnTo>
                  <a:pt x="158212" y="129845"/>
                </a:lnTo>
                <a:lnTo>
                  <a:pt x="159598" y="126229"/>
                </a:lnTo>
                <a:lnTo>
                  <a:pt x="159685" y="126004"/>
                </a:lnTo>
                <a:lnTo>
                  <a:pt x="159553" y="126004"/>
                </a:lnTo>
                <a:lnTo>
                  <a:pt x="164220" y="123819"/>
                </a:lnTo>
                <a:lnTo>
                  <a:pt x="182185" y="123819"/>
                </a:lnTo>
                <a:lnTo>
                  <a:pt x="178799" y="119070"/>
                </a:lnTo>
                <a:lnTo>
                  <a:pt x="172430" y="115144"/>
                </a:lnTo>
                <a:lnTo>
                  <a:pt x="172683" y="115144"/>
                </a:lnTo>
                <a:lnTo>
                  <a:pt x="164807" y="113774"/>
                </a:lnTo>
                <a:close/>
              </a:path>
              <a:path w="263525" h="452755">
                <a:moveTo>
                  <a:pt x="138351" y="245525"/>
                </a:moveTo>
                <a:lnTo>
                  <a:pt x="130274" y="245525"/>
                </a:lnTo>
                <a:lnTo>
                  <a:pt x="136826" y="245954"/>
                </a:lnTo>
                <a:lnTo>
                  <a:pt x="138351" y="245525"/>
                </a:lnTo>
                <a:close/>
              </a:path>
              <a:path w="263525" h="452755">
                <a:moveTo>
                  <a:pt x="151732" y="218412"/>
                </a:moveTo>
                <a:lnTo>
                  <a:pt x="135681" y="218412"/>
                </a:lnTo>
                <a:lnTo>
                  <a:pt x="137484" y="219014"/>
                </a:lnTo>
                <a:lnTo>
                  <a:pt x="137784" y="219014"/>
                </a:lnTo>
                <a:lnTo>
                  <a:pt x="138084" y="219315"/>
                </a:lnTo>
                <a:lnTo>
                  <a:pt x="141990" y="221123"/>
                </a:lnTo>
                <a:lnTo>
                  <a:pt x="143792" y="225943"/>
                </a:lnTo>
                <a:lnTo>
                  <a:pt x="141990" y="229860"/>
                </a:lnTo>
                <a:lnTo>
                  <a:pt x="141088" y="231667"/>
                </a:lnTo>
                <a:lnTo>
                  <a:pt x="139586" y="233174"/>
                </a:lnTo>
                <a:lnTo>
                  <a:pt x="137484" y="234077"/>
                </a:lnTo>
                <a:lnTo>
                  <a:pt x="135381" y="234680"/>
                </a:lnTo>
                <a:lnTo>
                  <a:pt x="152276" y="234680"/>
                </a:lnTo>
                <a:lnTo>
                  <a:pt x="154001" y="227548"/>
                </a:lnTo>
                <a:lnTo>
                  <a:pt x="152842" y="220257"/>
                </a:lnTo>
                <a:lnTo>
                  <a:pt x="151732" y="218412"/>
                </a:lnTo>
                <a:close/>
              </a:path>
              <a:path w="263525" h="452755">
                <a:moveTo>
                  <a:pt x="173810" y="150331"/>
                </a:moveTo>
                <a:lnTo>
                  <a:pt x="157311" y="150331"/>
                </a:lnTo>
                <a:lnTo>
                  <a:pt x="158512" y="150933"/>
                </a:lnTo>
                <a:lnTo>
                  <a:pt x="158813" y="150933"/>
                </a:lnTo>
                <a:lnTo>
                  <a:pt x="166337" y="152242"/>
                </a:lnTo>
                <a:lnTo>
                  <a:pt x="173495" y="150557"/>
                </a:lnTo>
                <a:lnTo>
                  <a:pt x="173810" y="150331"/>
                </a:lnTo>
                <a:close/>
              </a:path>
              <a:path w="263525" h="452755">
                <a:moveTo>
                  <a:pt x="182185" y="123819"/>
                </a:moveTo>
                <a:lnTo>
                  <a:pt x="164220" y="123819"/>
                </a:lnTo>
                <a:lnTo>
                  <a:pt x="172631" y="126832"/>
                </a:lnTo>
                <a:lnTo>
                  <a:pt x="174434" y="131351"/>
                </a:lnTo>
                <a:lnTo>
                  <a:pt x="171430" y="139786"/>
                </a:lnTo>
                <a:lnTo>
                  <a:pt x="166924" y="141594"/>
                </a:lnTo>
                <a:lnTo>
                  <a:pt x="182338" y="141594"/>
                </a:lnTo>
                <a:lnTo>
                  <a:pt x="183446" y="139786"/>
                </a:lnTo>
                <a:lnTo>
                  <a:pt x="184751" y="132241"/>
                </a:lnTo>
                <a:lnTo>
                  <a:pt x="183132" y="125326"/>
                </a:lnTo>
                <a:lnTo>
                  <a:pt x="183071" y="125062"/>
                </a:lnTo>
                <a:lnTo>
                  <a:pt x="182185" y="123819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1527687" y="3340906"/>
            <a:ext cx="258445" cy="309245"/>
          </a:xfrm>
          <a:custGeom>
            <a:avLst/>
            <a:gdLst/>
            <a:ahLst/>
            <a:cxnLst/>
            <a:rect l="l" t="t" r="r" b="b"/>
            <a:pathLst>
              <a:path w="258445" h="309245">
                <a:moveTo>
                  <a:pt x="209733" y="0"/>
                </a:moveTo>
                <a:lnTo>
                  <a:pt x="191767" y="20282"/>
                </a:lnTo>
                <a:lnTo>
                  <a:pt x="151680" y="72348"/>
                </a:lnTo>
                <a:lnTo>
                  <a:pt x="110187" y="143028"/>
                </a:lnTo>
                <a:lnTo>
                  <a:pt x="88005" y="219149"/>
                </a:lnTo>
                <a:lnTo>
                  <a:pt x="76828" y="192779"/>
                </a:lnTo>
                <a:lnTo>
                  <a:pt x="63193" y="176771"/>
                </a:lnTo>
                <a:lnTo>
                  <a:pt x="51664" y="168842"/>
                </a:lnTo>
                <a:lnTo>
                  <a:pt x="46806" y="166707"/>
                </a:lnTo>
                <a:lnTo>
                  <a:pt x="0" y="217277"/>
                </a:lnTo>
                <a:lnTo>
                  <a:pt x="8894" y="219766"/>
                </a:lnTo>
                <a:lnTo>
                  <a:pt x="31833" y="231562"/>
                </a:lnTo>
                <a:lnTo>
                  <a:pt x="63199" y="259164"/>
                </a:lnTo>
                <a:lnTo>
                  <a:pt x="97373" y="309066"/>
                </a:lnTo>
                <a:lnTo>
                  <a:pt x="129649" y="207799"/>
                </a:lnTo>
                <a:lnTo>
                  <a:pt x="184220" y="131116"/>
                </a:lnTo>
                <a:lnTo>
                  <a:pt x="235630" y="82531"/>
                </a:lnTo>
                <a:lnTo>
                  <a:pt x="258423" y="65555"/>
                </a:lnTo>
                <a:lnTo>
                  <a:pt x="209733" y="0"/>
                </a:lnTo>
                <a:close/>
              </a:path>
            </a:pathLst>
          </a:custGeom>
          <a:solidFill>
            <a:srgbClr val="1F9F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9253943" y="4498899"/>
            <a:ext cx="368935" cy="339725"/>
          </a:xfrm>
          <a:custGeom>
            <a:avLst/>
            <a:gdLst/>
            <a:ahLst/>
            <a:cxnLst/>
            <a:rect l="l" t="t" r="r" b="b"/>
            <a:pathLst>
              <a:path w="368934" h="339725">
                <a:moveTo>
                  <a:pt x="45995" y="0"/>
                </a:moveTo>
                <a:lnTo>
                  <a:pt x="7663" y="16953"/>
                </a:lnTo>
                <a:lnTo>
                  <a:pt x="0" y="35966"/>
                </a:lnTo>
                <a:lnTo>
                  <a:pt x="4774" y="44229"/>
                </a:lnTo>
                <a:lnTo>
                  <a:pt x="12985" y="51192"/>
                </a:lnTo>
                <a:lnTo>
                  <a:pt x="23030" y="56567"/>
                </a:lnTo>
                <a:lnTo>
                  <a:pt x="52822" y="70506"/>
                </a:lnTo>
                <a:lnTo>
                  <a:pt x="82000" y="86457"/>
                </a:lnTo>
                <a:lnTo>
                  <a:pt x="110468" y="104366"/>
                </a:lnTo>
                <a:lnTo>
                  <a:pt x="138130" y="124176"/>
                </a:lnTo>
                <a:lnTo>
                  <a:pt x="121657" y="138341"/>
                </a:lnTo>
                <a:lnTo>
                  <a:pt x="105699" y="152763"/>
                </a:lnTo>
                <a:lnTo>
                  <a:pt x="75536" y="182193"/>
                </a:lnTo>
                <a:lnTo>
                  <a:pt x="37313" y="229324"/>
                </a:lnTo>
                <a:lnTo>
                  <a:pt x="19883" y="264891"/>
                </a:lnTo>
                <a:lnTo>
                  <a:pt x="15487" y="288197"/>
                </a:lnTo>
                <a:lnTo>
                  <a:pt x="16367" y="298544"/>
                </a:lnTo>
                <a:lnTo>
                  <a:pt x="52963" y="339233"/>
                </a:lnTo>
                <a:lnTo>
                  <a:pt x="62821" y="339540"/>
                </a:lnTo>
                <a:lnTo>
                  <a:pt x="67818" y="337766"/>
                </a:lnTo>
                <a:lnTo>
                  <a:pt x="85526" y="304031"/>
                </a:lnTo>
                <a:lnTo>
                  <a:pt x="86224" y="295946"/>
                </a:lnTo>
                <a:lnTo>
                  <a:pt x="89052" y="278382"/>
                </a:lnTo>
                <a:lnTo>
                  <a:pt x="114954" y="233202"/>
                </a:lnTo>
                <a:lnTo>
                  <a:pt x="145483" y="193722"/>
                </a:lnTo>
                <a:lnTo>
                  <a:pt x="177451" y="156880"/>
                </a:lnTo>
                <a:lnTo>
                  <a:pt x="224759" y="204647"/>
                </a:lnTo>
                <a:lnTo>
                  <a:pt x="258663" y="246172"/>
                </a:lnTo>
                <a:lnTo>
                  <a:pt x="279119" y="275557"/>
                </a:lnTo>
                <a:lnTo>
                  <a:pt x="286087" y="286908"/>
                </a:lnTo>
                <a:lnTo>
                  <a:pt x="294819" y="303570"/>
                </a:lnTo>
                <a:lnTo>
                  <a:pt x="301186" y="312987"/>
                </a:lnTo>
                <a:lnTo>
                  <a:pt x="305750" y="317088"/>
                </a:lnTo>
                <a:lnTo>
                  <a:pt x="309074" y="317804"/>
                </a:lnTo>
                <a:lnTo>
                  <a:pt x="311373" y="317570"/>
                </a:lnTo>
                <a:lnTo>
                  <a:pt x="312802" y="315769"/>
                </a:lnTo>
                <a:lnTo>
                  <a:pt x="313298" y="313820"/>
                </a:lnTo>
                <a:lnTo>
                  <a:pt x="313444" y="299241"/>
                </a:lnTo>
                <a:lnTo>
                  <a:pt x="310947" y="285255"/>
                </a:lnTo>
                <a:lnTo>
                  <a:pt x="287992" y="232541"/>
                </a:lnTo>
                <a:lnTo>
                  <a:pt x="265702" y="195609"/>
                </a:lnTo>
                <a:lnTo>
                  <a:pt x="239348" y="159180"/>
                </a:lnTo>
                <a:lnTo>
                  <a:pt x="209013" y="123378"/>
                </a:lnTo>
                <a:lnTo>
                  <a:pt x="220808" y="111578"/>
                </a:lnTo>
                <a:lnTo>
                  <a:pt x="255270" y="79596"/>
                </a:lnTo>
                <a:lnTo>
                  <a:pt x="287949" y="54589"/>
                </a:lnTo>
                <a:lnTo>
                  <a:pt x="328486" y="30624"/>
                </a:lnTo>
                <a:lnTo>
                  <a:pt x="342509" y="22073"/>
                </a:lnTo>
                <a:lnTo>
                  <a:pt x="351509" y="16727"/>
                </a:lnTo>
                <a:lnTo>
                  <a:pt x="359774" y="12096"/>
                </a:lnTo>
                <a:lnTo>
                  <a:pt x="365012" y="9715"/>
                </a:lnTo>
                <a:lnTo>
                  <a:pt x="366068" y="9902"/>
                </a:lnTo>
                <a:lnTo>
                  <a:pt x="367248" y="9498"/>
                </a:lnTo>
                <a:lnTo>
                  <a:pt x="368925" y="7170"/>
                </a:lnTo>
                <a:lnTo>
                  <a:pt x="368645" y="5308"/>
                </a:lnTo>
                <a:lnTo>
                  <a:pt x="367310" y="4345"/>
                </a:lnTo>
                <a:lnTo>
                  <a:pt x="356164" y="661"/>
                </a:lnTo>
                <a:lnTo>
                  <a:pt x="342715" y="1668"/>
                </a:lnTo>
                <a:lnTo>
                  <a:pt x="298201" y="17408"/>
                </a:lnTo>
                <a:lnTo>
                  <a:pt x="250546" y="43419"/>
                </a:lnTo>
                <a:lnTo>
                  <a:pt x="214101" y="66903"/>
                </a:lnTo>
                <a:lnTo>
                  <a:pt x="178672" y="92102"/>
                </a:lnTo>
                <a:lnTo>
                  <a:pt x="139401" y="56598"/>
                </a:lnTo>
                <a:lnTo>
                  <a:pt x="106647" y="30519"/>
                </a:lnTo>
                <a:lnTo>
                  <a:pt x="69384" y="5504"/>
                </a:lnTo>
                <a:lnTo>
                  <a:pt x="53860" y="589"/>
                </a:lnTo>
                <a:lnTo>
                  <a:pt x="45995" y="0"/>
                </a:lnTo>
                <a:close/>
              </a:path>
            </a:pathLst>
          </a:custGeom>
          <a:solidFill>
            <a:srgbClr val="FF17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9302012" y="5618777"/>
            <a:ext cx="258445" cy="309245"/>
          </a:xfrm>
          <a:custGeom>
            <a:avLst/>
            <a:gdLst/>
            <a:ahLst/>
            <a:cxnLst/>
            <a:rect l="l" t="t" r="r" b="b"/>
            <a:pathLst>
              <a:path w="258445" h="309245">
                <a:moveTo>
                  <a:pt x="209733" y="0"/>
                </a:moveTo>
                <a:lnTo>
                  <a:pt x="191767" y="20282"/>
                </a:lnTo>
                <a:lnTo>
                  <a:pt x="151680" y="72348"/>
                </a:lnTo>
                <a:lnTo>
                  <a:pt x="110187" y="143028"/>
                </a:lnTo>
                <a:lnTo>
                  <a:pt x="88005" y="219149"/>
                </a:lnTo>
                <a:lnTo>
                  <a:pt x="76828" y="192779"/>
                </a:lnTo>
                <a:lnTo>
                  <a:pt x="63193" y="176772"/>
                </a:lnTo>
                <a:lnTo>
                  <a:pt x="51664" y="168842"/>
                </a:lnTo>
                <a:lnTo>
                  <a:pt x="46806" y="166707"/>
                </a:lnTo>
                <a:lnTo>
                  <a:pt x="0" y="217277"/>
                </a:lnTo>
                <a:lnTo>
                  <a:pt x="8894" y="219766"/>
                </a:lnTo>
                <a:lnTo>
                  <a:pt x="31833" y="231563"/>
                </a:lnTo>
                <a:lnTo>
                  <a:pt x="63199" y="259164"/>
                </a:lnTo>
                <a:lnTo>
                  <a:pt x="97373" y="309067"/>
                </a:lnTo>
                <a:lnTo>
                  <a:pt x="129649" y="207799"/>
                </a:lnTo>
                <a:lnTo>
                  <a:pt x="184220" y="131116"/>
                </a:lnTo>
                <a:lnTo>
                  <a:pt x="235630" y="82531"/>
                </a:lnTo>
                <a:lnTo>
                  <a:pt x="258423" y="65555"/>
                </a:lnTo>
                <a:lnTo>
                  <a:pt x="209733" y="0"/>
                </a:lnTo>
                <a:close/>
              </a:path>
            </a:pathLst>
          </a:custGeom>
          <a:solidFill>
            <a:srgbClr val="1F9F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9281438" y="6728884"/>
            <a:ext cx="258445" cy="309245"/>
          </a:xfrm>
          <a:custGeom>
            <a:avLst/>
            <a:gdLst/>
            <a:ahLst/>
            <a:cxnLst/>
            <a:rect l="l" t="t" r="r" b="b"/>
            <a:pathLst>
              <a:path w="258445" h="309245">
                <a:moveTo>
                  <a:pt x="209734" y="0"/>
                </a:moveTo>
                <a:lnTo>
                  <a:pt x="191768" y="20282"/>
                </a:lnTo>
                <a:lnTo>
                  <a:pt x="151680" y="72348"/>
                </a:lnTo>
                <a:lnTo>
                  <a:pt x="110188" y="143028"/>
                </a:lnTo>
                <a:lnTo>
                  <a:pt x="88005" y="219149"/>
                </a:lnTo>
                <a:lnTo>
                  <a:pt x="76828" y="192779"/>
                </a:lnTo>
                <a:lnTo>
                  <a:pt x="63193" y="176772"/>
                </a:lnTo>
                <a:lnTo>
                  <a:pt x="51664" y="168842"/>
                </a:lnTo>
                <a:lnTo>
                  <a:pt x="46806" y="166707"/>
                </a:lnTo>
                <a:lnTo>
                  <a:pt x="0" y="217277"/>
                </a:lnTo>
                <a:lnTo>
                  <a:pt x="8894" y="219766"/>
                </a:lnTo>
                <a:lnTo>
                  <a:pt x="31833" y="231563"/>
                </a:lnTo>
                <a:lnTo>
                  <a:pt x="63199" y="259164"/>
                </a:lnTo>
                <a:lnTo>
                  <a:pt x="97373" y="309067"/>
                </a:lnTo>
                <a:lnTo>
                  <a:pt x="129649" y="207799"/>
                </a:lnTo>
                <a:lnTo>
                  <a:pt x="184220" y="131116"/>
                </a:lnTo>
                <a:lnTo>
                  <a:pt x="235630" y="82531"/>
                </a:lnTo>
                <a:lnTo>
                  <a:pt x="258423" y="65555"/>
                </a:lnTo>
                <a:lnTo>
                  <a:pt x="209734" y="0"/>
                </a:lnTo>
                <a:close/>
              </a:path>
            </a:pathLst>
          </a:custGeom>
          <a:solidFill>
            <a:srgbClr val="1F9F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9232481" y="7818806"/>
            <a:ext cx="368935" cy="339725"/>
          </a:xfrm>
          <a:custGeom>
            <a:avLst/>
            <a:gdLst/>
            <a:ahLst/>
            <a:cxnLst/>
            <a:rect l="l" t="t" r="r" b="b"/>
            <a:pathLst>
              <a:path w="368934" h="339725">
                <a:moveTo>
                  <a:pt x="45995" y="0"/>
                </a:moveTo>
                <a:lnTo>
                  <a:pt x="7663" y="16953"/>
                </a:lnTo>
                <a:lnTo>
                  <a:pt x="0" y="35966"/>
                </a:lnTo>
                <a:lnTo>
                  <a:pt x="4774" y="44229"/>
                </a:lnTo>
                <a:lnTo>
                  <a:pt x="12985" y="51192"/>
                </a:lnTo>
                <a:lnTo>
                  <a:pt x="23030" y="56567"/>
                </a:lnTo>
                <a:lnTo>
                  <a:pt x="52822" y="70506"/>
                </a:lnTo>
                <a:lnTo>
                  <a:pt x="82000" y="86457"/>
                </a:lnTo>
                <a:lnTo>
                  <a:pt x="110468" y="104366"/>
                </a:lnTo>
                <a:lnTo>
                  <a:pt x="138130" y="124176"/>
                </a:lnTo>
                <a:lnTo>
                  <a:pt x="121656" y="138341"/>
                </a:lnTo>
                <a:lnTo>
                  <a:pt x="105698" y="152763"/>
                </a:lnTo>
                <a:lnTo>
                  <a:pt x="75536" y="182193"/>
                </a:lnTo>
                <a:lnTo>
                  <a:pt x="37312" y="229324"/>
                </a:lnTo>
                <a:lnTo>
                  <a:pt x="19882" y="264891"/>
                </a:lnTo>
                <a:lnTo>
                  <a:pt x="15487" y="288197"/>
                </a:lnTo>
                <a:lnTo>
                  <a:pt x="16367" y="298544"/>
                </a:lnTo>
                <a:lnTo>
                  <a:pt x="52962" y="339233"/>
                </a:lnTo>
                <a:lnTo>
                  <a:pt x="62820" y="339540"/>
                </a:lnTo>
                <a:lnTo>
                  <a:pt x="67818" y="337766"/>
                </a:lnTo>
                <a:lnTo>
                  <a:pt x="85525" y="304031"/>
                </a:lnTo>
                <a:lnTo>
                  <a:pt x="86223" y="295946"/>
                </a:lnTo>
                <a:lnTo>
                  <a:pt x="89052" y="278382"/>
                </a:lnTo>
                <a:lnTo>
                  <a:pt x="114953" y="233202"/>
                </a:lnTo>
                <a:lnTo>
                  <a:pt x="145483" y="193722"/>
                </a:lnTo>
                <a:lnTo>
                  <a:pt x="177451" y="156880"/>
                </a:lnTo>
                <a:lnTo>
                  <a:pt x="224759" y="204647"/>
                </a:lnTo>
                <a:lnTo>
                  <a:pt x="258662" y="246172"/>
                </a:lnTo>
                <a:lnTo>
                  <a:pt x="279119" y="275557"/>
                </a:lnTo>
                <a:lnTo>
                  <a:pt x="286087" y="286908"/>
                </a:lnTo>
                <a:lnTo>
                  <a:pt x="294818" y="303570"/>
                </a:lnTo>
                <a:lnTo>
                  <a:pt x="301185" y="312987"/>
                </a:lnTo>
                <a:lnTo>
                  <a:pt x="305750" y="317088"/>
                </a:lnTo>
                <a:lnTo>
                  <a:pt x="309074" y="317804"/>
                </a:lnTo>
                <a:lnTo>
                  <a:pt x="311372" y="317570"/>
                </a:lnTo>
                <a:lnTo>
                  <a:pt x="312801" y="315769"/>
                </a:lnTo>
                <a:lnTo>
                  <a:pt x="313298" y="313820"/>
                </a:lnTo>
                <a:lnTo>
                  <a:pt x="313444" y="299241"/>
                </a:lnTo>
                <a:lnTo>
                  <a:pt x="310947" y="285255"/>
                </a:lnTo>
                <a:lnTo>
                  <a:pt x="287992" y="232541"/>
                </a:lnTo>
                <a:lnTo>
                  <a:pt x="265702" y="195609"/>
                </a:lnTo>
                <a:lnTo>
                  <a:pt x="239348" y="159180"/>
                </a:lnTo>
                <a:lnTo>
                  <a:pt x="209013" y="123378"/>
                </a:lnTo>
                <a:lnTo>
                  <a:pt x="220808" y="111578"/>
                </a:lnTo>
                <a:lnTo>
                  <a:pt x="255270" y="79596"/>
                </a:lnTo>
                <a:lnTo>
                  <a:pt x="287949" y="54589"/>
                </a:lnTo>
                <a:lnTo>
                  <a:pt x="328486" y="30624"/>
                </a:lnTo>
                <a:lnTo>
                  <a:pt x="342509" y="22073"/>
                </a:lnTo>
                <a:lnTo>
                  <a:pt x="351509" y="16726"/>
                </a:lnTo>
                <a:lnTo>
                  <a:pt x="359774" y="12096"/>
                </a:lnTo>
                <a:lnTo>
                  <a:pt x="365012" y="9715"/>
                </a:lnTo>
                <a:lnTo>
                  <a:pt x="366068" y="9901"/>
                </a:lnTo>
                <a:lnTo>
                  <a:pt x="367248" y="9498"/>
                </a:lnTo>
                <a:lnTo>
                  <a:pt x="368925" y="7170"/>
                </a:lnTo>
                <a:lnTo>
                  <a:pt x="368646" y="5308"/>
                </a:lnTo>
                <a:lnTo>
                  <a:pt x="367310" y="4345"/>
                </a:lnTo>
                <a:lnTo>
                  <a:pt x="356164" y="661"/>
                </a:lnTo>
                <a:lnTo>
                  <a:pt x="342715" y="1668"/>
                </a:lnTo>
                <a:lnTo>
                  <a:pt x="298201" y="17408"/>
                </a:lnTo>
                <a:lnTo>
                  <a:pt x="250546" y="43419"/>
                </a:lnTo>
                <a:lnTo>
                  <a:pt x="214101" y="66903"/>
                </a:lnTo>
                <a:lnTo>
                  <a:pt x="178671" y="92102"/>
                </a:lnTo>
                <a:lnTo>
                  <a:pt x="139401" y="56598"/>
                </a:lnTo>
                <a:lnTo>
                  <a:pt x="106647" y="30519"/>
                </a:lnTo>
                <a:lnTo>
                  <a:pt x="69385" y="5504"/>
                </a:lnTo>
                <a:lnTo>
                  <a:pt x="53861" y="589"/>
                </a:lnTo>
                <a:lnTo>
                  <a:pt x="45995" y="0"/>
                </a:lnTo>
                <a:close/>
              </a:path>
            </a:pathLst>
          </a:custGeom>
          <a:solidFill>
            <a:srgbClr val="FF17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9281438" y="3311188"/>
            <a:ext cx="258445" cy="309245"/>
          </a:xfrm>
          <a:custGeom>
            <a:avLst/>
            <a:gdLst/>
            <a:ahLst/>
            <a:cxnLst/>
            <a:rect l="l" t="t" r="r" b="b"/>
            <a:pathLst>
              <a:path w="258445" h="309245">
                <a:moveTo>
                  <a:pt x="209734" y="0"/>
                </a:moveTo>
                <a:lnTo>
                  <a:pt x="191768" y="20282"/>
                </a:lnTo>
                <a:lnTo>
                  <a:pt x="151680" y="72348"/>
                </a:lnTo>
                <a:lnTo>
                  <a:pt x="110188" y="143028"/>
                </a:lnTo>
                <a:lnTo>
                  <a:pt x="88005" y="219149"/>
                </a:lnTo>
                <a:lnTo>
                  <a:pt x="76828" y="192779"/>
                </a:lnTo>
                <a:lnTo>
                  <a:pt x="63193" y="176771"/>
                </a:lnTo>
                <a:lnTo>
                  <a:pt x="51664" y="168842"/>
                </a:lnTo>
                <a:lnTo>
                  <a:pt x="46806" y="166707"/>
                </a:lnTo>
                <a:lnTo>
                  <a:pt x="0" y="217277"/>
                </a:lnTo>
                <a:lnTo>
                  <a:pt x="8894" y="219766"/>
                </a:lnTo>
                <a:lnTo>
                  <a:pt x="31833" y="231562"/>
                </a:lnTo>
                <a:lnTo>
                  <a:pt x="63199" y="259164"/>
                </a:lnTo>
                <a:lnTo>
                  <a:pt x="97373" y="309066"/>
                </a:lnTo>
                <a:lnTo>
                  <a:pt x="129649" y="207799"/>
                </a:lnTo>
                <a:lnTo>
                  <a:pt x="184220" y="131116"/>
                </a:lnTo>
                <a:lnTo>
                  <a:pt x="235630" y="82531"/>
                </a:lnTo>
                <a:lnTo>
                  <a:pt x="258423" y="65555"/>
                </a:lnTo>
                <a:lnTo>
                  <a:pt x="209734" y="0"/>
                </a:lnTo>
                <a:close/>
              </a:path>
            </a:pathLst>
          </a:custGeom>
          <a:solidFill>
            <a:srgbClr val="1F9F9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2" name="object 82"/>
          <p:cNvGrpSpPr/>
          <p:nvPr/>
        </p:nvGrpSpPr>
        <p:grpSpPr>
          <a:xfrm>
            <a:off x="1939417" y="4323588"/>
            <a:ext cx="2485390" cy="607060"/>
            <a:chOff x="1939417" y="4323588"/>
            <a:chExt cx="2485390" cy="607060"/>
          </a:xfrm>
        </p:grpSpPr>
        <p:pic>
          <p:nvPicPr>
            <p:cNvPr id="83" name="object 8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39417" y="4323588"/>
              <a:ext cx="2485389" cy="301751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39417" y="4628388"/>
              <a:ext cx="1321054" cy="301751"/>
            </a:xfrm>
            <a:prstGeom prst="rect">
              <a:avLst/>
            </a:prstGeom>
          </p:spPr>
        </p:pic>
      </p:grpSp>
      <p:grpSp>
        <p:nvGrpSpPr>
          <p:cNvPr id="85" name="object 85"/>
          <p:cNvGrpSpPr/>
          <p:nvPr/>
        </p:nvGrpSpPr>
        <p:grpSpPr>
          <a:xfrm>
            <a:off x="1909826" y="3343402"/>
            <a:ext cx="3616325" cy="302260"/>
            <a:chOff x="1909826" y="3343402"/>
            <a:chExt cx="3616325" cy="302260"/>
          </a:xfrm>
        </p:grpSpPr>
        <p:pic>
          <p:nvPicPr>
            <p:cNvPr id="86" name="object 8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09826" y="3343402"/>
              <a:ext cx="1064539" cy="301751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41371" y="3343402"/>
              <a:ext cx="137160" cy="301751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09951" y="3343402"/>
              <a:ext cx="2615692" cy="301751"/>
            </a:xfrm>
            <a:prstGeom prst="rect">
              <a:avLst/>
            </a:prstGeom>
          </p:spPr>
        </p:pic>
      </p:grpSp>
      <p:grpSp>
        <p:nvGrpSpPr>
          <p:cNvPr id="89" name="object 89"/>
          <p:cNvGrpSpPr/>
          <p:nvPr/>
        </p:nvGrpSpPr>
        <p:grpSpPr>
          <a:xfrm>
            <a:off x="1880361" y="7702042"/>
            <a:ext cx="2843530" cy="607060"/>
            <a:chOff x="1880361" y="7702042"/>
            <a:chExt cx="2843530" cy="607060"/>
          </a:xfrm>
        </p:grpSpPr>
        <p:pic>
          <p:nvPicPr>
            <p:cNvPr id="90" name="object 9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80361" y="7702042"/>
              <a:ext cx="2843530" cy="301751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80361" y="8006842"/>
              <a:ext cx="2701670" cy="301751"/>
            </a:xfrm>
            <a:prstGeom prst="rect">
              <a:avLst/>
            </a:prstGeom>
          </p:spPr>
        </p:pic>
      </p:grpSp>
      <p:grpSp>
        <p:nvGrpSpPr>
          <p:cNvPr id="92" name="object 92"/>
          <p:cNvGrpSpPr/>
          <p:nvPr/>
        </p:nvGrpSpPr>
        <p:grpSpPr>
          <a:xfrm>
            <a:off x="1851025" y="6573342"/>
            <a:ext cx="2791460" cy="607695"/>
            <a:chOff x="1851025" y="6573342"/>
            <a:chExt cx="2791460" cy="607695"/>
          </a:xfrm>
        </p:grpSpPr>
        <p:pic>
          <p:nvPicPr>
            <p:cNvPr id="93" name="object 9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51025" y="6573342"/>
              <a:ext cx="2791205" cy="302056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851025" y="6878700"/>
              <a:ext cx="1015238" cy="301751"/>
            </a:xfrm>
            <a:prstGeom prst="rect">
              <a:avLst/>
            </a:prstGeom>
          </p:spPr>
        </p:pic>
      </p:grpSp>
      <p:sp>
        <p:nvSpPr>
          <p:cNvPr id="95" name="object 95"/>
          <p:cNvSpPr txBox="1"/>
          <p:nvPr/>
        </p:nvSpPr>
        <p:spPr>
          <a:xfrm>
            <a:off x="6597777" y="2440000"/>
            <a:ext cx="106616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10" b="1">
                <a:solidFill>
                  <a:srgbClr val="181818"/>
                </a:solidFill>
                <a:latin typeface="Tahoma"/>
                <a:cs typeface="Tahoma"/>
              </a:rPr>
              <a:t>Techleaf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1147552" y="2449448"/>
            <a:ext cx="108585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 b="1">
                <a:solidFill>
                  <a:srgbClr val="181818"/>
                </a:solidFill>
                <a:latin typeface="Tahoma"/>
                <a:cs typeface="Tahoma"/>
              </a:rPr>
              <a:t>Banks.az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3275056" y="2453767"/>
            <a:ext cx="138430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30" b="1">
                <a:solidFill>
                  <a:srgbClr val="181818"/>
                </a:solidFill>
                <a:latin typeface="Tahoma"/>
                <a:cs typeface="Tahoma"/>
              </a:rPr>
              <a:t>NerdWallet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5554960" y="2440000"/>
            <a:ext cx="13855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25" b="1">
                <a:solidFill>
                  <a:srgbClr val="181818"/>
                </a:solidFill>
                <a:latin typeface="Tahoma"/>
                <a:cs typeface="Tahoma"/>
              </a:rPr>
              <a:t>Finder.com</a:t>
            </a:r>
            <a:endParaRPr sz="1950">
              <a:latin typeface="Tahoma"/>
              <a:cs typeface="Tahoma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1851025" y="8828837"/>
            <a:ext cx="2868930" cy="607695"/>
            <a:chOff x="1851025" y="8828837"/>
            <a:chExt cx="2868930" cy="607695"/>
          </a:xfrm>
        </p:grpSpPr>
        <p:pic>
          <p:nvPicPr>
            <p:cNvPr id="100" name="object 10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51025" y="8828837"/>
              <a:ext cx="2868929" cy="302056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51025" y="9134246"/>
              <a:ext cx="1050251" cy="301752"/>
            </a:xfrm>
            <a:prstGeom prst="rect">
              <a:avLst/>
            </a:prstGeom>
          </p:spPr>
        </p:pic>
      </p:grpSp>
      <p:pic>
        <p:nvPicPr>
          <p:cNvPr id="102" name="object 10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940941" y="5597652"/>
            <a:ext cx="2935985" cy="301751"/>
          </a:xfrm>
          <a:prstGeom prst="rect">
            <a:avLst/>
          </a:prstGeom>
        </p:spPr>
      </p:pic>
      <p:sp>
        <p:nvSpPr>
          <p:cNvPr id="103" name="object 103"/>
          <p:cNvSpPr txBox="1"/>
          <p:nvPr/>
        </p:nvSpPr>
        <p:spPr>
          <a:xfrm>
            <a:off x="6558788" y="8838082"/>
            <a:ext cx="1145540" cy="558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marR="5080" indent="-228600">
              <a:lnSpc>
                <a:spcPct val="116700"/>
              </a:lnSpc>
              <a:spcBef>
                <a:spcPts val="95"/>
              </a:spcBef>
            </a:pPr>
            <a:r>
              <a:rPr dirty="0" sz="1500">
                <a:latin typeface="Roboto"/>
                <a:cs typeface="Roboto"/>
              </a:rPr>
              <a:t>Chatbot,</a:t>
            </a:r>
            <a:r>
              <a:rPr dirty="0" sz="1500" spc="35">
                <a:latin typeface="Roboto"/>
                <a:cs typeface="Roboto"/>
              </a:rPr>
              <a:t> </a:t>
            </a:r>
            <a:r>
              <a:rPr dirty="0" sz="1500" spc="-20">
                <a:latin typeface="Roboto"/>
                <a:cs typeface="Roboto"/>
              </a:rPr>
              <a:t>Live </a:t>
            </a:r>
            <a:r>
              <a:rPr dirty="0" sz="1500" spc="-10">
                <a:latin typeface="Roboto"/>
                <a:cs typeface="Roboto"/>
              </a:rPr>
              <a:t>support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1340845" y="8847226"/>
            <a:ext cx="701675" cy="558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2865" marR="5080" indent="-50800">
              <a:lnSpc>
                <a:spcPct val="116700"/>
              </a:lnSpc>
              <a:spcBef>
                <a:spcPts val="95"/>
              </a:spcBef>
            </a:pPr>
            <a:r>
              <a:rPr dirty="0" sz="1500" spc="-10">
                <a:latin typeface="Roboto"/>
                <a:cs typeface="Roboto"/>
              </a:rPr>
              <a:t>Contact details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3740130" y="8987129"/>
            <a:ext cx="556895" cy="2578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-125">
                <a:latin typeface="Roboto"/>
                <a:cs typeface="Roboto"/>
              </a:rPr>
              <a:t>E-</a:t>
            </a:r>
            <a:r>
              <a:rPr dirty="0" sz="1500" spc="-20">
                <a:latin typeface="Roboto"/>
                <a:cs typeface="Roboto"/>
              </a:rPr>
              <a:t>mail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5904210" y="8838082"/>
            <a:ext cx="687705" cy="558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29539">
              <a:lnSpc>
                <a:spcPct val="116700"/>
              </a:lnSpc>
              <a:spcBef>
                <a:spcPts val="95"/>
              </a:spcBef>
            </a:pPr>
            <a:r>
              <a:rPr dirty="0" sz="1500" spc="-20">
                <a:latin typeface="Roboto"/>
                <a:cs typeface="Roboto"/>
              </a:rPr>
              <a:t>Chat </a:t>
            </a:r>
            <a:r>
              <a:rPr dirty="0" sz="1500" spc="-10">
                <a:latin typeface="Roboto"/>
                <a:cs typeface="Roboto"/>
              </a:rPr>
              <a:t>support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07" name="object 10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8" rIns="0" bIns="0" rtlCol="0" vert="horz">
            <a:spAutoFit/>
          </a:bodyPr>
          <a:lstStyle/>
          <a:p>
            <a:pPr marL="1680845">
              <a:lnSpc>
                <a:spcPct val="100000"/>
              </a:lnSpc>
              <a:spcBef>
                <a:spcPts val="100"/>
              </a:spcBef>
            </a:pPr>
            <a:r>
              <a:rPr dirty="0" sz="6000" spc="-245"/>
              <a:t>Competitor</a:t>
            </a:r>
            <a:r>
              <a:rPr dirty="0" sz="6000" spc="-890"/>
              <a:t> </a:t>
            </a:r>
            <a:r>
              <a:rPr dirty="0" sz="6000" spc="-270"/>
              <a:t>Analysis</a:t>
            </a:r>
            <a:endParaRPr sz="6000"/>
          </a:p>
        </p:txBody>
      </p:sp>
      <p:sp>
        <p:nvSpPr>
          <p:cNvPr id="108" name="object 108"/>
          <p:cNvSpPr txBox="1"/>
          <p:nvPr/>
        </p:nvSpPr>
        <p:spPr>
          <a:xfrm>
            <a:off x="17766030" y="8713089"/>
            <a:ext cx="263525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-25">
                <a:solidFill>
                  <a:srgbClr val="FFFFFF"/>
                </a:solidFill>
                <a:latin typeface="Arial Black"/>
                <a:cs typeface="Arial Black"/>
              </a:rPr>
              <a:t>09</a:t>
            </a:r>
            <a:endParaRPr sz="1450">
              <a:latin typeface="Arial Black"/>
              <a:cs typeface="Arial Black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8719566" y="2467101"/>
            <a:ext cx="138176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25" b="1">
                <a:solidFill>
                  <a:srgbClr val="181818"/>
                </a:solidFill>
                <a:latin typeface="Tahoma"/>
                <a:cs typeface="Tahoma"/>
              </a:rPr>
              <a:t>HangiKredi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9067038" y="8864904"/>
            <a:ext cx="687705" cy="558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29539">
              <a:lnSpc>
                <a:spcPct val="116700"/>
              </a:lnSpc>
              <a:spcBef>
                <a:spcPts val="95"/>
              </a:spcBef>
            </a:pPr>
            <a:r>
              <a:rPr dirty="0" sz="1500" spc="-20">
                <a:latin typeface="Roboto"/>
                <a:cs typeface="Roboto"/>
              </a:rPr>
              <a:t>Chat </a:t>
            </a:r>
            <a:r>
              <a:rPr dirty="0" sz="1500" spc="-10">
                <a:latin typeface="Roboto"/>
                <a:cs typeface="Roboto"/>
              </a:rPr>
              <a:t>support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9057371" y="1524898"/>
            <a:ext cx="707390" cy="707390"/>
            <a:chOff x="9057371" y="1524898"/>
            <a:chExt cx="707390" cy="707390"/>
          </a:xfrm>
        </p:grpSpPr>
        <p:sp>
          <p:nvSpPr>
            <p:cNvPr id="112" name="object 112"/>
            <p:cNvSpPr/>
            <p:nvPr/>
          </p:nvSpPr>
          <p:spPr>
            <a:xfrm>
              <a:off x="9057371" y="1524898"/>
              <a:ext cx="707390" cy="707390"/>
            </a:xfrm>
            <a:custGeom>
              <a:avLst/>
              <a:gdLst/>
              <a:ahLst/>
              <a:cxnLst/>
              <a:rect l="l" t="t" r="r" b="b"/>
              <a:pathLst>
                <a:path w="707390" h="707389">
                  <a:moveTo>
                    <a:pt x="353425" y="0"/>
                  </a:moveTo>
                  <a:lnTo>
                    <a:pt x="305466" y="3226"/>
                  </a:lnTo>
                  <a:lnTo>
                    <a:pt x="259468" y="12624"/>
                  </a:lnTo>
                  <a:lnTo>
                    <a:pt x="215853" y="27773"/>
                  </a:lnTo>
                  <a:lnTo>
                    <a:pt x="175042" y="48251"/>
                  </a:lnTo>
                  <a:lnTo>
                    <a:pt x="137455" y="73638"/>
                  </a:lnTo>
                  <a:lnTo>
                    <a:pt x="103513" y="103513"/>
                  </a:lnTo>
                  <a:lnTo>
                    <a:pt x="73638" y="137455"/>
                  </a:lnTo>
                  <a:lnTo>
                    <a:pt x="48251" y="175042"/>
                  </a:lnTo>
                  <a:lnTo>
                    <a:pt x="27773" y="215853"/>
                  </a:lnTo>
                  <a:lnTo>
                    <a:pt x="12624" y="259468"/>
                  </a:lnTo>
                  <a:lnTo>
                    <a:pt x="3226" y="305466"/>
                  </a:lnTo>
                  <a:lnTo>
                    <a:pt x="0" y="353425"/>
                  </a:lnTo>
                  <a:lnTo>
                    <a:pt x="3226" y="401381"/>
                  </a:lnTo>
                  <a:lnTo>
                    <a:pt x="12624" y="447377"/>
                  </a:lnTo>
                  <a:lnTo>
                    <a:pt x="27773" y="490991"/>
                  </a:lnTo>
                  <a:lnTo>
                    <a:pt x="48251" y="531802"/>
                  </a:lnTo>
                  <a:lnTo>
                    <a:pt x="73639" y="569389"/>
                  </a:lnTo>
                  <a:lnTo>
                    <a:pt x="103514" y="603331"/>
                  </a:lnTo>
                  <a:lnTo>
                    <a:pt x="137455" y="633206"/>
                  </a:lnTo>
                  <a:lnTo>
                    <a:pt x="175042" y="658594"/>
                  </a:lnTo>
                  <a:lnTo>
                    <a:pt x="215854" y="679074"/>
                  </a:lnTo>
                  <a:lnTo>
                    <a:pt x="259469" y="694223"/>
                  </a:lnTo>
                  <a:lnTo>
                    <a:pt x="305466" y="703622"/>
                  </a:lnTo>
                  <a:lnTo>
                    <a:pt x="353425" y="706849"/>
                  </a:lnTo>
                  <a:lnTo>
                    <a:pt x="401384" y="703622"/>
                  </a:lnTo>
                  <a:lnTo>
                    <a:pt x="447382" y="694224"/>
                  </a:lnTo>
                  <a:lnTo>
                    <a:pt x="490997" y="679074"/>
                  </a:lnTo>
                  <a:lnTo>
                    <a:pt x="531808" y="658595"/>
                  </a:lnTo>
                  <a:lnTo>
                    <a:pt x="569395" y="633207"/>
                  </a:lnTo>
                  <a:lnTo>
                    <a:pt x="603337" y="603331"/>
                  </a:lnTo>
                  <a:lnTo>
                    <a:pt x="633212" y="569390"/>
                  </a:lnTo>
                  <a:lnTo>
                    <a:pt x="658599" y="531802"/>
                  </a:lnTo>
                  <a:lnTo>
                    <a:pt x="679077" y="490991"/>
                  </a:lnTo>
                  <a:lnTo>
                    <a:pt x="694226" y="447377"/>
                  </a:lnTo>
                  <a:lnTo>
                    <a:pt x="703624" y="401382"/>
                  </a:lnTo>
                  <a:lnTo>
                    <a:pt x="706850" y="353425"/>
                  </a:lnTo>
                  <a:lnTo>
                    <a:pt x="703624" y="305466"/>
                  </a:lnTo>
                  <a:lnTo>
                    <a:pt x="694226" y="259469"/>
                  </a:lnTo>
                  <a:lnTo>
                    <a:pt x="679077" y="215854"/>
                  </a:lnTo>
                  <a:lnTo>
                    <a:pt x="658598" y="175042"/>
                  </a:lnTo>
                  <a:lnTo>
                    <a:pt x="633211" y="137455"/>
                  </a:lnTo>
                  <a:lnTo>
                    <a:pt x="603336" y="103514"/>
                  </a:lnTo>
                  <a:lnTo>
                    <a:pt x="569395" y="73639"/>
                  </a:lnTo>
                  <a:lnTo>
                    <a:pt x="531808" y="48251"/>
                  </a:lnTo>
                  <a:lnTo>
                    <a:pt x="490996" y="27773"/>
                  </a:lnTo>
                  <a:lnTo>
                    <a:pt x="447381" y="12624"/>
                  </a:lnTo>
                  <a:lnTo>
                    <a:pt x="401383" y="3226"/>
                  </a:lnTo>
                  <a:lnTo>
                    <a:pt x="353425" y="0"/>
                  </a:lnTo>
                  <a:close/>
                </a:path>
              </a:pathLst>
            </a:custGeom>
            <a:solidFill>
              <a:srgbClr val="C2BC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9106704" y="1574402"/>
              <a:ext cx="610235" cy="611505"/>
            </a:xfrm>
            <a:custGeom>
              <a:avLst/>
              <a:gdLst/>
              <a:ahLst/>
              <a:cxnLst/>
              <a:rect l="l" t="t" r="r" b="b"/>
              <a:pathLst>
                <a:path w="610234" h="611505">
                  <a:moveTo>
                    <a:pt x="304955" y="0"/>
                  </a:moveTo>
                  <a:lnTo>
                    <a:pt x="255476" y="4022"/>
                  </a:lnTo>
                  <a:lnTo>
                    <a:pt x="208545" y="15658"/>
                  </a:lnTo>
                  <a:lnTo>
                    <a:pt x="164786" y="34264"/>
                  </a:lnTo>
                  <a:lnTo>
                    <a:pt x="124829" y="59194"/>
                  </a:lnTo>
                  <a:lnTo>
                    <a:pt x="89299" y="89804"/>
                  </a:lnTo>
                  <a:lnTo>
                    <a:pt x="58823" y="125448"/>
                  </a:lnTo>
                  <a:lnTo>
                    <a:pt x="34028" y="165483"/>
                  </a:lnTo>
                  <a:lnTo>
                    <a:pt x="15541" y="209262"/>
                  </a:lnTo>
                  <a:lnTo>
                    <a:pt x="4046" y="255913"/>
                  </a:lnTo>
                  <a:lnTo>
                    <a:pt x="0" y="305476"/>
                  </a:lnTo>
                  <a:lnTo>
                    <a:pt x="3989" y="354811"/>
                  </a:lnTo>
                  <a:lnTo>
                    <a:pt x="15541" y="401690"/>
                  </a:lnTo>
                  <a:lnTo>
                    <a:pt x="34028" y="445470"/>
                  </a:lnTo>
                  <a:lnTo>
                    <a:pt x="58823" y="485505"/>
                  </a:lnTo>
                  <a:lnTo>
                    <a:pt x="89299" y="521149"/>
                  </a:lnTo>
                  <a:lnTo>
                    <a:pt x="124829" y="551759"/>
                  </a:lnTo>
                  <a:lnTo>
                    <a:pt x="164787" y="576690"/>
                  </a:lnTo>
                  <a:lnTo>
                    <a:pt x="208757" y="595386"/>
                  </a:lnTo>
                  <a:lnTo>
                    <a:pt x="208909" y="595386"/>
                  </a:lnTo>
                  <a:lnTo>
                    <a:pt x="255579" y="606958"/>
                  </a:lnTo>
                  <a:lnTo>
                    <a:pt x="255789" y="606958"/>
                  </a:lnTo>
                  <a:lnTo>
                    <a:pt x="304956" y="610954"/>
                  </a:lnTo>
                  <a:lnTo>
                    <a:pt x="354206" y="606958"/>
                  </a:lnTo>
                  <a:lnTo>
                    <a:pt x="401006" y="595386"/>
                  </a:lnTo>
                  <a:lnTo>
                    <a:pt x="408766" y="592098"/>
                  </a:lnTo>
                  <a:lnTo>
                    <a:pt x="304956" y="592098"/>
                  </a:lnTo>
                  <a:lnTo>
                    <a:pt x="258520" y="588349"/>
                  </a:lnTo>
                  <a:lnTo>
                    <a:pt x="214478" y="577495"/>
                  </a:lnTo>
                  <a:lnTo>
                    <a:pt x="173419" y="560124"/>
                  </a:lnTo>
                  <a:lnTo>
                    <a:pt x="135928" y="536824"/>
                  </a:lnTo>
                  <a:lnTo>
                    <a:pt x="102593" y="508185"/>
                  </a:lnTo>
                  <a:lnTo>
                    <a:pt x="74003" y="474793"/>
                  </a:lnTo>
                  <a:lnTo>
                    <a:pt x="50743" y="437238"/>
                  </a:lnTo>
                  <a:lnTo>
                    <a:pt x="33402" y="396108"/>
                  </a:lnTo>
                  <a:lnTo>
                    <a:pt x="22566" y="351991"/>
                  </a:lnTo>
                  <a:lnTo>
                    <a:pt x="18824" y="305476"/>
                  </a:lnTo>
                  <a:lnTo>
                    <a:pt x="22566" y="258961"/>
                  </a:lnTo>
                  <a:lnTo>
                    <a:pt x="33402" y="214845"/>
                  </a:lnTo>
                  <a:lnTo>
                    <a:pt x="50743" y="173716"/>
                  </a:lnTo>
                  <a:lnTo>
                    <a:pt x="74002" y="136161"/>
                  </a:lnTo>
                  <a:lnTo>
                    <a:pt x="102593" y="102771"/>
                  </a:lnTo>
                  <a:lnTo>
                    <a:pt x="135927" y="74132"/>
                  </a:lnTo>
                  <a:lnTo>
                    <a:pt x="173418" y="50833"/>
                  </a:lnTo>
                  <a:lnTo>
                    <a:pt x="214478" y="33463"/>
                  </a:lnTo>
                  <a:lnTo>
                    <a:pt x="258519" y="22609"/>
                  </a:lnTo>
                  <a:lnTo>
                    <a:pt x="304955" y="18861"/>
                  </a:lnTo>
                  <a:lnTo>
                    <a:pt x="409146" y="18861"/>
                  </a:lnTo>
                  <a:lnTo>
                    <a:pt x="401578" y="15658"/>
                  </a:lnTo>
                  <a:lnTo>
                    <a:pt x="401731" y="15658"/>
                  </a:lnTo>
                  <a:lnTo>
                    <a:pt x="354536" y="4022"/>
                  </a:lnTo>
                  <a:lnTo>
                    <a:pt x="354748" y="4022"/>
                  </a:lnTo>
                  <a:lnTo>
                    <a:pt x="304955" y="0"/>
                  </a:lnTo>
                  <a:close/>
                </a:path>
                <a:path w="610234" h="611505">
                  <a:moveTo>
                    <a:pt x="409146" y="18861"/>
                  </a:moveTo>
                  <a:lnTo>
                    <a:pt x="304955" y="18861"/>
                  </a:lnTo>
                  <a:lnTo>
                    <a:pt x="351163" y="22609"/>
                  </a:lnTo>
                  <a:lnTo>
                    <a:pt x="395072" y="33463"/>
                  </a:lnTo>
                  <a:lnTo>
                    <a:pt x="436079" y="50833"/>
                  </a:lnTo>
                  <a:lnTo>
                    <a:pt x="473578" y="74132"/>
                  </a:lnTo>
                  <a:lnTo>
                    <a:pt x="506967" y="102771"/>
                  </a:lnTo>
                  <a:lnTo>
                    <a:pt x="535640" y="136162"/>
                  </a:lnTo>
                  <a:lnTo>
                    <a:pt x="558993" y="173716"/>
                  </a:lnTo>
                  <a:lnTo>
                    <a:pt x="576421" y="214846"/>
                  </a:lnTo>
                  <a:lnTo>
                    <a:pt x="587322" y="258962"/>
                  </a:lnTo>
                  <a:lnTo>
                    <a:pt x="591090" y="305477"/>
                  </a:lnTo>
                  <a:lnTo>
                    <a:pt x="587347" y="351992"/>
                  </a:lnTo>
                  <a:lnTo>
                    <a:pt x="576512" y="396109"/>
                  </a:lnTo>
                  <a:lnTo>
                    <a:pt x="559170" y="437239"/>
                  </a:lnTo>
                  <a:lnTo>
                    <a:pt x="535910" y="474794"/>
                  </a:lnTo>
                  <a:lnTo>
                    <a:pt x="507319" y="508185"/>
                  </a:lnTo>
                  <a:lnTo>
                    <a:pt x="473984" y="536825"/>
                  </a:lnTo>
                  <a:lnTo>
                    <a:pt x="436493" y="560124"/>
                  </a:lnTo>
                  <a:lnTo>
                    <a:pt x="395433" y="577495"/>
                  </a:lnTo>
                  <a:lnTo>
                    <a:pt x="351391" y="588349"/>
                  </a:lnTo>
                  <a:lnTo>
                    <a:pt x="304956" y="592098"/>
                  </a:lnTo>
                  <a:lnTo>
                    <a:pt x="408766" y="592098"/>
                  </a:lnTo>
                  <a:lnTo>
                    <a:pt x="444710" y="576868"/>
                  </a:lnTo>
                  <a:lnTo>
                    <a:pt x="484676" y="552031"/>
                  </a:lnTo>
                  <a:lnTo>
                    <a:pt x="520260" y="521502"/>
                  </a:lnTo>
                  <a:lnTo>
                    <a:pt x="550818" y="485911"/>
                  </a:lnTo>
                  <a:lnTo>
                    <a:pt x="575705" y="445885"/>
                  </a:lnTo>
                  <a:lnTo>
                    <a:pt x="594279" y="402052"/>
                  </a:lnTo>
                  <a:lnTo>
                    <a:pt x="605896" y="355040"/>
                  </a:lnTo>
                  <a:lnTo>
                    <a:pt x="609911" y="305477"/>
                  </a:lnTo>
                  <a:lnTo>
                    <a:pt x="605939" y="256142"/>
                  </a:lnTo>
                  <a:lnTo>
                    <a:pt x="605921" y="255914"/>
                  </a:lnTo>
                  <a:lnTo>
                    <a:pt x="594458" y="209263"/>
                  </a:lnTo>
                  <a:lnTo>
                    <a:pt x="575882" y="165069"/>
                  </a:lnTo>
                  <a:lnTo>
                    <a:pt x="551088" y="125043"/>
                  </a:lnTo>
                  <a:lnTo>
                    <a:pt x="520611" y="89452"/>
                  </a:lnTo>
                  <a:lnTo>
                    <a:pt x="485081" y="58923"/>
                  </a:lnTo>
                  <a:lnTo>
                    <a:pt x="445123" y="34086"/>
                  </a:lnTo>
                  <a:lnTo>
                    <a:pt x="409146" y="188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170416" y="1633474"/>
              <a:ext cx="480314" cy="4803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39508" y="0"/>
            <a:ext cx="10009505" cy="2385695"/>
            <a:chOff x="4139508" y="0"/>
            <a:chExt cx="10009505" cy="2385695"/>
          </a:xfrm>
        </p:grpSpPr>
        <p:sp>
          <p:nvSpPr>
            <p:cNvPr id="3" name="object 3"/>
            <p:cNvSpPr/>
            <p:nvPr/>
          </p:nvSpPr>
          <p:spPr>
            <a:xfrm>
              <a:off x="4139508" y="0"/>
              <a:ext cx="10009505" cy="2385695"/>
            </a:xfrm>
            <a:custGeom>
              <a:avLst/>
              <a:gdLst/>
              <a:ahLst/>
              <a:cxnLst/>
              <a:rect l="l" t="t" r="r" b="b"/>
              <a:pathLst>
                <a:path w="10009505" h="2385695">
                  <a:moveTo>
                    <a:pt x="10008982" y="0"/>
                  </a:moveTo>
                  <a:lnTo>
                    <a:pt x="0" y="0"/>
                  </a:lnTo>
                  <a:lnTo>
                    <a:pt x="17973" y="22120"/>
                  </a:lnTo>
                  <a:lnTo>
                    <a:pt x="49481" y="60298"/>
                  </a:lnTo>
                  <a:lnTo>
                    <a:pt x="81275" y="98229"/>
                  </a:lnTo>
                  <a:lnTo>
                    <a:pt x="113354" y="135911"/>
                  </a:lnTo>
                  <a:lnTo>
                    <a:pt x="145717" y="173344"/>
                  </a:lnTo>
                  <a:lnTo>
                    <a:pt x="178361" y="210524"/>
                  </a:lnTo>
                  <a:lnTo>
                    <a:pt x="211286" y="247450"/>
                  </a:lnTo>
                  <a:lnTo>
                    <a:pt x="244489" y="284121"/>
                  </a:lnTo>
                  <a:lnTo>
                    <a:pt x="277969" y="320536"/>
                  </a:lnTo>
                  <a:lnTo>
                    <a:pt x="311724" y="356692"/>
                  </a:lnTo>
                  <a:lnTo>
                    <a:pt x="345752" y="392587"/>
                  </a:lnTo>
                  <a:lnTo>
                    <a:pt x="380052" y="428221"/>
                  </a:lnTo>
                  <a:lnTo>
                    <a:pt x="414623" y="463592"/>
                  </a:lnTo>
                  <a:lnTo>
                    <a:pt x="449461" y="498697"/>
                  </a:lnTo>
                  <a:lnTo>
                    <a:pt x="484567" y="533535"/>
                  </a:lnTo>
                  <a:lnTo>
                    <a:pt x="519938" y="568105"/>
                  </a:lnTo>
                  <a:lnTo>
                    <a:pt x="555572" y="602405"/>
                  </a:lnTo>
                  <a:lnTo>
                    <a:pt x="591468" y="636432"/>
                  </a:lnTo>
                  <a:lnTo>
                    <a:pt x="627624" y="670187"/>
                  </a:lnTo>
                  <a:lnTo>
                    <a:pt x="664039" y="703666"/>
                  </a:lnTo>
                  <a:lnTo>
                    <a:pt x="700711" y="736868"/>
                  </a:lnTo>
                  <a:lnTo>
                    <a:pt x="737638" y="769793"/>
                  </a:lnTo>
                  <a:lnTo>
                    <a:pt x="774818" y="802436"/>
                  </a:lnTo>
                  <a:lnTo>
                    <a:pt x="812251" y="834799"/>
                  </a:lnTo>
                  <a:lnTo>
                    <a:pt x="849934" y="866877"/>
                  </a:lnTo>
                  <a:lnTo>
                    <a:pt x="887865" y="898671"/>
                  </a:lnTo>
                  <a:lnTo>
                    <a:pt x="926043" y="930178"/>
                  </a:lnTo>
                  <a:lnTo>
                    <a:pt x="964466" y="961397"/>
                  </a:lnTo>
                  <a:lnTo>
                    <a:pt x="1003133" y="992325"/>
                  </a:lnTo>
                  <a:lnTo>
                    <a:pt x="1042042" y="1022962"/>
                  </a:lnTo>
                  <a:lnTo>
                    <a:pt x="1081192" y="1053306"/>
                  </a:lnTo>
                  <a:lnTo>
                    <a:pt x="1120580" y="1083354"/>
                  </a:lnTo>
                  <a:lnTo>
                    <a:pt x="1160205" y="1113106"/>
                  </a:lnTo>
                  <a:lnTo>
                    <a:pt x="1200065" y="1142560"/>
                  </a:lnTo>
                  <a:lnTo>
                    <a:pt x="1240159" y="1171713"/>
                  </a:lnTo>
                  <a:lnTo>
                    <a:pt x="1280485" y="1200565"/>
                  </a:lnTo>
                  <a:lnTo>
                    <a:pt x="1321041" y="1229113"/>
                  </a:lnTo>
                  <a:lnTo>
                    <a:pt x="1361826" y="1257357"/>
                  </a:lnTo>
                  <a:lnTo>
                    <a:pt x="1402838" y="1285294"/>
                  </a:lnTo>
                  <a:lnTo>
                    <a:pt x="1444075" y="1312923"/>
                  </a:lnTo>
                  <a:lnTo>
                    <a:pt x="1485536" y="1340242"/>
                  </a:lnTo>
                  <a:lnTo>
                    <a:pt x="1527219" y="1367249"/>
                  </a:lnTo>
                  <a:lnTo>
                    <a:pt x="1569123" y="1393943"/>
                  </a:lnTo>
                  <a:lnTo>
                    <a:pt x="1611245" y="1420322"/>
                  </a:lnTo>
                  <a:lnTo>
                    <a:pt x="1653584" y="1446384"/>
                  </a:lnTo>
                  <a:lnTo>
                    <a:pt x="1696139" y="1472128"/>
                  </a:lnTo>
                  <a:lnTo>
                    <a:pt x="1738908" y="1497553"/>
                  </a:lnTo>
                  <a:lnTo>
                    <a:pt x="1781888" y="1522655"/>
                  </a:lnTo>
                  <a:lnTo>
                    <a:pt x="1825079" y="1547435"/>
                  </a:lnTo>
                  <a:lnTo>
                    <a:pt x="1868479" y="1571890"/>
                  </a:lnTo>
                  <a:lnTo>
                    <a:pt x="1912086" y="1596018"/>
                  </a:lnTo>
                  <a:lnTo>
                    <a:pt x="1955899" y="1619818"/>
                  </a:lnTo>
                  <a:lnTo>
                    <a:pt x="1999915" y="1643288"/>
                  </a:lnTo>
                  <a:lnTo>
                    <a:pt x="2044134" y="1666427"/>
                  </a:lnTo>
                  <a:lnTo>
                    <a:pt x="2088553" y="1689233"/>
                  </a:lnTo>
                  <a:lnTo>
                    <a:pt x="2133170" y="1711704"/>
                  </a:lnTo>
                  <a:lnTo>
                    <a:pt x="2177985" y="1733838"/>
                  </a:lnTo>
                  <a:lnTo>
                    <a:pt x="2222996" y="1755634"/>
                  </a:lnTo>
                  <a:lnTo>
                    <a:pt x="2268200" y="1777091"/>
                  </a:lnTo>
                  <a:lnTo>
                    <a:pt x="2313597" y="1798206"/>
                  </a:lnTo>
                  <a:lnTo>
                    <a:pt x="2359184" y="1818978"/>
                  </a:lnTo>
                  <a:lnTo>
                    <a:pt x="2404960" y="1839405"/>
                  </a:lnTo>
                  <a:lnTo>
                    <a:pt x="2450924" y="1859486"/>
                  </a:lnTo>
                  <a:lnTo>
                    <a:pt x="2497072" y="1879219"/>
                  </a:lnTo>
                  <a:lnTo>
                    <a:pt x="2543405" y="1898602"/>
                  </a:lnTo>
                  <a:lnTo>
                    <a:pt x="2589920" y="1917633"/>
                  </a:lnTo>
                  <a:lnTo>
                    <a:pt x="2636616" y="1936312"/>
                  </a:lnTo>
                  <a:lnTo>
                    <a:pt x="2683491" y="1954636"/>
                  </a:lnTo>
                  <a:lnTo>
                    <a:pt x="2730543" y="1972603"/>
                  </a:lnTo>
                  <a:lnTo>
                    <a:pt x="2777770" y="1990213"/>
                  </a:lnTo>
                  <a:lnTo>
                    <a:pt x="2825172" y="2007463"/>
                  </a:lnTo>
                  <a:lnTo>
                    <a:pt x="2872746" y="2024351"/>
                  </a:lnTo>
                  <a:lnTo>
                    <a:pt x="2920490" y="2040877"/>
                  </a:lnTo>
                  <a:lnTo>
                    <a:pt x="2968404" y="2057038"/>
                  </a:lnTo>
                  <a:lnTo>
                    <a:pt x="3016484" y="2072832"/>
                  </a:lnTo>
                  <a:lnTo>
                    <a:pt x="3064731" y="2088259"/>
                  </a:lnTo>
                  <a:lnTo>
                    <a:pt x="3113142" y="2103316"/>
                  </a:lnTo>
                  <a:lnTo>
                    <a:pt x="3161715" y="2118002"/>
                  </a:lnTo>
                  <a:lnTo>
                    <a:pt x="3210448" y="2132315"/>
                  </a:lnTo>
                  <a:lnTo>
                    <a:pt x="3259341" y="2146253"/>
                  </a:lnTo>
                  <a:lnTo>
                    <a:pt x="3308391" y="2159815"/>
                  </a:lnTo>
                  <a:lnTo>
                    <a:pt x="3357597" y="2172999"/>
                  </a:lnTo>
                  <a:lnTo>
                    <a:pt x="3406957" y="2185804"/>
                  </a:lnTo>
                  <a:lnTo>
                    <a:pt x="3456469" y="2198227"/>
                  </a:lnTo>
                  <a:lnTo>
                    <a:pt x="3506132" y="2210268"/>
                  </a:lnTo>
                  <a:lnTo>
                    <a:pt x="3555944" y="2221924"/>
                  </a:lnTo>
                  <a:lnTo>
                    <a:pt x="3605904" y="2233194"/>
                  </a:lnTo>
                  <a:lnTo>
                    <a:pt x="3656009" y="2244076"/>
                  </a:lnTo>
                  <a:lnTo>
                    <a:pt x="3706259" y="2254568"/>
                  </a:lnTo>
                  <a:lnTo>
                    <a:pt x="3756651" y="2264669"/>
                  </a:lnTo>
                  <a:lnTo>
                    <a:pt x="3807184" y="2274378"/>
                  </a:lnTo>
                  <a:lnTo>
                    <a:pt x="3857856" y="2283692"/>
                  </a:lnTo>
                  <a:lnTo>
                    <a:pt x="3908665" y="2292609"/>
                  </a:lnTo>
                  <a:lnTo>
                    <a:pt x="3959611" y="2301130"/>
                  </a:lnTo>
                  <a:lnTo>
                    <a:pt x="4010690" y="2309250"/>
                  </a:lnTo>
                  <a:lnTo>
                    <a:pt x="4061902" y="2316970"/>
                  </a:lnTo>
                  <a:lnTo>
                    <a:pt x="4113245" y="2324286"/>
                  </a:lnTo>
                  <a:lnTo>
                    <a:pt x="4164717" y="2331199"/>
                  </a:lnTo>
                  <a:lnTo>
                    <a:pt x="4216317" y="2337705"/>
                  </a:lnTo>
                  <a:lnTo>
                    <a:pt x="4268043" y="2343803"/>
                  </a:lnTo>
                  <a:lnTo>
                    <a:pt x="4319893" y="2349492"/>
                  </a:lnTo>
                  <a:lnTo>
                    <a:pt x="4371865" y="2354770"/>
                  </a:lnTo>
                  <a:lnTo>
                    <a:pt x="4423958" y="2359636"/>
                  </a:lnTo>
                  <a:lnTo>
                    <a:pt x="4476171" y="2364086"/>
                  </a:lnTo>
                  <a:lnTo>
                    <a:pt x="4528501" y="2368121"/>
                  </a:lnTo>
                  <a:lnTo>
                    <a:pt x="4580947" y="2371739"/>
                  </a:lnTo>
                  <a:lnTo>
                    <a:pt x="4633507" y="2374936"/>
                  </a:lnTo>
                  <a:lnTo>
                    <a:pt x="4686180" y="2377713"/>
                  </a:lnTo>
                  <a:lnTo>
                    <a:pt x="4738964" y="2380067"/>
                  </a:lnTo>
                  <a:lnTo>
                    <a:pt x="4791858" y="2381997"/>
                  </a:lnTo>
                  <a:lnTo>
                    <a:pt x="4844859" y="2383501"/>
                  </a:lnTo>
                  <a:lnTo>
                    <a:pt x="4897966" y="2384577"/>
                  </a:lnTo>
                  <a:lnTo>
                    <a:pt x="4951177" y="2385224"/>
                  </a:lnTo>
                  <a:lnTo>
                    <a:pt x="5004491" y="2385441"/>
                  </a:lnTo>
                  <a:lnTo>
                    <a:pt x="5057805" y="2385224"/>
                  </a:lnTo>
                  <a:lnTo>
                    <a:pt x="5111016" y="2384577"/>
                  </a:lnTo>
                  <a:lnTo>
                    <a:pt x="5164123" y="2383501"/>
                  </a:lnTo>
                  <a:lnTo>
                    <a:pt x="5217124" y="2381997"/>
                  </a:lnTo>
                  <a:lnTo>
                    <a:pt x="5270017" y="2380067"/>
                  </a:lnTo>
                  <a:lnTo>
                    <a:pt x="5322801" y="2377713"/>
                  </a:lnTo>
                  <a:lnTo>
                    <a:pt x="5375475" y="2374936"/>
                  </a:lnTo>
                  <a:lnTo>
                    <a:pt x="5428035" y="2371739"/>
                  </a:lnTo>
                  <a:lnTo>
                    <a:pt x="5480481" y="2368121"/>
                  </a:lnTo>
                  <a:lnTo>
                    <a:pt x="5532811" y="2364086"/>
                  </a:lnTo>
                  <a:lnTo>
                    <a:pt x="5585024" y="2359636"/>
                  </a:lnTo>
                  <a:lnTo>
                    <a:pt x="5637117" y="2354770"/>
                  </a:lnTo>
                  <a:lnTo>
                    <a:pt x="5689089" y="2349492"/>
                  </a:lnTo>
                  <a:lnTo>
                    <a:pt x="5740939" y="2343803"/>
                  </a:lnTo>
                  <a:lnTo>
                    <a:pt x="5792665" y="2337705"/>
                  </a:lnTo>
                  <a:lnTo>
                    <a:pt x="5844265" y="2331199"/>
                  </a:lnTo>
                  <a:lnTo>
                    <a:pt x="5895737" y="2324286"/>
                  </a:lnTo>
                  <a:lnTo>
                    <a:pt x="5947080" y="2316970"/>
                  </a:lnTo>
                  <a:lnTo>
                    <a:pt x="5998292" y="2309250"/>
                  </a:lnTo>
                  <a:lnTo>
                    <a:pt x="6049371" y="2301130"/>
                  </a:lnTo>
                  <a:lnTo>
                    <a:pt x="6100317" y="2292609"/>
                  </a:lnTo>
                  <a:lnTo>
                    <a:pt x="6151126" y="2283692"/>
                  </a:lnTo>
                  <a:lnTo>
                    <a:pt x="6201798" y="2274378"/>
                  </a:lnTo>
                  <a:lnTo>
                    <a:pt x="6252331" y="2264669"/>
                  </a:lnTo>
                  <a:lnTo>
                    <a:pt x="6302723" y="2254568"/>
                  </a:lnTo>
                  <a:lnTo>
                    <a:pt x="6352973" y="2244076"/>
                  </a:lnTo>
                  <a:lnTo>
                    <a:pt x="6403078" y="2233194"/>
                  </a:lnTo>
                  <a:lnTo>
                    <a:pt x="6453038" y="2221924"/>
                  </a:lnTo>
                  <a:lnTo>
                    <a:pt x="6502850" y="2210268"/>
                  </a:lnTo>
                  <a:lnTo>
                    <a:pt x="6552513" y="2198227"/>
                  </a:lnTo>
                  <a:lnTo>
                    <a:pt x="6602025" y="2185804"/>
                  </a:lnTo>
                  <a:lnTo>
                    <a:pt x="6651385" y="2172999"/>
                  </a:lnTo>
                  <a:lnTo>
                    <a:pt x="6700591" y="2159815"/>
                  </a:lnTo>
                  <a:lnTo>
                    <a:pt x="6749641" y="2146253"/>
                  </a:lnTo>
                  <a:lnTo>
                    <a:pt x="6798534" y="2132315"/>
                  </a:lnTo>
                  <a:lnTo>
                    <a:pt x="6847267" y="2118002"/>
                  </a:lnTo>
                  <a:lnTo>
                    <a:pt x="6895840" y="2103316"/>
                  </a:lnTo>
                  <a:lnTo>
                    <a:pt x="6944251" y="2088259"/>
                  </a:lnTo>
                  <a:lnTo>
                    <a:pt x="6992497" y="2072832"/>
                  </a:lnTo>
                  <a:lnTo>
                    <a:pt x="7040578" y="2057038"/>
                  </a:lnTo>
                  <a:lnTo>
                    <a:pt x="7088492" y="2040877"/>
                  </a:lnTo>
                  <a:lnTo>
                    <a:pt x="7136236" y="2024351"/>
                  </a:lnTo>
                  <a:lnTo>
                    <a:pt x="7183810" y="2007463"/>
                  </a:lnTo>
                  <a:lnTo>
                    <a:pt x="7231212" y="1990213"/>
                  </a:lnTo>
                  <a:lnTo>
                    <a:pt x="7278439" y="1972603"/>
                  </a:lnTo>
                  <a:lnTo>
                    <a:pt x="7325491" y="1954636"/>
                  </a:lnTo>
                  <a:lnTo>
                    <a:pt x="7372366" y="1936312"/>
                  </a:lnTo>
                  <a:lnTo>
                    <a:pt x="7419062" y="1917633"/>
                  </a:lnTo>
                  <a:lnTo>
                    <a:pt x="7465577" y="1898602"/>
                  </a:lnTo>
                  <a:lnTo>
                    <a:pt x="7511910" y="1879219"/>
                  </a:lnTo>
                  <a:lnTo>
                    <a:pt x="7558058" y="1859486"/>
                  </a:lnTo>
                  <a:lnTo>
                    <a:pt x="7604022" y="1839405"/>
                  </a:lnTo>
                  <a:lnTo>
                    <a:pt x="7649798" y="1818978"/>
                  </a:lnTo>
                  <a:lnTo>
                    <a:pt x="7695385" y="1798206"/>
                  </a:lnTo>
                  <a:lnTo>
                    <a:pt x="7740782" y="1777091"/>
                  </a:lnTo>
                  <a:lnTo>
                    <a:pt x="7785986" y="1755634"/>
                  </a:lnTo>
                  <a:lnTo>
                    <a:pt x="7830997" y="1733838"/>
                  </a:lnTo>
                  <a:lnTo>
                    <a:pt x="7875812" y="1711704"/>
                  </a:lnTo>
                  <a:lnTo>
                    <a:pt x="7920429" y="1689233"/>
                  </a:lnTo>
                  <a:lnTo>
                    <a:pt x="7964848" y="1666427"/>
                  </a:lnTo>
                  <a:lnTo>
                    <a:pt x="8009067" y="1643288"/>
                  </a:lnTo>
                  <a:lnTo>
                    <a:pt x="8053083" y="1619818"/>
                  </a:lnTo>
                  <a:lnTo>
                    <a:pt x="8096896" y="1596018"/>
                  </a:lnTo>
                  <a:lnTo>
                    <a:pt x="8140503" y="1571890"/>
                  </a:lnTo>
                  <a:lnTo>
                    <a:pt x="8183903" y="1547435"/>
                  </a:lnTo>
                  <a:lnTo>
                    <a:pt x="8227094" y="1522655"/>
                  </a:lnTo>
                  <a:lnTo>
                    <a:pt x="8270074" y="1497553"/>
                  </a:lnTo>
                  <a:lnTo>
                    <a:pt x="8312843" y="1472128"/>
                  </a:lnTo>
                  <a:lnTo>
                    <a:pt x="8355398" y="1446384"/>
                  </a:lnTo>
                  <a:lnTo>
                    <a:pt x="8397737" y="1420322"/>
                  </a:lnTo>
                  <a:lnTo>
                    <a:pt x="8439859" y="1393943"/>
                  </a:lnTo>
                  <a:lnTo>
                    <a:pt x="8481763" y="1367249"/>
                  </a:lnTo>
                  <a:lnTo>
                    <a:pt x="8523446" y="1340242"/>
                  </a:lnTo>
                  <a:lnTo>
                    <a:pt x="8564907" y="1312923"/>
                  </a:lnTo>
                  <a:lnTo>
                    <a:pt x="8606144" y="1285294"/>
                  </a:lnTo>
                  <a:lnTo>
                    <a:pt x="8647156" y="1257357"/>
                  </a:lnTo>
                  <a:lnTo>
                    <a:pt x="8687941" y="1229113"/>
                  </a:lnTo>
                  <a:lnTo>
                    <a:pt x="8728497" y="1200565"/>
                  </a:lnTo>
                  <a:lnTo>
                    <a:pt x="8768823" y="1171713"/>
                  </a:lnTo>
                  <a:lnTo>
                    <a:pt x="8808917" y="1142560"/>
                  </a:lnTo>
                  <a:lnTo>
                    <a:pt x="8848777" y="1113106"/>
                  </a:lnTo>
                  <a:lnTo>
                    <a:pt x="8888402" y="1083354"/>
                  </a:lnTo>
                  <a:lnTo>
                    <a:pt x="8927790" y="1053306"/>
                  </a:lnTo>
                  <a:lnTo>
                    <a:pt x="8966940" y="1022962"/>
                  </a:lnTo>
                  <a:lnTo>
                    <a:pt x="9005849" y="992325"/>
                  </a:lnTo>
                  <a:lnTo>
                    <a:pt x="9044516" y="961397"/>
                  </a:lnTo>
                  <a:lnTo>
                    <a:pt x="9082939" y="930178"/>
                  </a:lnTo>
                  <a:lnTo>
                    <a:pt x="9121117" y="898671"/>
                  </a:lnTo>
                  <a:lnTo>
                    <a:pt x="9159048" y="866877"/>
                  </a:lnTo>
                  <a:lnTo>
                    <a:pt x="9196731" y="834799"/>
                  </a:lnTo>
                  <a:lnTo>
                    <a:pt x="9234163" y="802436"/>
                  </a:lnTo>
                  <a:lnTo>
                    <a:pt x="9271344" y="769793"/>
                  </a:lnTo>
                  <a:lnTo>
                    <a:pt x="9308271" y="736868"/>
                  </a:lnTo>
                  <a:lnTo>
                    <a:pt x="9344943" y="703666"/>
                  </a:lnTo>
                  <a:lnTo>
                    <a:pt x="9381358" y="670187"/>
                  </a:lnTo>
                  <a:lnTo>
                    <a:pt x="9417514" y="636432"/>
                  </a:lnTo>
                  <a:lnTo>
                    <a:pt x="9453410" y="602405"/>
                  </a:lnTo>
                  <a:lnTo>
                    <a:pt x="9489044" y="568105"/>
                  </a:lnTo>
                  <a:lnTo>
                    <a:pt x="9524415" y="533535"/>
                  </a:lnTo>
                  <a:lnTo>
                    <a:pt x="9559521" y="498697"/>
                  </a:lnTo>
                  <a:lnTo>
                    <a:pt x="9594359" y="463592"/>
                  </a:lnTo>
                  <a:lnTo>
                    <a:pt x="9628930" y="428221"/>
                  </a:lnTo>
                  <a:lnTo>
                    <a:pt x="9663230" y="392587"/>
                  </a:lnTo>
                  <a:lnTo>
                    <a:pt x="9697258" y="356692"/>
                  </a:lnTo>
                  <a:lnTo>
                    <a:pt x="9731013" y="320536"/>
                  </a:lnTo>
                  <a:lnTo>
                    <a:pt x="9764493" y="284121"/>
                  </a:lnTo>
                  <a:lnTo>
                    <a:pt x="9797696" y="247450"/>
                  </a:lnTo>
                  <a:lnTo>
                    <a:pt x="9830620" y="210524"/>
                  </a:lnTo>
                  <a:lnTo>
                    <a:pt x="9863265" y="173344"/>
                  </a:lnTo>
                  <a:lnTo>
                    <a:pt x="9895628" y="135911"/>
                  </a:lnTo>
                  <a:lnTo>
                    <a:pt x="9927707" y="98229"/>
                  </a:lnTo>
                  <a:lnTo>
                    <a:pt x="9959501" y="60298"/>
                  </a:lnTo>
                  <a:lnTo>
                    <a:pt x="9991009" y="22120"/>
                  </a:lnTo>
                  <a:lnTo>
                    <a:pt x="10008982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499488" y="0"/>
              <a:ext cx="7289165" cy="1397000"/>
            </a:xfrm>
            <a:custGeom>
              <a:avLst/>
              <a:gdLst/>
              <a:ahLst/>
              <a:cxnLst/>
              <a:rect l="l" t="t" r="r" b="b"/>
              <a:pathLst>
                <a:path w="7289165" h="1397000">
                  <a:moveTo>
                    <a:pt x="7289022" y="0"/>
                  </a:moveTo>
                  <a:lnTo>
                    <a:pt x="0" y="0"/>
                  </a:lnTo>
                  <a:lnTo>
                    <a:pt x="33241" y="29645"/>
                  </a:lnTo>
                  <a:lnTo>
                    <a:pt x="66914" y="59186"/>
                  </a:lnTo>
                  <a:lnTo>
                    <a:pt x="100832" y="88453"/>
                  </a:lnTo>
                  <a:lnTo>
                    <a:pt x="134991" y="117446"/>
                  </a:lnTo>
                  <a:lnTo>
                    <a:pt x="169391" y="146163"/>
                  </a:lnTo>
                  <a:lnTo>
                    <a:pt x="204030" y="174602"/>
                  </a:lnTo>
                  <a:lnTo>
                    <a:pt x="238905" y="202760"/>
                  </a:lnTo>
                  <a:lnTo>
                    <a:pt x="274016" y="230638"/>
                  </a:lnTo>
                  <a:lnTo>
                    <a:pt x="309360" y="258231"/>
                  </a:lnTo>
                  <a:lnTo>
                    <a:pt x="344936" y="285540"/>
                  </a:lnTo>
                  <a:lnTo>
                    <a:pt x="380742" y="312563"/>
                  </a:lnTo>
                  <a:lnTo>
                    <a:pt x="416776" y="339296"/>
                  </a:lnTo>
                  <a:lnTo>
                    <a:pt x="453037" y="365740"/>
                  </a:lnTo>
                  <a:lnTo>
                    <a:pt x="489523" y="391892"/>
                  </a:lnTo>
                  <a:lnTo>
                    <a:pt x="526232" y="417750"/>
                  </a:lnTo>
                  <a:lnTo>
                    <a:pt x="563162" y="443313"/>
                  </a:lnTo>
                  <a:lnTo>
                    <a:pt x="600312" y="468579"/>
                  </a:lnTo>
                  <a:lnTo>
                    <a:pt x="637680" y="493546"/>
                  </a:lnTo>
                  <a:lnTo>
                    <a:pt x="675265" y="518213"/>
                  </a:lnTo>
                  <a:lnTo>
                    <a:pt x="713064" y="542578"/>
                  </a:lnTo>
                  <a:lnTo>
                    <a:pt x="751076" y="566639"/>
                  </a:lnTo>
                  <a:lnTo>
                    <a:pt x="789299" y="590394"/>
                  </a:lnTo>
                  <a:lnTo>
                    <a:pt x="827732" y="613842"/>
                  </a:lnTo>
                  <a:lnTo>
                    <a:pt x="866372" y="636980"/>
                  </a:lnTo>
                  <a:lnTo>
                    <a:pt x="905218" y="659809"/>
                  </a:lnTo>
                  <a:lnTo>
                    <a:pt x="944269" y="682324"/>
                  </a:lnTo>
                  <a:lnTo>
                    <a:pt x="983522" y="704526"/>
                  </a:lnTo>
                  <a:lnTo>
                    <a:pt x="1022976" y="726411"/>
                  </a:lnTo>
                  <a:lnTo>
                    <a:pt x="1062629" y="747979"/>
                  </a:lnTo>
                  <a:lnTo>
                    <a:pt x="1102480" y="769228"/>
                  </a:lnTo>
                  <a:lnTo>
                    <a:pt x="1142526" y="790156"/>
                  </a:lnTo>
                  <a:lnTo>
                    <a:pt x="1182767" y="810761"/>
                  </a:lnTo>
                  <a:lnTo>
                    <a:pt x="1223199" y="831041"/>
                  </a:lnTo>
                  <a:lnTo>
                    <a:pt x="1263822" y="850995"/>
                  </a:lnTo>
                  <a:lnTo>
                    <a:pt x="1304634" y="870621"/>
                  </a:lnTo>
                  <a:lnTo>
                    <a:pt x="1345634" y="889918"/>
                  </a:lnTo>
                  <a:lnTo>
                    <a:pt x="1386818" y="908884"/>
                  </a:lnTo>
                  <a:lnTo>
                    <a:pt x="1428187" y="927516"/>
                  </a:lnTo>
                  <a:lnTo>
                    <a:pt x="1469737" y="945813"/>
                  </a:lnTo>
                  <a:lnTo>
                    <a:pt x="1511467" y="963774"/>
                  </a:lnTo>
                  <a:lnTo>
                    <a:pt x="1553376" y="981397"/>
                  </a:lnTo>
                  <a:lnTo>
                    <a:pt x="1595462" y="998680"/>
                  </a:lnTo>
                  <a:lnTo>
                    <a:pt x="1637723" y="1015621"/>
                  </a:lnTo>
                  <a:lnTo>
                    <a:pt x="1680158" y="1032219"/>
                  </a:lnTo>
                  <a:lnTo>
                    <a:pt x="1722764" y="1048472"/>
                  </a:lnTo>
                  <a:lnTo>
                    <a:pt x="1765540" y="1064378"/>
                  </a:lnTo>
                  <a:lnTo>
                    <a:pt x="1808484" y="1079935"/>
                  </a:lnTo>
                  <a:lnTo>
                    <a:pt x="1851595" y="1095143"/>
                  </a:lnTo>
                  <a:lnTo>
                    <a:pt x="1894871" y="1109998"/>
                  </a:lnTo>
                  <a:lnTo>
                    <a:pt x="1938309" y="1124500"/>
                  </a:lnTo>
                  <a:lnTo>
                    <a:pt x="1981909" y="1138646"/>
                  </a:lnTo>
                  <a:lnTo>
                    <a:pt x="2025669" y="1152435"/>
                  </a:lnTo>
                  <a:lnTo>
                    <a:pt x="2069587" y="1165865"/>
                  </a:lnTo>
                  <a:lnTo>
                    <a:pt x="2113661" y="1178935"/>
                  </a:lnTo>
                  <a:lnTo>
                    <a:pt x="2157889" y="1191643"/>
                  </a:lnTo>
                  <a:lnTo>
                    <a:pt x="2202271" y="1203986"/>
                  </a:lnTo>
                  <a:lnTo>
                    <a:pt x="2246803" y="1215964"/>
                  </a:lnTo>
                  <a:lnTo>
                    <a:pt x="2291485" y="1227575"/>
                  </a:lnTo>
                  <a:lnTo>
                    <a:pt x="2336314" y="1238816"/>
                  </a:lnTo>
                  <a:lnTo>
                    <a:pt x="2381289" y="1249687"/>
                  </a:lnTo>
                  <a:lnTo>
                    <a:pt x="2426409" y="1260185"/>
                  </a:lnTo>
                  <a:lnTo>
                    <a:pt x="2471671" y="1270309"/>
                  </a:lnTo>
                  <a:lnTo>
                    <a:pt x="2517074" y="1280057"/>
                  </a:lnTo>
                  <a:lnTo>
                    <a:pt x="2562615" y="1289427"/>
                  </a:lnTo>
                  <a:lnTo>
                    <a:pt x="2608295" y="1298417"/>
                  </a:lnTo>
                  <a:lnTo>
                    <a:pt x="2654109" y="1307027"/>
                  </a:lnTo>
                  <a:lnTo>
                    <a:pt x="2700058" y="1315254"/>
                  </a:lnTo>
                  <a:lnTo>
                    <a:pt x="2746139" y="1323096"/>
                  </a:lnTo>
                  <a:lnTo>
                    <a:pt x="2792351" y="1330552"/>
                  </a:lnTo>
                  <a:lnTo>
                    <a:pt x="2838691" y="1337620"/>
                  </a:lnTo>
                  <a:lnTo>
                    <a:pt x="2885158" y="1344298"/>
                  </a:lnTo>
                  <a:lnTo>
                    <a:pt x="2931750" y="1350584"/>
                  </a:lnTo>
                  <a:lnTo>
                    <a:pt x="2978467" y="1356478"/>
                  </a:lnTo>
                  <a:lnTo>
                    <a:pt x="3025305" y="1361977"/>
                  </a:lnTo>
                  <a:lnTo>
                    <a:pt x="3072263" y="1367079"/>
                  </a:lnTo>
                  <a:lnTo>
                    <a:pt x="3119340" y="1371783"/>
                  </a:lnTo>
                  <a:lnTo>
                    <a:pt x="3166533" y="1376086"/>
                  </a:lnTo>
                  <a:lnTo>
                    <a:pt x="3213841" y="1379988"/>
                  </a:lnTo>
                  <a:lnTo>
                    <a:pt x="3261263" y="1383487"/>
                  </a:lnTo>
                  <a:lnTo>
                    <a:pt x="3308797" y="1386580"/>
                  </a:lnTo>
                  <a:lnTo>
                    <a:pt x="3356440" y="1389267"/>
                  </a:lnTo>
                  <a:lnTo>
                    <a:pt x="3404191" y="1391545"/>
                  </a:lnTo>
                  <a:lnTo>
                    <a:pt x="3452049" y="1393413"/>
                  </a:lnTo>
                  <a:lnTo>
                    <a:pt x="3500012" y="1394868"/>
                  </a:lnTo>
                  <a:lnTo>
                    <a:pt x="3548077" y="1395910"/>
                  </a:lnTo>
                  <a:lnTo>
                    <a:pt x="3596244" y="1396536"/>
                  </a:lnTo>
                  <a:lnTo>
                    <a:pt x="3644511" y="1396746"/>
                  </a:lnTo>
                  <a:lnTo>
                    <a:pt x="3692777" y="1396536"/>
                  </a:lnTo>
                  <a:lnTo>
                    <a:pt x="3740944" y="1395910"/>
                  </a:lnTo>
                  <a:lnTo>
                    <a:pt x="3789010" y="1394868"/>
                  </a:lnTo>
                  <a:lnTo>
                    <a:pt x="3836972" y="1393413"/>
                  </a:lnTo>
                  <a:lnTo>
                    <a:pt x="3884830" y="1391545"/>
                  </a:lnTo>
                  <a:lnTo>
                    <a:pt x="3932581" y="1389267"/>
                  </a:lnTo>
                  <a:lnTo>
                    <a:pt x="3980225" y="1386580"/>
                  </a:lnTo>
                  <a:lnTo>
                    <a:pt x="4027758" y="1383487"/>
                  </a:lnTo>
                  <a:lnTo>
                    <a:pt x="4075180" y="1379988"/>
                  </a:lnTo>
                  <a:lnTo>
                    <a:pt x="4122488" y="1376086"/>
                  </a:lnTo>
                  <a:lnTo>
                    <a:pt x="4169682" y="1371783"/>
                  </a:lnTo>
                  <a:lnTo>
                    <a:pt x="4216758" y="1367079"/>
                  </a:lnTo>
                  <a:lnTo>
                    <a:pt x="4263717" y="1361977"/>
                  </a:lnTo>
                  <a:lnTo>
                    <a:pt x="4310555" y="1356478"/>
                  </a:lnTo>
                  <a:lnTo>
                    <a:pt x="4357271" y="1350584"/>
                  </a:lnTo>
                  <a:lnTo>
                    <a:pt x="4403863" y="1344298"/>
                  </a:lnTo>
                  <a:lnTo>
                    <a:pt x="4450331" y="1337620"/>
                  </a:lnTo>
                  <a:lnTo>
                    <a:pt x="4496671" y="1330552"/>
                  </a:lnTo>
                  <a:lnTo>
                    <a:pt x="4542882" y="1323096"/>
                  </a:lnTo>
                  <a:lnTo>
                    <a:pt x="4588963" y="1315254"/>
                  </a:lnTo>
                  <a:lnTo>
                    <a:pt x="4634912" y="1307027"/>
                  </a:lnTo>
                  <a:lnTo>
                    <a:pt x="4680727" y="1298417"/>
                  </a:lnTo>
                  <a:lnTo>
                    <a:pt x="4726406" y="1289427"/>
                  </a:lnTo>
                  <a:lnTo>
                    <a:pt x="4771948" y="1280057"/>
                  </a:lnTo>
                  <a:lnTo>
                    <a:pt x="4817350" y="1270309"/>
                  </a:lnTo>
                  <a:lnTo>
                    <a:pt x="4862612" y="1260185"/>
                  </a:lnTo>
                  <a:lnTo>
                    <a:pt x="4907732" y="1249687"/>
                  </a:lnTo>
                  <a:lnTo>
                    <a:pt x="4952707" y="1238816"/>
                  </a:lnTo>
                  <a:lnTo>
                    <a:pt x="4997537" y="1227575"/>
                  </a:lnTo>
                  <a:lnTo>
                    <a:pt x="5042218" y="1215964"/>
                  </a:lnTo>
                  <a:lnTo>
                    <a:pt x="5086751" y="1203986"/>
                  </a:lnTo>
                  <a:lnTo>
                    <a:pt x="5131132" y="1191643"/>
                  </a:lnTo>
                  <a:lnTo>
                    <a:pt x="5175360" y="1178935"/>
                  </a:lnTo>
                  <a:lnTo>
                    <a:pt x="5219434" y="1165865"/>
                  </a:lnTo>
                  <a:lnTo>
                    <a:pt x="5263352" y="1152435"/>
                  </a:lnTo>
                  <a:lnTo>
                    <a:pt x="5307112" y="1138646"/>
                  </a:lnTo>
                  <a:lnTo>
                    <a:pt x="5350712" y="1124500"/>
                  </a:lnTo>
                  <a:lnTo>
                    <a:pt x="5394151" y="1109998"/>
                  </a:lnTo>
                  <a:lnTo>
                    <a:pt x="5437426" y="1095143"/>
                  </a:lnTo>
                  <a:lnTo>
                    <a:pt x="5480537" y="1079935"/>
                  </a:lnTo>
                  <a:lnTo>
                    <a:pt x="5523481" y="1064378"/>
                  </a:lnTo>
                  <a:lnTo>
                    <a:pt x="5566258" y="1048472"/>
                  </a:lnTo>
                  <a:lnTo>
                    <a:pt x="5608864" y="1032219"/>
                  </a:lnTo>
                  <a:lnTo>
                    <a:pt x="5651298" y="1015621"/>
                  </a:lnTo>
                  <a:lnTo>
                    <a:pt x="5693559" y="998680"/>
                  </a:lnTo>
                  <a:lnTo>
                    <a:pt x="5735645" y="981397"/>
                  </a:lnTo>
                  <a:lnTo>
                    <a:pt x="5777554" y="963774"/>
                  </a:lnTo>
                  <a:lnTo>
                    <a:pt x="5819285" y="945813"/>
                  </a:lnTo>
                  <a:lnTo>
                    <a:pt x="5860835" y="927516"/>
                  </a:lnTo>
                  <a:lnTo>
                    <a:pt x="5902203" y="908884"/>
                  </a:lnTo>
                  <a:lnTo>
                    <a:pt x="5943388" y="889918"/>
                  </a:lnTo>
                  <a:lnTo>
                    <a:pt x="5984387" y="870621"/>
                  </a:lnTo>
                  <a:lnTo>
                    <a:pt x="6025199" y="850995"/>
                  </a:lnTo>
                  <a:lnTo>
                    <a:pt x="6065822" y="831041"/>
                  </a:lnTo>
                  <a:lnTo>
                    <a:pt x="6106255" y="810761"/>
                  </a:lnTo>
                  <a:lnTo>
                    <a:pt x="6146495" y="790156"/>
                  </a:lnTo>
                  <a:lnTo>
                    <a:pt x="6186541" y="769228"/>
                  </a:lnTo>
                  <a:lnTo>
                    <a:pt x="6226392" y="747979"/>
                  </a:lnTo>
                  <a:lnTo>
                    <a:pt x="6266045" y="726411"/>
                  </a:lnTo>
                  <a:lnTo>
                    <a:pt x="6305499" y="704526"/>
                  </a:lnTo>
                  <a:lnTo>
                    <a:pt x="6344753" y="682324"/>
                  </a:lnTo>
                  <a:lnTo>
                    <a:pt x="6383803" y="659809"/>
                  </a:lnTo>
                  <a:lnTo>
                    <a:pt x="6422649" y="636980"/>
                  </a:lnTo>
                  <a:lnTo>
                    <a:pt x="6461290" y="613842"/>
                  </a:lnTo>
                  <a:lnTo>
                    <a:pt x="6499722" y="590394"/>
                  </a:lnTo>
                  <a:lnTo>
                    <a:pt x="6537945" y="566639"/>
                  </a:lnTo>
                  <a:lnTo>
                    <a:pt x="6575957" y="542578"/>
                  </a:lnTo>
                  <a:lnTo>
                    <a:pt x="6613757" y="518213"/>
                  </a:lnTo>
                  <a:lnTo>
                    <a:pt x="6651341" y="493546"/>
                  </a:lnTo>
                  <a:lnTo>
                    <a:pt x="6688709" y="468579"/>
                  </a:lnTo>
                  <a:lnTo>
                    <a:pt x="6725859" y="443313"/>
                  </a:lnTo>
                  <a:lnTo>
                    <a:pt x="6762790" y="417750"/>
                  </a:lnTo>
                  <a:lnTo>
                    <a:pt x="6799499" y="391892"/>
                  </a:lnTo>
                  <a:lnTo>
                    <a:pt x="6835984" y="365740"/>
                  </a:lnTo>
                  <a:lnTo>
                    <a:pt x="6872245" y="339296"/>
                  </a:lnTo>
                  <a:lnTo>
                    <a:pt x="6908280" y="312563"/>
                  </a:lnTo>
                  <a:lnTo>
                    <a:pt x="6944085" y="285540"/>
                  </a:lnTo>
                  <a:lnTo>
                    <a:pt x="6979661" y="258231"/>
                  </a:lnTo>
                  <a:lnTo>
                    <a:pt x="7015005" y="230638"/>
                  </a:lnTo>
                  <a:lnTo>
                    <a:pt x="7050116" y="202760"/>
                  </a:lnTo>
                  <a:lnTo>
                    <a:pt x="7084991" y="174602"/>
                  </a:lnTo>
                  <a:lnTo>
                    <a:pt x="7119630" y="146163"/>
                  </a:lnTo>
                  <a:lnTo>
                    <a:pt x="7154030" y="117446"/>
                  </a:lnTo>
                  <a:lnTo>
                    <a:pt x="7188189" y="88453"/>
                  </a:lnTo>
                  <a:lnTo>
                    <a:pt x="7222107" y="59186"/>
                  </a:lnTo>
                  <a:lnTo>
                    <a:pt x="7255781" y="29645"/>
                  </a:lnTo>
                  <a:lnTo>
                    <a:pt x="72890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7491837" y="8458454"/>
            <a:ext cx="796290" cy="800100"/>
          </a:xfrm>
          <a:custGeom>
            <a:avLst/>
            <a:gdLst/>
            <a:ahLst/>
            <a:cxnLst/>
            <a:rect l="l" t="t" r="r" b="b"/>
            <a:pathLst>
              <a:path w="796290" h="800100">
                <a:moveTo>
                  <a:pt x="796163" y="0"/>
                </a:moveTo>
                <a:lnTo>
                  <a:pt x="80009" y="0"/>
                </a:lnTo>
                <a:lnTo>
                  <a:pt x="64337" y="1543"/>
                </a:lnTo>
                <a:lnTo>
                  <a:pt x="23368" y="23368"/>
                </a:lnTo>
                <a:lnTo>
                  <a:pt x="1543" y="64337"/>
                </a:lnTo>
                <a:lnTo>
                  <a:pt x="0" y="80010"/>
                </a:lnTo>
                <a:lnTo>
                  <a:pt x="0" y="719797"/>
                </a:lnTo>
                <a:lnTo>
                  <a:pt x="13394" y="764210"/>
                </a:lnTo>
                <a:lnTo>
                  <a:pt x="49403" y="793753"/>
                </a:lnTo>
                <a:lnTo>
                  <a:pt x="80009" y="799846"/>
                </a:lnTo>
                <a:lnTo>
                  <a:pt x="796163" y="799846"/>
                </a:lnTo>
                <a:lnTo>
                  <a:pt x="796163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04899" y="1671612"/>
            <a:ext cx="1354455" cy="838835"/>
          </a:xfrm>
          <a:custGeom>
            <a:avLst/>
            <a:gdLst/>
            <a:ahLst/>
            <a:cxnLst/>
            <a:rect l="l" t="t" r="r" b="b"/>
            <a:pathLst>
              <a:path w="1354455" h="838835">
                <a:moveTo>
                  <a:pt x="1353947" y="0"/>
                </a:moveTo>
                <a:lnTo>
                  <a:pt x="0" y="0"/>
                </a:lnTo>
                <a:lnTo>
                  <a:pt x="0" y="838542"/>
                </a:lnTo>
                <a:lnTo>
                  <a:pt x="1353947" y="838542"/>
                </a:lnTo>
                <a:lnTo>
                  <a:pt x="1353947" y="0"/>
                </a:lnTo>
                <a:close/>
              </a:path>
            </a:pathLst>
          </a:custGeom>
          <a:solidFill>
            <a:srgbClr val="181818">
              <a:alpha val="980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21427" y="1671612"/>
            <a:ext cx="2210435" cy="838835"/>
          </a:xfrm>
          <a:custGeom>
            <a:avLst/>
            <a:gdLst/>
            <a:ahLst/>
            <a:cxnLst/>
            <a:rect l="l" t="t" r="r" b="b"/>
            <a:pathLst>
              <a:path w="2210434" h="838835">
                <a:moveTo>
                  <a:pt x="2210180" y="0"/>
                </a:moveTo>
                <a:lnTo>
                  <a:pt x="0" y="0"/>
                </a:lnTo>
                <a:lnTo>
                  <a:pt x="0" y="838542"/>
                </a:lnTo>
                <a:lnTo>
                  <a:pt x="2210180" y="838542"/>
                </a:lnTo>
                <a:lnTo>
                  <a:pt x="2210180" y="0"/>
                </a:lnTo>
                <a:close/>
              </a:path>
            </a:pathLst>
          </a:custGeom>
          <a:solidFill>
            <a:srgbClr val="04AB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09331" y="1671713"/>
            <a:ext cx="2210435" cy="826135"/>
          </a:xfrm>
          <a:custGeom>
            <a:avLst/>
            <a:gdLst/>
            <a:ahLst/>
            <a:cxnLst/>
            <a:rect l="l" t="t" r="r" b="b"/>
            <a:pathLst>
              <a:path w="2210434" h="826135">
                <a:moveTo>
                  <a:pt x="2210180" y="0"/>
                </a:moveTo>
                <a:lnTo>
                  <a:pt x="0" y="0"/>
                </a:lnTo>
                <a:lnTo>
                  <a:pt x="0" y="826122"/>
                </a:lnTo>
                <a:lnTo>
                  <a:pt x="2210180" y="826122"/>
                </a:lnTo>
                <a:lnTo>
                  <a:pt x="2210180" y="0"/>
                </a:lnTo>
                <a:close/>
              </a:path>
            </a:pathLst>
          </a:custGeom>
          <a:solidFill>
            <a:srgbClr val="5591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897236" y="1671612"/>
            <a:ext cx="2210435" cy="838835"/>
          </a:xfrm>
          <a:custGeom>
            <a:avLst/>
            <a:gdLst/>
            <a:ahLst/>
            <a:cxnLst/>
            <a:rect l="l" t="t" r="r" b="b"/>
            <a:pathLst>
              <a:path w="2210434" h="838835">
                <a:moveTo>
                  <a:pt x="2210180" y="0"/>
                </a:moveTo>
                <a:lnTo>
                  <a:pt x="0" y="0"/>
                </a:lnTo>
                <a:lnTo>
                  <a:pt x="0" y="838542"/>
                </a:lnTo>
                <a:lnTo>
                  <a:pt x="2210180" y="838542"/>
                </a:lnTo>
                <a:lnTo>
                  <a:pt x="2210180" y="0"/>
                </a:lnTo>
                <a:close/>
              </a:path>
            </a:pathLst>
          </a:custGeom>
          <a:solidFill>
            <a:srgbClr val="04AB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185142" y="1671612"/>
            <a:ext cx="2210435" cy="838835"/>
          </a:xfrm>
          <a:custGeom>
            <a:avLst/>
            <a:gdLst/>
            <a:ahLst/>
            <a:cxnLst/>
            <a:rect l="l" t="t" r="r" b="b"/>
            <a:pathLst>
              <a:path w="2210434" h="838835">
                <a:moveTo>
                  <a:pt x="2210180" y="0"/>
                </a:moveTo>
                <a:lnTo>
                  <a:pt x="0" y="0"/>
                </a:lnTo>
                <a:lnTo>
                  <a:pt x="0" y="838542"/>
                </a:lnTo>
                <a:lnTo>
                  <a:pt x="2210180" y="838542"/>
                </a:lnTo>
                <a:lnTo>
                  <a:pt x="2210180" y="0"/>
                </a:lnTo>
                <a:close/>
              </a:path>
            </a:pathLst>
          </a:custGeom>
          <a:solidFill>
            <a:srgbClr val="5591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472919" y="1671612"/>
            <a:ext cx="2210435" cy="838835"/>
          </a:xfrm>
          <a:custGeom>
            <a:avLst/>
            <a:gdLst/>
            <a:ahLst/>
            <a:cxnLst/>
            <a:rect l="l" t="t" r="r" b="b"/>
            <a:pathLst>
              <a:path w="2210434" h="838835">
                <a:moveTo>
                  <a:pt x="2210180" y="0"/>
                </a:moveTo>
                <a:lnTo>
                  <a:pt x="0" y="0"/>
                </a:lnTo>
                <a:lnTo>
                  <a:pt x="0" y="838542"/>
                </a:lnTo>
                <a:lnTo>
                  <a:pt x="2210180" y="838542"/>
                </a:lnTo>
                <a:lnTo>
                  <a:pt x="2210180" y="0"/>
                </a:lnTo>
                <a:close/>
              </a:path>
            </a:pathLst>
          </a:custGeom>
          <a:solidFill>
            <a:srgbClr val="04AB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31617" y="1671612"/>
            <a:ext cx="2210435" cy="838835"/>
          </a:xfrm>
          <a:custGeom>
            <a:avLst/>
            <a:gdLst/>
            <a:ahLst/>
            <a:cxnLst/>
            <a:rect l="l" t="t" r="r" b="b"/>
            <a:pathLst>
              <a:path w="2210435" h="838835">
                <a:moveTo>
                  <a:pt x="2210181" y="0"/>
                </a:moveTo>
                <a:lnTo>
                  <a:pt x="0" y="0"/>
                </a:lnTo>
                <a:lnTo>
                  <a:pt x="0" y="838542"/>
                </a:lnTo>
                <a:lnTo>
                  <a:pt x="2210181" y="838542"/>
                </a:lnTo>
                <a:lnTo>
                  <a:pt x="2210181" y="0"/>
                </a:lnTo>
                <a:close/>
              </a:path>
            </a:pathLst>
          </a:custGeom>
          <a:solidFill>
            <a:srgbClr val="5591A3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604899" y="3953255"/>
          <a:ext cx="15154910" cy="54584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1905"/>
                <a:gridCol w="2403474"/>
                <a:gridCol w="2657475"/>
                <a:gridCol w="1478915"/>
                <a:gridCol w="2850514"/>
                <a:gridCol w="2205354"/>
                <a:gridCol w="2212974"/>
              </a:tblGrid>
              <a:tr h="1349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318770">
                        <a:lnSpc>
                          <a:spcPct val="100000"/>
                        </a:lnSpc>
                      </a:pPr>
                      <a:r>
                        <a:rPr dirty="0" sz="13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RISK</a:t>
                      </a:r>
                      <a:r>
                        <a:rPr dirty="0" sz="1300" spc="13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300" spc="-2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002</a:t>
                      </a:r>
                      <a:endParaRPr sz="13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B w="79629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78765" marR="160020" indent="109220">
                        <a:lnSpc>
                          <a:spcPct val="125000"/>
                        </a:lnSpc>
                      </a:pPr>
                      <a:r>
                        <a:rPr dirty="0" sz="1200" spc="8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Regulatory</a:t>
                      </a:r>
                      <a:r>
                        <a:rPr dirty="0" sz="1200" spc="3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114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and</a:t>
                      </a:r>
                      <a:r>
                        <a:rPr dirty="0" sz="1200" spc="5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7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legal </a:t>
                      </a:r>
                      <a:r>
                        <a:rPr dirty="0" sz="1200" spc="11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compliance</a:t>
                      </a:r>
                      <a:r>
                        <a:rPr dirty="0" sz="1200" spc="6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8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challenges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B w="79629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35330" marR="472440" indent="-631190">
                        <a:lnSpc>
                          <a:spcPct val="125000"/>
                        </a:lnSpc>
                      </a:pPr>
                      <a:r>
                        <a:rPr dirty="0" sz="1200" spc="7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Legal</a:t>
                      </a:r>
                      <a:r>
                        <a:rPr dirty="0" sz="1200" spc="8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penalties,</a:t>
                      </a:r>
                      <a:r>
                        <a:rPr dirty="0" sz="1200" spc="5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platform </a:t>
                      </a:r>
                      <a:r>
                        <a:rPr dirty="0" sz="1200" spc="7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shutdown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B w="79629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33070">
                        <a:lnSpc>
                          <a:spcPct val="100000"/>
                        </a:lnSpc>
                      </a:pPr>
                      <a:r>
                        <a:rPr dirty="0" sz="1200" spc="4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Transfer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B w="79629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30860" marR="210820" indent="1270">
                        <a:lnSpc>
                          <a:spcPct val="125000"/>
                        </a:lnSpc>
                        <a:spcBef>
                          <a:spcPts val="1020"/>
                        </a:spcBef>
                      </a:pPr>
                      <a:r>
                        <a:rPr dirty="0" sz="1200" spc="7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Partner</a:t>
                      </a:r>
                      <a:r>
                        <a:rPr dirty="0" sz="1200" spc="5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5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with</a:t>
                      </a:r>
                      <a:r>
                        <a:rPr dirty="0" sz="1200" spc="5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legal </a:t>
                      </a:r>
                      <a:r>
                        <a:rPr dirty="0" sz="1200" spc="8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consultants </a:t>
                      </a:r>
                      <a:r>
                        <a:rPr dirty="0" sz="12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to</a:t>
                      </a:r>
                      <a:r>
                        <a:rPr dirty="0" sz="1200" spc="114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7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ensure </a:t>
                      </a:r>
                      <a:r>
                        <a:rPr dirty="0" sz="1200" spc="1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compliance;</a:t>
                      </a:r>
                      <a:r>
                        <a:rPr dirty="0" sz="1200" spc="4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8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use</a:t>
                      </a:r>
                      <a:r>
                        <a:rPr dirty="0" sz="1200" spc="5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6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trusted </a:t>
                      </a:r>
                      <a:r>
                        <a:rPr dirty="0" sz="1200" spc="8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legal</a:t>
                      </a:r>
                      <a:r>
                        <a:rPr dirty="0" sz="1200" spc="8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8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services</a:t>
                      </a:r>
                      <a:r>
                        <a:rPr dirty="0" sz="1200" spc="4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for</a:t>
                      </a:r>
                      <a:r>
                        <a:rPr dirty="0" sz="1200" spc="1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7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reviews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29540">
                    <a:lnB w="79629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19760">
                        <a:lnSpc>
                          <a:spcPct val="100000"/>
                        </a:lnSpc>
                      </a:pPr>
                      <a:r>
                        <a:rPr dirty="0" sz="1200" spc="7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Legal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8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Team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B w="79629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1594" marR="67945">
                        <a:lnSpc>
                          <a:spcPct val="125000"/>
                        </a:lnSpc>
                        <a:spcBef>
                          <a:spcPts val="1140"/>
                        </a:spcBef>
                      </a:pPr>
                      <a:r>
                        <a:rPr dirty="0" sz="1200" spc="8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Review</a:t>
                      </a:r>
                      <a:r>
                        <a:rPr dirty="0" sz="1200" spc="4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1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compliance </a:t>
                      </a:r>
                      <a:r>
                        <a:rPr dirty="0" sz="1200" spc="7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biannually,</a:t>
                      </a:r>
                      <a:r>
                        <a:rPr dirty="0" sz="1200" spc="3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adjust </a:t>
                      </a:r>
                      <a:r>
                        <a:rPr dirty="0" sz="1200" spc="1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practices</a:t>
                      </a:r>
                      <a:r>
                        <a:rPr dirty="0" sz="1200" spc="5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12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based</a:t>
                      </a:r>
                      <a:r>
                        <a:rPr dirty="0" sz="1200" spc="4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5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on</a:t>
                      </a:r>
                      <a:r>
                        <a:rPr dirty="0" sz="1200" spc="7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legal </a:t>
                      </a:r>
                      <a:r>
                        <a:rPr dirty="0" sz="1200" spc="10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advice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44780">
                    <a:lnB w="79629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4705"/>
                      </a:srgbClr>
                    </a:solidFill>
                  </a:tcPr>
                </a:tc>
              </a:tr>
              <a:tr h="1380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3187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3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RISK</a:t>
                      </a:r>
                      <a:r>
                        <a:rPr dirty="0" sz="1300" spc="13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300" spc="-2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003</a:t>
                      </a:r>
                      <a:endParaRPr sz="13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T w="79629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11760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Low</a:t>
                      </a:r>
                      <a:r>
                        <a:rPr dirty="0" sz="1200" spc="15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user</a:t>
                      </a:r>
                      <a:r>
                        <a:rPr dirty="0" sz="1200" spc="12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trust</a:t>
                      </a:r>
                      <a:r>
                        <a:rPr dirty="0" sz="1200" spc="14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or</a:t>
                      </a:r>
                      <a:r>
                        <a:rPr dirty="0" sz="1200" spc="15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8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adoption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T w="79629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334645" marR="702310" indent="1905">
                        <a:lnSpc>
                          <a:spcPct val="125000"/>
                        </a:lnSpc>
                        <a:spcBef>
                          <a:spcPts val="5"/>
                        </a:spcBef>
                      </a:pPr>
                      <a:r>
                        <a:rPr dirty="0" sz="1200" spc="10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Reduced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4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user </a:t>
                      </a:r>
                      <a:r>
                        <a:rPr dirty="0" sz="1200" spc="1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engagement,</a:t>
                      </a:r>
                      <a:r>
                        <a:rPr dirty="0" sz="1200" spc="3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5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lower </a:t>
                      </a:r>
                      <a:r>
                        <a:rPr dirty="0" sz="1200" spc="7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platform</a:t>
                      </a:r>
                      <a:r>
                        <a:rPr dirty="0" sz="1200" spc="5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10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usage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29539">
                    <a:lnT w="79629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34975">
                        <a:lnSpc>
                          <a:spcPct val="100000"/>
                        </a:lnSpc>
                      </a:pPr>
                      <a:r>
                        <a:rPr dirty="0" sz="1200" spc="6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Mitigate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T w="79629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532765" marR="210820" indent="-2540">
                        <a:lnSpc>
                          <a:spcPct val="125000"/>
                        </a:lnSpc>
                      </a:pPr>
                      <a:r>
                        <a:rPr dirty="0" sz="1200" spc="7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Provide</a:t>
                      </a:r>
                      <a:r>
                        <a:rPr dirty="0" sz="1200" spc="5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1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transparency</a:t>
                      </a:r>
                      <a:r>
                        <a:rPr dirty="0" sz="1200" spc="4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3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on </a:t>
                      </a:r>
                      <a:r>
                        <a:rPr dirty="0" sz="1200" spc="13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data</a:t>
                      </a:r>
                      <a:r>
                        <a:rPr dirty="0" sz="1200" spc="5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sources,</a:t>
                      </a:r>
                      <a:r>
                        <a:rPr dirty="0" sz="1200" spc="3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build </a:t>
                      </a:r>
                      <a:r>
                        <a:rPr dirty="0" sz="1200" spc="7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partnerships</a:t>
                      </a:r>
                      <a:r>
                        <a:rPr dirty="0" sz="1200" spc="3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5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with</a:t>
                      </a:r>
                      <a:r>
                        <a:rPr dirty="0" sz="1200" spc="7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6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trusted </a:t>
                      </a:r>
                      <a:r>
                        <a:rPr dirty="0" sz="1200" spc="4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institutions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905">
                    <a:lnT w="79629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Marketing</a:t>
                      </a:r>
                      <a:r>
                        <a:rPr dirty="0" sz="1200" spc="4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5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&amp;</a:t>
                      </a:r>
                      <a:r>
                        <a:rPr dirty="0" sz="1200" spc="7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Partnerships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T w="79629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27000" marR="133350" indent="1905">
                        <a:lnSpc>
                          <a:spcPct val="125099"/>
                        </a:lnSpc>
                      </a:pPr>
                      <a:r>
                        <a:rPr dirty="0" sz="1200" spc="4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Monitor</a:t>
                      </a:r>
                      <a:r>
                        <a:rPr dirty="0" sz="1200" spc="4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user</a:t>
                      </a:r>
                      <a:r>
                        <a:rPr dirty="0" sz="1200" spc="6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7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feedback, </a:t>
                      </a:r>
                      <a:r>
                        <a:rPr dirty="0" sz="1200" spc="7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adjust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1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messaging</a:t>
                      </a:r>
                      <a:r>
                        <a:rPr dirty="0" sz="1200" spc="4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9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and </a:t>
                      </a:r>
                      <a:r>
                        <a:rPr dirty="0" sz="1200" spc="1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educational</a:t>
                      </a:r>
                      <a:r>
                        <a:rPr dirty="0" sz="1200" spc="5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8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content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8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as </a:t>
                      </a:r>
                      <a:r>
                        <a:rPr dirty="0" sz="1200" spc="10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needed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6510">
                    <a:lnT w="79629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>
                        <a:alpha val="4705"/>
                      </a:srgbClr>
                    </a:solidFill>
                  </a:tcPr>
                </a:tc>
              </a:tr>
              <a:tr h="1380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318770">
                        <a:lnSpc>
                          <a:spcPct val="100000"/>
                        </a:lnSpc>
                      </a:pPr>
                      <a:r>
                        <a:rPr dirty="0" sz="13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RISK</a:t>
                      </a:r>
                      <a:r>
                        <a:rPr dirty="0" sz="1300" spc="13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300" spc="-2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004</a:t>
                      </a:r>
                      <a:endParaRPr sz="13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lnB w="79667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387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5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AI/Algorithmic</a:t>
                      </a:r>
                      <a:r>
                        <a:rPr dirty="0" sz="1200" spc="4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bias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lnB w="79667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13664" marR="553085">
                        <a:lnSpc>
                          <a:spcPct val="125000"/>
                        </a:lnSpc>
                      </a:pPr>
                      <a:r>
                        <a:rPr dirty="0" sz="1200" spc="5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Unfair </a:t>
                      </a:r>
                      <a:r>
                        <a:rPr dirty="0" sz="1200" spc="7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product </a:t>
                      </a:r>
                      <a:r>
                        <a:rPr dirty="0" sz="1200" spc="9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recommendations,</a:t>
                      </a:r>
                      <a:r>
                        <a:rPr dirty="0" sz="1200" spc="4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4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user 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dissatisfaction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58115">
                    <a:lnT w="76200">
                      <a:solidFill>
                        <a:srgbClr val="FFFFFF"/>
                      </a:solidFill>
                      <a:prstDash val="solid"/>
                    </a:lnT>
                    <a:lnB w="79667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45770">
                        <a:lnSpc>
                          <a:spcPct val="100000"/>
                        </a:lnSpc>
                      </a:pPr>
                      <a:r>
                        <a:rPr dirty="0" sz="1200" spc="9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Accept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lnB w="79667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572135" marR="252095" indent="635">
                        <a:lnSpc>
                          <a:spcPct val="125000"/>
                        </a:lnSpc>
                        <a:spcBef>
                          <a:spcPts val="5"/>
                        </a:spcBef>
                      </a:pPr>
                      <a:r>
                        <a:rPr dirty="0" sz="1200" spc="8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Keep</a:t>
                      </a:r>
                      <a:r>
                        <a:rPr dirty="0" sz="1200" spc="5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7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the</a:t>
                      </a:r>
                      <a:r>
                        <a:rPr dirty="0" sz="1200" spc="6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AI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7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simple</a:t>
                      </a:r>
                      <a:r>
                        <a:rPr dirty="0" sz="1200" spc="4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-2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in </a:t>
                      </a:r>
                      <a:r>
                        <a:rPr dirty="0" sz="1200" spc="8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early</a:t>
                      </a:r>
                      <a:r>
                        <a:rPr dirty="0" sz="1200" spc="5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1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stages</a:t>
                      </a:r>
                      <a:r>
                        <a:rPr dirty="0" sz="1200" spc="4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114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and</a:t>
                      </a:r>
                      <a:r>
                        <a:rPr dirty="0" sz="1200" spc="6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adjust </a:t>
                      </a:r>
                      <a:r>
                        <a:rPr dirty="0" sz="1200" spc="12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based</a:t>
                      </a:r>
                      <a:r>
                        <a:rPr dirty="0" sz="1200" spc="4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5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on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user</a:t>
                      </a:r>
                      <a:r>
                        <a:rPr dirty="0" sz="1200" spc="5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9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feedback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44780">
                    <a:lnT w="76200">
                      <a:solidFill>
                        <a:srgbClr val="FFFFFF"/>
                      </a:solidFill>
                      <a:prstDash val="solid"/>
                    </a:lnT>
                    <a:lnB w="79667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0825">
                        <a:lnSpc>
                          <a:spcPct val="100000"/>
                        </a:lnSpc>
                      </a:pPr>
                      <a:r>
                        <a:rPr dirty="0" sz="1200" spc="1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Data</a:t>
                      </a:r>
                      <a:r>
                        <a:rPr dirty="0" sz="1200" spc="5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11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Science</a:t>
                      </a:r>
                      <a:r>
                        <a:rPr dirty="0" sz="1200" spc="8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Team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lnB w="79667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9925" marR="251460" indent="-497205">
                        <a:lnSpc>
                          <a:spcPct val="125000"/>
                        </a:lnSpc>
                      </a:pPr>
                      <a:r>
                        <a:rPr dirty="0" sz="1200" spc="7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Quarterly</a:t>
                      </a:r>
                      <a:r>
                        <a:rPr dirty="0" sz="1200" spc="5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8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review</a:t>
                      </a:r>
                      <a:r>
                        <a:rPr dirty="0" sz="1200" spc="5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of</a:t>
                      </a:r>
                      <a:r>
                        <a:rPr dirty="0" sz="1200" spc="9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-2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AI </a:t>
                      </a:r>
                      <a:r>
                        <a:rPr dirty="0" sz="1200" spc="7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decisions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lnB w="79667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>
                        <a:alpha val="4705"/>
                      </a:srgbClr>
                    </a:solidFill>
                  </a:tcPr>
                </a:tc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9667">
                      <a:solidFill>
                        <a:srgbClr val="FFFFFF"/>
                      </a:solidFill>
                      <a:prstDash val="solid"/>
                    </a:lnT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9667">
                      <a:solidFill>
                        <a:srgbClr val="FFFFFF"/>
                      </a:solidFill>
                      <a:prstDash val="solid"/>
                    </a:lnT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9667">
                      <a:solidFill>
                        <a:srgbClr val="FFFFFF"/>
                      </a:solidFill>
                      <a:prstDash val="solid"/>
                    </a:lnT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9667">
                      <a:solidFill>
                        <a:srgbClr val="FFFFFF"/>
                      </a:solidFill>
                      <a:prstDash val="solid"/>
                    </a:lnT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305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dirty="0" sz="1200" spc="6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Use</a:t>
                      </a:r>
                      <a:r>
                        <a:rPr dirty="0" sz="1200" spc="5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7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reliable</a:t>
                      </a:r>
                      <a:r>
                        <a:rPr dirty="0" sz="1200" spc="6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9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scraping</a:t>
                      </a:r>
                      <a:r>
                        <a:rPr dirty="0" sz="1200" spc="5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3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tools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15570">
                    <a:lnT w="79667">
                      <a:solidFill>
                        <a:srgbClr val="FFFFFF"/>
                      </a:solidFill>
                      <a:prstDash val="solid"/>
                    </a:lnT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9667">
                      <a:solidFill>
                        <a:srgbClr val="FFFFFF"/>
                      </a:solidFill>
                      <a:prstDash val="solid"/>
                    </a:lnT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9667">
                      <a:solidFill>
                        <a:srgbClr val="FFFFFF"/>
                      </a:solidFill>
                      <a:prstDash val="solid"/>
                    </a:lnT>
                    <a:solidFill>
                      <a:srgbClr val="181818">
                        <a:alpha val="4705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0489">
                        <a:lnSpc>
                          <a:spcPts val="1075"/>
                        </a:lnSpc>
                        <a:spcBef>
                          <a:spcPts val="620"/>
                        </a:spcBef>
                      </a:pPr>
                      <a:r>
                        <a:rPr dirty="0" sz="1200" spc="8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Technical</a:t>
                      </a:r>
                      <a:r>
                        <a:rPr dirty="0" sz="1200" spc="7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glitches</a:t>
                      </a:r>
                      <a:r>
                        <a:rPr dirty="0" sz="1200" spc="5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-2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or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874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1075"/>
                        </a:lnSpc>
                        <a:spcBef>
                          <a:spcPts val="620"/>
                        </a:spcBef>
                      </a:pPr>
                      <a:r>
                        <a:rPr dirty="0" sz="1200" spc="9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Service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4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disruption, </a:t>
                      </a:r>
                      <a:r>
                        <a:rPr dirty="0" sz="1200" spc="5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loss</a:t>
                      </a:r>
                      <a:r>
                        <a:rPr dirty="0" sz="1200" spc="6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-2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of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874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4325">
                        <a:lnSpc>
                          <a:spcPts val="1065"/>
                        </a:lnSpc>
                      </a:pPr>
                      <a:r>
                        <a:rPr dirty="0" sz="1200" spc="114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and</a:t>
                      </a:r>
                      <a:r>
                        <a:rPr dirty="0" sz="1200" spc="8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services</a:t>
                      </a:r>
                      <a:r>
                        <a:rPr dirty="0" sz="1200" spc="9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to</a:t>
                      </a:r>
                      <a:r>
                        <a:rPr dirty="0" sz="1200" spc="7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8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avoid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1175"/>
                        </a:lnSpc>
                      </a:pPr>
                      <a:r>
                        <a:rPr dirty="0" sz="1200" spc="1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Conduct</a:t>
                      </a:r>
                      <a:r>
                        <a:rPr dirty="0" sz="1200" spc="5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7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regular</a:t>
                      </a:r>
                      <a:r>
                        <a:rPr dirty="0" sz="1200" spc="3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8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system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</a:tr>
              <a:tr h="179070">
                <a:tc>
                  <a:txBody>
                    <a:bodyPr/>
                    <a:lstStyle/>
                    <a:p>
                      <a:pPr marL="355600">
                        <a:lnSpc>
                          <a:spcPts val="1275"/>
                        </a:lnSpc>
                      </a:pPr>
                      <a:r>
                        <a:rPr dirty="0" sz="13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RISK</a:t>
                      </a:r>
                      <a:r>
                        <a:rPr dirty="0" sz="1300" spc="13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300" spc="-2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005</a:t>
                      </a:r>
                      <a:endParaRPr sz="13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0">
                        <a:lnSpc>
                          <a:spcPts val="690"/>
                        </a:lnSpc>
                        <a:spcBef>
                          <a:spcPts val="620"/>
                        </a:spcBef>
                      </a:pPr>
                      <a:r>
                        <a:rPr dirty="0" sz="1200" spc="8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downtime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874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690"/>
                        </a:lnSpc>
                        <a:spcBef>
                          <a:spcPts val="620"/>
                        </a:spcBef>
                      </a:pPr>
                      <a:r>
                        <a:rPr dirty="0" sz="12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users,</a:t>
                      </a:r>
                      <a:r>
                        <a:rPr dirty="0" sz="1200" spc="18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7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reputation</a:t>
                      </a:r>
                      <a:r>
                        <a:rPr dirty="0" sz="1200" spc="19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14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damage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874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ts val="1185"/>
                        </a:lnSpc>
                      </a:pPr>
                      <a:r>
                        <a:rPr dirty="0" sz="1200" spc="6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Mitigate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1785">
                        <a:lnSpc>
                          <a:spcPts val="1065"/>
                        </a:lnSpc>
                      </a:pPr>
                      <a:r>
                        <a:rPr dirty="0" sz="1200" spc="8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downtime;</a:t>
                      </a:r>
                      <a:r>
                        <a:rPr dirty="0" sz="1200" spc="2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8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Set</a:t>
                      </a:r>
                      <a:r>
                        <a:rPr dirty="0" sz="1200" spc="7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up</a:t>
                      </a:r>
                      <a:r>
                        <a:rPr dirty="0" sz="1200" spc="5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simple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ts val="1185"/>
                        </a:lnSpc>
                      </a:pPr>
                      <a:r>
                        <a:rPr dirty="0" sz="12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IT</a:t>
                      </a:r>
                      <a:r>
                        <a:rPr dirty="0" sz="1200" spc="1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5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&amp;</a:t>
                      </a:r>
                      <a:r>
                        <a:rPr dirty="0" sz="1200" spc="2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8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Operations</a:t>
                      </a:r>
                      <a:r>
                        <a:rPr dirty="0" sz="12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8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Team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ts val="1175"/>
                        </a:lnSpc>
                      </a:pPr>
                      <a:r>
                        <a:rPr dirty="0" sz="12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tests,</a:t>
                      </a:r>
                      <a:r>
                        <a:rPr dirty="0" sz="1200" spc="14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8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ensure</a:t>
                      </a:r>
                      <a:r>
                        <a:rPr dirty="0" sz="1200" spc="17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8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recovery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11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monitoring</a:t>
                      </a:r>
                      <a:r>
                        <a:rPr dirty="0" sz="1200" spc="4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of</a:t>
                      </a:r>
                      <a:r>
                        <a:rPr dirty="0" sz="1200" spc="9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7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the</a:t>
                      </a:r>
                      <a:r>
                        <a:rPr dirty="0" sz="1200" spc="8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7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platform</a:t>
                      </a:r>
                      <a:r>
                        <a:rPr dirty="0" sz="1200" spc="5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-2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to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905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200" spc="9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processes</a:t>
                      </a:r>
                      <a:r>
                        <a:rPr dirty="0" sz="1200" spc="6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10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are</a:t>
                      </a:r>
                      <a:r>
                        <a:rPr dirty="0" sz="1200" spc="2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5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fast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5240">
                    <a:solidFill>
                      <a:srgbClr val="181818">
                        <a:alpha val="4705"/>
                      </a:srgbClr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30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200" spc="12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catch</a:t>
                      </a:r>
                      <a:r>
                        <a:rPr dirty="0" sz="1200" spc="7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9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downtime</a:t>
                      </a:r>
                      <a:r>
                        <a:rPr dirty="0" sz="1200" spc="3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5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early.</a:t>
                      </a:r>
                      <a:endParaRPr sz="1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889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81818">
                        <a:alpha val="4705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1571561" y="2527109"/>
            <a:ext cx="15145385" cy="1376680"/>
            <a:chOff x="1571561" y="2527109"/>
            <a:chExt cx="15145385" cy="1376680"/>
          </a:xfrm>
        </p:grpSpPr>
        <p:sp>
          <p:nvSpPr>
            <p:cNvPr id="15" name="object 15"/>
            <p:cNvSpPr/>
            <p:nvPr/>
          </p:nvSpPr>
          <p:spPr>
            <a:xfrm>
              <a:off x="1604899" y="2560447"/>
              <a:ext cx="15078710" cy="1310005"/>
            </a:xfrm>
            <a:custGeom>
              <a:avLst/>
              <a:gdLst/>
              <a:ahLst/>
              <a:cxnLst/>
              <a:rect l="l" t="t" r="r" b="b"/>
              <a:pathLst>
                <a:path w="15078710" h="1310004">
                  <a:moveTo>
                    <a:pt x="15078329" y="0"/>
                  </a:moveTo>
                  <a:lnTo>
                    <a:pt x="0" y="0"/>
                  </a:lnTo>
                  <a:lnTo>
                    <a:pt x="0" y="1309624"/>
                  </a:lnTo>
                  <a:lnTo>
                    <a:pt x="15078329" y="1309624"/>
                  </a:lnTo>
                  <a:lnTo>
                    <a:pt x="15078329" y="0"/>
                  </a:lnTo>
                  <a:close/>
                </a:path>
              </a:pathLst>
            </a:custGeom>
            <a:solidFill>
              <a:srgbClr val="000000">
                <a:alpha val="470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604899" y="2560447"/>
              <a:ext cx="15078710" cy="1310005"/>
            </a:xfrm>
            <a:custGeom>
              <a:avLst/>
              <a:gdLst/>
              <a:ahLst/>
              <a:cxnLst/>
              <a:rect l="l" t="t" r="r" b="b"/>
              <a:pathLst>
                <a:path w="15078710" h="1310004">
                  <a:moveTo>
                    <a:pt x="0" y="1309624"/>
                  </a:moveTo>
                  <a:lnTo>
                    <a:pt x="15078329" y="1309624"/>
                  </a:lnTo>
                  <a:lnTo>
                    <a:pt x="15078329" y="0"/>
                  </a:lnTo>
                  <a:lnTo>
                    <a:pt x="0" y="0"/>
                  </a:lnTo>
                  <a:lnTo>
                    <a:pt x="0" y="1309624"/>
                  </a:lnTo>
                  <a:close/>
                </a:path>
              </a:pathLst>
            </a:custGeom>
            <a:ln w="66675">
              <a:solidFill>
                <a:srgbClr val="15175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8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100"/>
              </a:spcBef>
            </a:pPr>
            <a:r>
              <a:rPr dirty="0" sz="6000" spc="-509"/>
              <a:t>Risk</a:t>
            </a:r>
            <a:r>
              <a:rPr dirty="0" sz="6000" spc="-940"/>
              <a:t> </a:t>
            </a:r>
            <a:r>
              <a:rPr dirty="0" sz="6000" spc="-45"/>
              <a:t>and</a:t>
            </a:r>
            <a:r>
              <a:rPr dirty="0" sz="6000" spc="-944"/>
              <a:t> </a:t>
            </a:r>
            <a:r>
              <a:rPr dirty="0" sz="6000" spc="-385"/>
              <a:t>Response</a:t>
            </a:r>
            <a:r>
              <a:rPr dirty="0" sz="6000" spc="-940"/>
              <a:t> </a:t>
            </a:r>
            <a:r>
              <a:rPr dirty="0" sz="6000" spc="-355"/>
              <a:t>Strategies</a:t>
            </a:r>
            <a:endParaRPr sz="6000"/>
          </a:p>
        </p:txBody>
      </p:sp>
      <p:sp>
        <p:nvSpPr>
          <p:cNvPr id="18" name="object 18"/>
          <p:cNvSpPr txBox="1"/>
          <p:nvPr/>
        </p:nvSpPr>
        <p:spPr>
          <a:xfrm>
            <a:off x="1842897" y="1884375"/>
            <a:ext cx="956310" cy="3371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95">
                <a:solidFill>
                  <a:srgbClr val="181818"/>
                </a:solidFill>
                <a:latin typeface="Arial Black"/>
                <a:cs typeface="Arial Black"/>
              </a:rPr>
              <a:t>Risk</a:t>
            </a:r>
            <a:r>
              <a:rPr dirty="0" sz="2050" spc="-75">
                <a:solidFill>
                  <a:srgbClr val="181818"/>
                </a:solidFill>
                <a:latin typeface="Arial Black"/>
                <a:cs typeface="Arial Black"/>
              </a:rPr>
              <a:t> </a:t>
            </a:r>
            <a:r>
              <a:rPr dirty="0" sz="2050" spc="-85">
                <a:solidFill>
                  <a:srgbClr val="181818"/>
                </a:solidFill>
                <a:latin typeface="Arial Black"/>
                <a:cs typeface="Arial Black"/>
              </a:rPr>
              <a:t>ID</a:t>
            </a:r>
            <a:endParaRPr sz="205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08623" y="1877695"/>
            <a:ext cx="82613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65">
                <a:solidFill>
                  <a:srgbClr val="FFFFFF"/>
                </a:solidFill>
                <a:latin typeface="Arial Black"/>
                <a:cs typeface="Arial Black"/>
              </a:rPr>
              <a:t>Effect</a:t>
            </a:r>
            <a:endParaRPr sz="2050">
              <a:latin typeface="Arial Black"/>
              <a:cs typeface="Arial Blac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12938" y="1695703"/>
            <a:ext cx="1391920" cy="683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645" marR="5080" indent="-68580">
              <a:lnSpc>
                <a:spcPct val="105400"/>
              </a:lnSpc>
              <a:spcBef>
                <a:spcPts val="100"/>
              </a:spcBef>
            </a:pPr>
            <a:r>
              <a:rPr dirty="0" sz="2050" spc="-30">
                <a:solidFill>
                  <a:srgbClr val="FFFFFF"/>
                </a:solidFill>
                <a:latin typeface="Arial Black"/>
                <a:cs typeface="Arial Black"/>
              </a:rPr>
              <a:t>Response </a:t>
            </a:r>
            <a:r>
              <a:rPr dirty="0" sz="2050" spc="-10">
                <a:solidFill>
                  <a:srgbClr val="FFFFFF"/>
                </a:solidFill>
                <a:latin typeface="Arial Black"/>
                <a:cs typeface="Arial Black"/>
              </a:rPr>
              <a:t>Strategy</a:t>
            </a:r>
            <a:endParaRPr sz="2050">
              <a:latin typeface="Arial Black"/>
              <a:cs typeface="Arial Blac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301096" y="1695703"/>
            <a:ext cx="1392555" cy="683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6845" marR="5080" indent="-144780">
              <a:lnSpc>
                <a:spcPct val="105400"/>
              </a:lnSpc>
              <a:spcBef>
                <a:spcPts val="100"/>
              </a:spcBef>
            </a:pPr>
            <a:r>
              <a:rPr dirty="0" sz="2050" spc="-30">
                <a:solidFill>
                  <a:srgbClr val="FFFFFF"/>
                </a:solidFill>
                <a:latin typeface="Arial Black"/>
                <a:cs typeface="Arial Black"/>
              </a:rPr>
              <a:t>Response </a:t>
            </a:r>
            <a:r>
              <a:rPr dirty="0" sz="2050" spc="-10">
                <a:solidFill>
                  <a:srgbClr val="FFFFFF"/>
                </a:solidFill>
                <a:latin typeface="Arial Black"/>
                <a:cs typeface="Arial Black"/>
              </a:rPr>
              <a:t>Actions</a:t>
            </a:r>
            <a:endParaRPr sz="205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11759" y="1877695"/>
            <a:ext cx="94551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10">
                <a:solidFill>
                  <a:srgbClr val="FFFFFF"/>
                </a:solidFill>
                <a:latin typeface="Arial Black"/>
                <a:cs typeface="Arial Black"/>
              </a:rPr>
              <a:t>Action</a:t>
            </a:r>
            <a:endParaRPr sz="205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731111" y="1877695"/>
            <a:ext cx="168465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95">
                <a:solidFill>
                  <a:srgbClr val="FFFFFF"/>
                </a:solidFill>
                <a:latin typeface="Arial Black"/>
                <a:cs typeface="Arial Black"/>
              </a:rPr>
              <a:t>Risk</a:t>
            </a:r>
            <a:r>
              <a:rPr dirty="0" sz="205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50" spc="-45">
                <a:solidFill>
                  <a:srgbClr val="FFFFFF"/>
                </a:solidFill>
                <a:latin typeface="Arial Black"/>
                <a:cs typeface="Arial Black"/>
              </a:rPr>
              <a:t>Review</a:t>
            </a:r>
            <a:endParaRPr sz="20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74745" y="1871599"/>
            <a:ext cx="92075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10">
                <a:solidFill>
                  <a:srgbClr val="FFFFFF"/>
                </a:solidFill>
                <a:latin typeface="Arial Black"/>
                <a:cs typeface="Arial Black"/>
              </a:rPr>
              <a:t>Cause</a:t>
            </a:r>
            <a:endParaRPr sz="205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15032" y="3070987"/>
            <a:ext cx="70993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latin typeface="Lucida Sans Unicode"/>
                <a:cs typeface="Lucida Sans Unicode"/>
              </a:rPr>
              <a:t>RISK</a:t>
            </a:r>
            <a:r>
              <a:rPr dirty="0" sz="1300" spc="130">
                <a:latin typeface="Lucida Sans Unicode"/>
                <a:cs typeface="Lucida Sans Unicode"/>
              </a:rPr>
              <a:t> </a:t>
            </a:r>
            <a:r>
              <a:rPr dirty="0" sz="1300" spc="-85">
                <a:latin typeface="Lucida Sans Unicode"/>
                <a:cs typeface="Lucida Sans Unicode"/>
              </a:rPr>
              <a:t>001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48329" y="2796336"/>
            <a:ext cx="1962150" cy="711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5080">
              <a:lnSpc>
                <a:spcPct val="125000"/>
              </a:lnSpc>
              <a:spcBef>
                <a:spcPts val="95"/>
              </a:spcBef>
            </a:pPr>
            <a:r>
              <a:rPr dirty="0" sz="1200" spc="105">
                <a:latin typeface="Lucida Sans Unicode"/>
                <a:cs typeface="Lucida Sans Unicode"/>
              </a:rPr>
              <a:t>Inaccurate</a:t>
            </a:r>
            <a:r>
              <a:rPr dirty="0" sz="1200" spc="85">
                <a:latin typeface="Lucida Sans Unicode"/>
                <a:cs typeface="Lucida Sans Unicode"/>
              </a:rPr>
              <a:t> </a:t>
            </a:r>
            <a:r>
              <a:rPr dirty="0" sz="1200">
                <a:latin typeface="Lucida Sans Unicode"/>
                <a:cs typeface="Lucida Sans Unicode"/>
              </a:rPr>
              <a:t>or</a:t>
            </a:r>
            <a:r>
              <a:rPr dirty="0" sz="1200" spc="100">
                <a:latin typeface="Lucida Sans Unicode"/>
                <a:cs typeface="Lucida Sans Unicode"/>
              </a:rPr>
              <a:t> </a:t>
            </a:r>
            <a:r>
              <a:rPr dirty="0" sz="1200" spc="90">
                <a:latin typeface="Lucida Sans Unicode"/>
                <a:cs typeface="Lucida Sans Unicode"/>
              </a:rPr>
              <a:t>outdated </a:t>
            </a:r>
            <a:r>
              <a:rPr dirty="0" sz="1200" spc="80">
                <a:latin typeface="Lucida Sans Unicode"/>
                <a:cs typeface="Lucida Sans Unicode"/>
              </a:rPr>
              <a:t>financial</a:t>
            </a:r>
            <a:r>
              <a:rPr dirty="0" sz="1200" spc="60">
                <a:latin typeface="Lucida Sans Unicode"/>
                <a:cs typeface="Lucida Sans Unicode"/>
              </a:rPr>
              <a:t> </a:t>
            </a:r>
            <a:r>
              <a:rPr dirty="0" sz="1200" spc="130">
                <a:latin typeface="Lucida Sans Unicode"/>
                <a:cs typeface="Lucida Sans Unicode"/>
              </a:rPr>
              <a:t>data</a:t>
            </a:r>
            <a:r>
              <a:rPr dirty="0" sz="1200" spc="55">
                <a:latin typeface="Lucida Sans Unicode"/>
                <a:cs typeface="Lucida Sans Unicode"/>
              </a:rPr>
              <a:t> </a:t>
            </a:r>
            <a:r>
              <a:rPr dirty="0" sz="1200" spc="40">
                <a:latin typeface="Lucida Sans Unicode"/>
                <a:cs typeface="Lucida Sans Unicode"/>
              </a:rPr>
              <a:t>from institutions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62066" y="2922828"/>
            <a:ext cx="2112645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 indent="158115">
              <a:lnSpc>
                <a:spcPct val="125000"/>
              </a:lnSpc>
              <a:spcBef>
                <a:spcPts val="95"/>
              </a:spcBef>
            </a:pPr>
            <a:r>
              <a:rPr dirty="0" sz="1200" spc="55">
                <a:latin typeface="Lucida Sans Unicode"/>
                <a:cs typeface="Lucida Sans Unicode"/>
              </a:rPr>
              <a:t>Poor</a:t>
            </a:r>
            <a:r>
              <a:rPr dirty="0" sz="1200" spc="60">
                <a:latin typeface="Lucida Sans Unicode"/>
                <a:cs typeface="Lucida Sans Unicode"/>
              </a:rPr>
              <a:t> </a:t>
            </a:r>
            <a:r>
              <a:rPr dirty="0" sz="1200" spc="65">
                <a:latin typeface="Lucida Sans Unicode"/>
                <a:cs typeface="Lucida Sans Unicode"/>
              </a:rPr>
              <a:t>user</a:t>
            </a:r>
            <a:r>
              <a:rPr dirty="0" sz="1200" spc="55">
                <a:latin typeface="Lucida Sans Unicode"/>
                <a:cs typeface="Lucida Sans Unicode"/>
              </a:rPr>
              <a:t> experience, </a:t>
            </a:r>
            <a:r>
              <a:rPr dirty="0" sz="1200" spc="105">
                <a:latin typeface="Lucida Sans Unicode"/>
                <a:cs typeface="Lucida Sans Unicode"/>
              </a:rPr>
              <a:t>reduced</a:t>
            </a:r>
            <a:r>
              <a:rPr dirty="0" sz="1200" spc="120">
                <a:latin typeface="Lucida Sans Unicode"/>
                <a:cs typeface="Lucida Sans Unicode"/>
              </a:rPr>
              <a:t> </a:t>
            </a:r>
            <a:r>
              <a:rPr dirty="0" sz="1200">
                <a:latin typeface="Lucida Sans Unicode"/>
                <a:cs typeface="Lucida Sans Unicode"/>
              </a:rPr>
              <a:t>trust</a:t>
            </a:r>
            <a:r>
              <a:rPr dirty="0" sz="1200" spc="110">
                <a:latin typeface="Lucida Sans Unicode"/>
                <a:cs typeface="Lucida Sans Unicode"/>
              </a:rPr>
              <a:t> </a:t>
            </a:r>
            <a:r>
              <a:rPr dirty="0" sz="1200">
                <a:latin typeface="Lucida Sans Unicode"/>
                <a:cs typeface="Lucida Sans Unicode"/>
              </a:rPr>
              <a:t>in</a:t>
            </a:r>
            <a:r>
              <a:rPr dirty="0" sz="1200" spc="165">
                <a:latin typeface="Lucida Sans Unicode"/>
                <a:cs typeface="Lucida Sans Unicode"/>
              </a:rPr>
              <a:t> </a:t>
            </a:r>
            <a:r>
              <a:rPr dirty="0" sz="1200" spc="65">
                <a:latin typeface="Lucida Sans Unicode"/>
                <a:cs typeface="Lucida Sans Unicode"/>
              </a:rPr>
              <a:t>platform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63457" y="3083814"/>
            <a:ext cx="68961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200" spc="60">
                <a:latin typeface="Lucida Sans Unicode"/>
                <a:cs typeface="Lucida Sans Unicode"/>
              </a:rPr>
              <a:t>Mitigate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030968" y="2586278"/>
            <a:ext cx="1945005" cy="1169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5080" indent="1905">
              <a:lnSpc>
                <a:spcPct val="125099"/>
              </a:lnSpc>
              <a:spcBef>
                <a:spcPts val="95"/>
              </a:spcBef>
            </a:pPr>
            <a:r>
              <a:rPr dirty="0" sz="1200" spc="90">
                <a:latin typeface="Lucida Sans Unicode"/>
                <a:cs typeface="Lucida Sans Unicode"/>
              </a:rPr>
              <a:t>Implement</a:t>
            </a:r>
            <a:r>
              <a:rPr dirty="0" sz="1200" spc="40">
                <a:latin typeface="Lucida Sans Unicode"/>
                <a:cs typeface="Lucida Sans Unicode"/>
              </a:rPr>
              <a:t> </a:t>
            </a:r>
            <a:r>
              <a:rPr dirty="0" sz="1200" spc="85">
                <a:latin typeface="Lucida Sans Unicode"/>
                <a:cs typeface="Lucida Sans Unicode"/>
              </a:rPr>
              <a:t>basic </a:t>
            </a:r>
            <a:r>
              <a:rPr dirty="0" sz="1200" spc="80">
                <a:latin typeface="Lucida Sans Unicode"/>
                <a:cs typeface="Lucida Sans Unicode"/>
              </a:rPr>
              <a:t>validation</a:t>
            </a:r>
            <a:r>
              <a:rPr dirty="0" sz="1200" spc="45">
                <a:latin typeface="Lucida Sans Unicode"/>
                <a:cs typeface="Lucida Sans Unicode"/>
              </a:rPr>
              <a:t> </a:t>
            </a:r>
            <a:r>
              <a:rPr dirty="0" sz="1200" spc="95">
                <a:latin typeface="Lucida Sans Unicode"/>
                <a:cs typeface="Lucida Sans Unicode"/>
              </a:rPr>
              <a:t>checks</a:t>
            </a:r>
            <a:r>
              <a:rPr dirty="0" sz="1200" spc="75">
                <a:latin typeface="Lucida Sans Unicode"/>
                <a:cs typeface="Lucida Sans Unicode"/>
              </a:rPr>
              <a:t> </a:t>
            </a:r>
            <a:r>
              <a:rPr dirty="0" sz="1200" spc="-25">
                <a:latin typeface="Lucida Sans Unicode"/>
                <a:cs typeface="Lucida Sans Unicode"/>
              </a:rPr>
              <a:t>for </a:t>
            </a:r>
            <a:r>
              <a:rPr dirty="0" sz="1200" spc="114">
                <a:latin typeface="Lucida Sans Unicode"/>
                <a:cs typeface="Lucida Sans Unicode"/>
              </a:rPr>
              <a:t>scraped</a:t>
            </a:r>
            <a:r>
              <a:rPr dirty="0" sz="1200" spc="40">
                <a:latin typeface="Lucida Sans Unicode"/>
                <a:cs typeface="Lucida Sans Unicode"/>
              </a:rPr>
              <a:t> </a:t>
            </a:r>
            <a:r>
              <a:rPr dirty="0" sz="1200" spc="130">
                <a:latin typeface="Lucida Sans Unicode"/>
                <a:cs typeface="Lucida Sans Unicode"/>
              </a:rPr>
              <a:t>data</a:t>
            </a:r>
            <a:r>
              <a:rPr dirty="0" sz="1200" spc="40">
                <a:latin typeface="Lucida Sans Unicode"/>
                <a:cs typeface="Lucida Sans Unicode"/>
              </a:rPr>
              <a:t> </a:t>
            </a:r>
            <a:r>
              <a:rPr dirty="0" sz="1200" spc="-10">
                <a:latin typeface="Lucida Sans Unicode"/>
                <a:cs typeface="Lucida Sans Unicode"/>
              </a:rPr>
              <a:t>(e.g., </a:t>
            </a:r>
            <a:r>
              <a:rPr dirty="0" sz="1200" spc="85">
                <a:latin typeface="Lucida Sans Unicode"/>
                <a:cs typeface="Lucida Sans Unicode"/>
              </a:rPr>
              <a:t>checking</a:t>
            </a:r>
            <a:r>
              <a:rPr dirty="0" sz="1200" spc="65">
                <a:latin typeface="Lucida Sans Unicode"/>
                <a:cs typeface="Lucida Sans Unicode"/>
              </a:rPr>
              <a:t> </a:t>
            </a:r>
            <a:r>
              <a:rPr dirty="0" sz="1200" spc="75">
                <a:latin typeface="Lucida Sans Unicode"/>
                <a:cs typeface="Lucida Sans Unicode"/>
              </a:rPr>
              <a:t>dates,</a:t>
            </a:r>
            <a:r>
              <a:rPr dirty="0" sz="1200" spc="60">
                <a:latin typeface="Lucida Sans Unicode"/>
                <a:cs typeface="Lucida Sans Unicode"/>
              </a:rPr>
              <a:t> </a:t>
            </a:r>
            <a:r>
              <a:rPr dirty="0" sz="1200" spc="70">
                <a:latin typeface="Lucida Sans Unicode"/>
                <a:cs typeface="Lucida Sans Unicode"/>
              </a:rPr>
              <a:t>format </a:t>
            </a:r>
            <a:r>
              <a:rPr dirty="0" sz="1200" spc="80">
                <a:latin typeface="Lucida Sans Unicode"/>
                <a:cs typeface="Lucida Sans Unicode"/>
              </a:rPr>
              <a:t>consistency).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541884" y="3081655"/>
            <a:ext cx="163830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200" spc="90">
                <a:latin typeface="Lucida Sans Unicode"/>
                <a:cs typeface="Lucida Sans Unicode"/>
              </a:rPr>
              <a:t>Development</a:t>
            </a:r>
            <a:r>
              <a:rPr dirty="0" sz="1200" spc="35">
                <a:latin typeface="Lucida Sans Unicode"/>
                <a:cs typeface="Lucida Sans Unicode"/>
              </a:rPr>
              <a:t> </a:t>
            </a:r>
            <a:r>
              <a:rPr dirty="0" sz="1200" spc="80">
                <a:latin typeface="Lucida Sans Unicode"/>
                <a:cs typeface="Lucida Sans Unicode"/>
              </a:rPr>
              <a:t>Team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475206" y="2807640"/>
            <a:ext cx="2166620" cy="711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5080" indent="1270">
              <a:lnSpc>
                <a:spcPct val="125000"/>
              </a:lnSpc>
              <a:spcBef>
                <a:spcPts val="95"/>
              </a:spcBef>
            </a:pPr>
            <a:r>
              <a:rPr dirty="0" sz="1200" spc="60">
                <a:latin typeface="Lucida Sans Unicode"/>
                <a:cs typeface="Lucida Sans Unicode"/>
              </a:rPr>
              <a:t>Ensure</a:t>
            </a:r>
            <a:r>
              <a:rPr dirty="0" sz="1200" spc="30">
                <a:latin typeface="Lucida Sans Unicode"/>
                <a:cs typeface="Lucida Sans Unicode"/>
              </a:rPr>
              <a:t> </a:t>
            </a:r>
            <a:r>
              <a:rPr dirty="0" sz="1200" spc="135">
                <a:latin typeface="Lucida Sans Unicode"/>
                <a:cs typeface="Lucida Sans Unicode"/>
              </a:rPr>
              <a:t>accuracy</a:t>
            </a:r>
            <a:r>
              <a:rPr dirty="0" sz="1200" spc="80">
                <a:latin typeface="Lucida Sans Unicode"/>
                <a:cs typeface="Lucida Sans Unicode"/>
              </a:rPr>
              <a:t> </a:t>
            </a:r>
            <a:r>
              <a:rPr dirty="0" sz="1200" spc="60">
                <a:latin typeface="Lucida Sans Unicode"/>
                <a:cs typeface="Lucida Sans Unicode"/>
              </a:rPr>
              <a:t>by </a:t>
            </a:r>
            <a:r>
              <a:rPr dirty="0" sz="1200" spc="85">
                <a:latin typeface="Lucida Sans Unicode"/>
                <a:cs typeface="Lucida Sans Unicode"/>
              </a:rPr>
              <a:t>validating</a:t>
            </a:r>
            <a:r>
              <a:rPr dirty="0" sz="1200" spc="35">
                <a:latin typeface="Lucida Sans Unicode"/>
                <a:cs typeface="Lucida Sans Unicode"/>
              </a:rPr>
              <a:t> </a:t>
            </a:r>
            <a:r>
              <a:rPr dirty="0" sz="1200" spc="130">
                <a:latin typeface="Lucida Sans Unicode"/>
                <a:cs typeface="Lucida Sans Unicode"/>
              </a:rPr>
              <a:t>data</a:t>
            </a:r>
            <a:r>
              <a:rPr dirty="0" sz="1200" spc="60">
                <a:latin typeface="Lucida Sans Unicode"/>
                <a:cs typeface="Lucida Sans Unicode"/>
              </a:rPr>
              <a:t> </a:t>
            </a:r>
            <a:r>
              <a:rPr dirty="0" sz="1200" spc="45">
                <a:latin typeface="Lucida Sans Unicode"/>
                <a:cs typeface="Lucida Sans Unicode"/>
              </a:rPr>
              <a:t>regularly, </a:t>
            </a:r>
            <a:r>
              <a:rPr dirty="0" sz="1200" spc="65">
                <a:latin typeface="Lucida Sans Unicode"/>
                <a:cs typeface="Lucida Sans Unicode"/>
              </a:rPr>
              <a:t>monitor </a:t>
            </a:r>
            <a:r>
              <a:rPr dirty="0" sz="1200">
                <a:latin typeface="Lucida Sans Unicode"/>
                <a:cs typeface="Lucida Sans Unicode"/>
              </a:rPr>
              <a:t>for</a:t>
            </a:r>
            <a:r>
              <a:rPr dirty="0" sz="1200" spc="95">
                <a:latin typeface="Lucida Sans Unicode"/>
                <a:cs typeface="Lucida Sans Unicode"/>
              </a:rPr>
              <a:t> </a:t>
            </a:r>
            <a:r>
              <a:rPr dirty="0" sz="1200" spc="90">
                <a:latin typeface="Lucida Sans Unicode"/>
                <a:cs typeface="Lucida Sans Unicode"/>
              </a:rPr>
              <a:t>discrepancies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09108" y="392164"/>
            <a:ext cx="13335" cy="536575"/>
          </a:xfrm>
          <a:custGeom>
            <a:avLst/>
            <a:gdLst/>
            <a:ahLst/>
            <a:cxnLst/>
            <a:rect l="l" t="t" r="r" b="b"/>
            <a:pathLst>
              <a:path w="13334" h="536575">
                <a:moveTo>
                  <a:pt x="12864" y="0"/>
                </a:moveTo>
                <a:lnTo>
                  <a:pt x="0" y="0"/>
                </a:lnTo>
                <a:lnTo>
                  <a:pt x="0" y="536202"/>
                </a:lnTo>
                <a:lnTo>
                  <a:pt x="12864" y="536202"/>
                </a:lnTo>
                <a:lnTo>
                  <a:pt x="12864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661" y="534419"/>
            <a:ext cx="1009376" cy="266384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652747" y="444188"/>
            <a:ext cx="263525" cy="452755"/>
          </a:xfrm>
          <a:custGeom>
            <a:avLst/>
            <a:gdLst/>
            <a:ahLst/>
            <a:cxnLst/>
            <a:rect l="l" t="t" r="r" b="b"/>
            <a:pathLst>
              <a:path w="263525" h="452755">
                <a:moveTo>
                  <a:pt x="132977" y="206963"/>
                </a:moveTo>
                <a:lnTo>
                  <a:pt x="123364" y="210579"/>
                </a:lnTo>
                <a:lnTo>
                  <a:pt x="119459" y="214194"/>
                </a:lnTo>
                <a:lnTo>
                  <a:pt x="117356" y="218713"/>
                </a:lnTo>
                <a:lnTo>
                  <a:pt x="114052" y="225943"/>
                </a:lnTo>
                <a:lnTo>
                  <a:pt x="115387" y="233173"/>
                </a:lnTo>
                <a:lnTo>
                  <a:pt x="115498" y="233776"/>
                </a:lnTo>
                <a:lnTo>
                  <a:pt x="115554" y="234077"/>
                </a:lnTo>
                <a:lnTo>
                  <a:pt x="120661" y="239500"/>
                </a:lnTo>
                <a:lnTo>
                  <a:pt x="93727" y="288404"/>
                </a:lnTo>
                <a:lnTo>
                  <a:pt x="73271" y="334963"/>
                </a:lnTo>
                <a:lnTo>
                  <a:pt x="59912" y="377399"/>
                </a:lnTo>
                <a:lnTo>
                  <a:pt x="54270" y="413932"/>
                </a:lnTo>
                <a:lnTo>
                  <a:pt x="47962" y="414836"/>
                </a:lnTo>
                <a:lnTo>
                  <a:pt x="42554" y="418753"/>
                </a:lnTo>
                <a:lnTo>
                  <a:pt x="39550" y="424778"/>
                </a:lnTo>
                <a:lnTo>
                  <a:pt x="37801" y="432008"/>
                </a:lnTo>
                <a:lnTo>
                  <a:pt x="37752" y="432211"/>
                </a:lnTo>
                <a:lnTo>
                  <a:pt x="38912" y="439502"/>
                </a:lnTo>
                <a:lnTo>
                  <a:pt x="42719" y="445834"/>
                </a:lnTo>
                <a:lnTo>
                  <a:pt x="48863" y="450386"/>
                </a:lnTo>
                <a:lnTo>
                  <a:pt x="49163" y="450687"/>
                </a:lnTo>
                <a:lnTo>
                  <a:pt x="49764" y="450687"/>
                </a:lnTo>
                <a:lnTo>
                  <a:pt x="50065" y="450988"/>
                </a:lnTo>
                <a:lnTo>
                  <a:pt x="57204" y="452273"/>
                </a:lnTo>
                <a:lnTo>
                  <a:pt x="63585" y="450988"/>
                </a:lnTo>
                <a:lnTo>
                  <a:pt x="63970" y="450988"/>
                </a:lnTo>
                <a:lnTo>
                  <a:pt x="70131" y="447048"/>
                </a:lnTo>
                <a:lnTo>
                  <a:pt x="73969" y="441649"/>
                </a:lnTo>
                <a:lnTo>
                  <a:pt x="57575" y="441649"/>
                </a:lnTo>
                <a:lnTo>
                  <a:pt x="49764" y="438034"/>
                </a:lnTo>
                <a:lnTo>
                  <a:pt x="47962" y="433214"/>
                </a:lnTo>
                <a:lnTo>
                  <a:pt x="51567" y="425380"/>
                </a:lnTo>
                <a:lnTo>
                  <a:pt x="55772" y="423874"/>
                </a:lnTo>
                <a:lnTo>
                  <a:pt x="73439" y="423874"/>
                </a:lnTo>
                <a:lnTo>
                  <a:pt x="71314" y="420245"/>
                </a:lnTo>
                <a:lnTo>
                  <a:pt x="65385" y="415740"/>
                </a:lnTo>
                <a:lnTo>
                  <a:pt x="67235" y="397706"/>
                </a:lnTo>
                <a:lnTo>
                  <a:pt x="71394" y="377668"/>
                </a:lnTo>
                <a:lnTo>
                  <a:pt x="77805" y="355878"/>
                </a:lnTo>
                <a:lnTo>
                  <a:pt x="86364" y="332727"/>
                </a:lnTo>
                <a:lnTo>
                  <a:pt x="86414" y="332591"/>
                </a:lnTo>
                <a:lnTo>
                  <a:pt x="121265" y="332591"/>
                </a:lnTo>
                <a:lnTo>
                  <a:pt x="150937" y="322047"/>
                </a:lnTo>
                <a:lnTo>
                  <a:pt x="90620" y="322047"/>
                </a:lnTo>
                <a:lnTo>
                  <a:pt x="99012" y="303524"/>
                </a:lnTo>
                <a:lnTo>
                  <a:pt x="108304" y="284807"/>
                </a:lnTo>
                <a:lnTo>
                  <a:pt x="118839" y="265235"/>
                </a:lnTo>
                <a:lnTo>
                  <a:pt x="130274" y="245525"/>
                </a:lnTo>
                <a:lnTo>
                  <a:pt x="138351" y="245525"/>
                </a:lnTo>
                <a:lnTo>
                  <a:pt x="143041" y="244207"/>
                </a:lnTo>
                <a:lnTo>
                  <a:pt x="148355" y="240484"/>
                </a:lnTo>
                <a:lnTo>
                  <a:pt x="152204" y="234981"/>
                </a:lnTo>
                <a:lnTo>
                  <a:pt x="152276" y="234680"/>
                </a:lnTo>
                <a:lnTo>
                  <a:pt x="133278" y="234680"/>
                </a:lnTo>
                <a:lnTo>
                  <a:pt x="131475" y="233776"/>
                </a:lnTo>
                <a:lnTo>
                  <a:pt x="127570" y="231968"/>
                </a:lnTo>
                <a:lnTo>
                  <a:pt x="125768" y="227148"/>
                </a:lnTo>
                <a:lnTo>
                  <a:pt x="127570" y="223232"/>
                </a:lnTo>
                <a:lnTo>
                  <a:pt x="128471" y="221123"/>
                </a:lnTo>
                <a:lnTo>
                  <a:pt x="129973" y="219918"/>
                </a:lnTo>
                <a:lnTo>
                  <a:pt x="132076" y="219014"/>
                </a:lnTo>
                <a:lnTo>
                  <a:pt x="133879" y="218412"/>
                </a:lnTo>
                <a:lnTo>
                  <a:pt x="151732" y="218412"/>
                </a:lnTo>
                <a:lnTo>
                  <a:pt x="149035" y="213926"/>
                </a:lnTo>
                <a:lnTo>
                  <a:pt x="142891" y="209374"/>
                </a:lnTo>
                <a:lnTo>
                  <a:pt x="138632" y="207380"/>
                </a:lnTo>
                <a:lnTo>
                  <a:pt x="140458" y="207380"/>
                </a:lnTo>
                <a:lnTo>
                  <a:pt x="132977" y="206963"/>
                </a:lnTo>
                <a:close/>
              </a:path>
              <a:path w="263525" h="452755">
                <a:moveTo>
                  <a:pt x="73439" y="423874"/>
                </a:moveTo>
                <a:lnTo>
                  <a:pt x="55772" y="423874"/>
                </a:lnTo>
                <a:lnTo>
                  <a:pt x="59678" y="425079"/>
                </a:lnTo>
                <a:lnTo>
                  <a:pt x="59978" y="425079"/>
                </a:lnTo>
                <a:lnTo>
                  <a:pt x="60278" y="425380"/>
                </a:lnTo>
                <a:lnTo>
                  <a:pt x="64184" y="427188"/>
                </a:lnTo>
                <a:lnTo>
                  <a:pt x="65986" y="432009"/>
                </a:lnTo>
                <a:lnTo>
                  <a:pt x="62381" y="439841"/>
                </a:lnTo>
                <a:lnTo>
                  <a:pt x="57575" y="441649"/>
                </a:lnTo>
                <a:lnTo>
                  <a:pt x="73969" y="441649"/>
                </a:lnTo>
                <a:lnTo>
                  <a:pt x="74398" y="441047"/>
                </a:lnTo>
                <a:lnTo>
                  <a:pt x="76073" y="433661"/>
                </a:lnTo>
                <a:lnTo>
                  <a:pt x="75072" y="427188"/>
                </a:lnTo>
                <a:lnTo>
                  <a:pt x="74961" y="426473"/>
                </a:lnTo>
                <a:lnTo>
                  <a:pt x="73439" y="423874"/>
                </a:lnTo>
                <a:close/>
              </a:path>
              <a:path w="263525" h="452755">
                <a:moveTo>
                  <a:pt x="121265" y="332591"/>
                </a:moveTo>
                <a:lnTo>
                  <a:pt x="86414" y="332591"/>
                </a:lnTo>
                <a:lnTo>
                  <a:pt x="120881" y="332727"/>
                </a:lnTo>
                <a:lnTo>
                  <a:pt x="121265" y="332591"/>
                </a:lnTo>
                <a:close/>
              </a:path>
              <a:path w="263525" h="452755">
                <a:moveTo>
                  <a:pt x="223750" y="26812"/>
                </a:moveTo>
                <a:lnTo>
                  <a:pt x="210783" y="26812"/>
                </a:lnTo>
                <a:lnTo>
                  <a:pt x="242184" y="89793"/>
                </a:lnTo>
                <a:lnTo>
                  <a:pt x="251826" y="145210"/>
                </a:lnTo>
                <a:lnTo>
                  <a:pt x="246532" y="190897"/>
                </a:lnTo>
                <a:lnTo>
                  <a:pt x="246429" y="191791"/>
                </a:lnTo>
                <a:lnTo>
                  <a:pt x="232711" y="228265"/>
                </a:lnTo>
                <a:lnTo>
                  <a:pt x="188544" y="284808"/>
                </a:lnTo>
                <a:lnTo>
                  <a:pt x="155358" y="307925"/>
                </a:lnTo>
                <a:lnTo>
                  <a:pt x="90620" y="322047"/>
                </a:lnTo>
                <a:lnTo>
                  <a:pt x="150937" y="322047"/>
                </a:lnTo>
                <a:lnTo>
                  <a:pt x="194772" y="294589"/>
                </a:lnTo>
                <a:lnTo>
                  <a:pt x="226705" y="259986"/>
                </a:lnTo>
                <a:lnTo>
                  <a:pt x="253704" y="207380"/>
                </a:lnTo>
                <a:lnTo>
                  <a:pt x="263160" y="152242"/>
                </a:lnTo>
                <a:lnTo>
                  <a:pt x="263275" y="150933"/>
                </a:lnTo>
                <a:lnTo>
                  <a:pt x="251038" y="80174"/>
                </a:lnTo>
                <a:lnTo>
                  <a:pt x="235389" y="45260"/>
                </a:lnTo>
                <a:lnTo>
                  <a:pt x="223750" y="26812"/>
                </a:lnTo>
                <a:close/>
              </a:path>
              <a:path w="263525" h="452755">
                <a:moveTo>
                  <a:pt x="205977" y="0"/>
                </a:moveTo>
                <a:lnTo>
                  <a:pt x="172894" y="54378"/>
                </a:lnTo>
                <a:lnTo>
                  <a:pt x="88545" y="100725"/>
                </a:lnTo>
                <a:lnTo>
                  <a:pt x="61555" y="116815"/>
                </a:lnTo>
                <a:lnTo>
                  <a:pt x="20024" y="158766"/>
                </a:lnTo>
                <a:lnTo>
                  <a:pt x="272" y="216192"/>
                </a:lnTo>
                <a:lnTo>
                  <a:pt x="251" y="218411"/>
                </a:lnTo>
                <a:lnTo>
                  <a:pt x="125" y="231667"/>
                </a:lnTo>
                <a:lnTo>
                  <a:pt x="6205" y="272036"/>
                </a:lnTo>
                <a:lnTo>
                  <a:pt x="33960" y="310758"/>
                </a:lnTo>
                <a:lnTo>
                  <a:pt x="46460" y="317528"/>
                </a:lnTo>
                <a:lnTo>
                  <a:pt x="46760" y="317829"/>
                </a:lnTo>
                <a:lnTo>
                  <a:pt x="47361" y="317829"/>
                </a:lnTo>
                <a:lnTo>
                  <a:pt x="47661" y="318130"/>
                </a:lnTo>
                <a:lnTo>
                  <a:pt x="53069" y="319938"/>
                </a:lnTo>
                <a:lnTo>
                  <a:pt x="54871" y="314515"/>
                </a:lnTo>
                <a:lnTo>
                  <a:pt x="58767" y="305176"/>
                </a:lnTo>
                <a:lnTo>
                  <a:pt x="46159" y="305176"/>
                </a:lnTo>
                <a:lnTo>
                  <a:pt x="16719" y="268421"/>
                </a:lnTo>
                <a:lnTo>
                  <a:pt x="11130" y="244207"/>
                </a:lnTo>
                <a:lnTo>
                  <a:pt x="11239" y="225943"/>
                </a:lnTo>
                <a:lnTo>
                  <a:pt x="29637" y="164791"/>
                </a:lnTo>
                <a:lnTo>
                  <a:pt x="68878" y="126003"/>
                </a:lnTo>
                <a:lnTo>
                  <a:pt x="150246" y="82141"/>
                </a:lnTo>
                <a:lnTo>
                  <a:pt x="175898" y="66504"/>
                </a:lnTo>
                <a:lnTo>
                  <a:pt x="196763" y="48494"/>
                </a:lnTo>
                <a:lnTo>
                  <a:pt x="210783" y="26812"/>
                </a:lnTo>
                <a:lnTo>
                  <a:pt x="223750" y="26812"/>
                </a:lnTo>
                <a:lnTo>
                  <a:pt x="213487" y="10544"/>
                </a:lnTo>
                <a:lnTo>
                  <a:pt x="205977" y="0"/>
                </a:lnTo>
                <a:close/>
              </a:path>
              <a:path w="263525" h="452755">
                <a:moveTo>
                  <a:pt x="164807" y="113774"/>
                </a:moveTo>
                <a:lnTo>
                  <a:pt x="145653" y="132241"/>
                </a:lnTo>
                <a:lnTo>
                  <a:pt x="146195" y="137678"/>
                </a:lnTo>
                <a:lnTo>
                  <a:pt x="148899" y="142498"/>
                </a:lnTo>
                <a:lnTo>
                  <a:pt x="122285" y="170416"/>
                </a:lnTo>
                <a:lnTo>
                  <a:pt x="94150" y="209037"/>
                </a:lnTo>
                <a:lnTo>
                  <a:pt x="67704" y="255058"/>
                </a:lnTo>
                <a:lnTo>
                  <a:pt x="46159" y="305176"/>
                </a:lnTo>
                <a:lnTo>
                  <a:pt x="58767" y="305176"/>
                </a:lnTo>
                <a:lnTo>
                  <a:pt x="75947" y="263993"/>
                </a:lnTo>
                <a:lnTo>
                  <a:pt x="102486" y="217171"/>
                </a:lnTo>
                <a:lnTo>
                  <a:pt x="130828" y="177976"/>
                </a:lnTo>
                <a:lnTo>
                  <a:pt x="157311" y="150331"/>
                </a:lnTo>
                <a:lnTo>
                  <a:pt x="173810" y="150331"/>
                </a:lnTo>
                <a:lnTo>
                  <a:pt x="179470" y="146273"/>
                </a:lnTo>
                <a:lnTo>
                  <a:pt x="182338" y="141594"/>
                </a:lnTo>
                <a:lnTo>
                  <a:pt x="166924" y="141594"/>
                </a:lnTo>
                <a:lnTo>
                  <a:pt x="158512" y="138581"/>
                </a:lnTo>
                <a:lnTo>
                  <a:pt x="156710" y="134062"/>
                </a:lnTo>
                <a:lnTo>
                  <a:pt x="158212" y="129845"/>
                </a:lnTo>
                <a:lnTo>
                  <a:pt x="159598" y="126229"/>
                </a:lnTo>
                <a:lnTo>
                  <a:pt x="159685" y="126004"/>
                </a:lnTo>
                <a:lnTo>
                  <a:pt x="159553" y="126004"/>
                </a:lnTo>
                <a:lnTo>
                  <a:pt x="164220" y="123819"/>
                </a:lnTo>
                <a:lnTo>
                  <a:pt x="182185" y="123819"/>
                </a:lnTo>
                <a:lnTo>
                  <a:pt x="178799" y="119070"/>
                </a:lnTo>
                <a:lnTo>
                  <a:pt x="172430" y="115144"/>
                </a:lnTo>
                <a:lnTo>
                  <a:pt x="172683" y="115144"/>
                </a:lnTo>
                <a:lnTo>
                  <a:pt x="164807" y="113774"/>
                </a:lnTo>
                <a:close/>
              </a:path>
              <a:path w="263525" h="452755">
                <a:moveTo>
                  <a:pt x="138351" y="245525"/>
                </a:moveTo>
                <a:lnTo>
                  <a:pt x="130274" y="245525"/>
                </a:lnTo>
                <a:lnTo>
                  <a:pt x="136826" y="245954"/>
                </a:lnTo>
                <a:lnTo>
                  <a:pt x="138351" y="245525"/>
                </a:lnTo>
                <a:close/>
              </a:path>
              <a:path w="263525" h="452755">
                <a:moveTo>
                  <a:pt x="151732" y="218412"/>
                </a:moveTo>
                <a:lnTo>
                  <a:pt x="135681" y="218412"/>
                </a:lnTo>
                <a:lnTo>
                  <a:pt x="137484" y="219014"/>
                </a:lnTo>
                <a:lnTo>
                  <a:pt x="137784" y="219014"/>
                </a:lnTo>
                <a:lnTo>
                  <a:pt x="138084" y="219315"/>
                </a:lnTo>
                <a:lnTo>
                  <a:pt x="141990" y="221123"/>
                </a:lnTo>
                <a:lnTo>
                  <a:pt x="143792" y="225943"/>
                </a:lnTo>
                <a:lnTo>
                  <a:pt x="141990" y="229860"/>
                </a:lnTo>
                <a:lnTo>
                  <a:pt x="141088" y="231667"/>
                </a:lnTo>
                <a:lnTo>
                  <a:pt x="139586" y="233174"/>
                </a:lnTo>
                <a:lnTo>
                  <a:pt x="137484" y="234077"/>
                </a:lnTo>
                <a:lnTo>
                  <a:pt x="135381" y="234680"/>
                </a:lnTo>
                <a:lnTo>
                  <a:pt x="152276" y="234680"/>
                </a:lnTo>
                <a:lnTo>
                  <a:pt x="154001" y="227548"/>
                </a:lnTo>
                <a:lnTo>
                  <a:pt x="152842" y="220257"/>
                </a:lnTo>
                <a:lnTo>
                  <a:pt x="151732" y="218412"/>
                </a:lnTo>
                <a:close/>
              </a:path>
              <a:path w="263525" h="452755">
                <a:moveTo>
                  <a:pt x="173810" y="150331"/>
                </a:moveTo>
                <a:lnTo>
                  <a:pt x="157311" y="150331"/>
                </a:lnTo>
                <a:lnTo>
                  <a:pt x="158512" y="150933"/>
                </a:lnTo>
                <a:lnTo>
                  <a:pt x="158813" y="150933"/>
                </a:lnTo>
                <a:lnTo>
                  <a:pt x="166337" y="152242"/>
                </a:lnTo>
                <a:lnTo>
                  <a:pt x="173495" y="150557"/>
                </a:lnTo>
                <a:lnTo>
                  <a:pt x="173810" y="150331"/>
                </a:lnTo>
                <a:close/>
              </a:path>
              <a:path w="263525" h="452755">
                <a:moveTo>
                  <a:pt x="182185" y="123819"/>
                </a:moveTo>
                <a:lnTo>
                  <a:pt x="164220" y="123819"/>
                </a:lnTo>
                <a:lnTo>
                  <a:pt x="172631" y="126832"/>
                </a:lnTo>
                <a:lnTo>
                  <a:pt x="174434" y="131351"/>
                </a:lnTo>
                <a:lnTo>
                  <a:pt x="171430" y="139786"/>
                </a:lnTo>
                <a:lnTo>
                  <a:pt x="166924" y="141594"/>
                </a:lnTo>
                <a:lnTo>
                  <a:pt x="182338" y="141594"/>
                </a:lnTo>
                <a:lnTo>
                  <a:pt x="183446" y="139786"/>
                </a:lnTo>
                <a:lnTo>
                  <a:pt x="184751" y="132241"/>
                </a:lnTo>
                <a:lnTo>
                  <a:pt x="183132" y="125326"/>
                </a:lnTo>
                <a:lnTo>
                  <a:pt x="183071" y="125062"/>
                </a:lnTo>
                <a:lnTo>
                  <a:pt x="182185" y="123819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7788889" y="8703792"/>
            <a:ext cx="217170" cy="28575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450" spc="-190">
                <a:solidFill>
                  <a:srgbClr val="FFFFFF"/>
                </a:solidFill>
                <a:latin typeface="Arial Black"/>
                <a:cs typeface="Arial Black"/>
              </a:rPr>
              <a:t>10</a:t>
            </a:r>
            <a:endParaRPr sz="14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39508" y="0"/>
            <a:ext cx="10009505" cy="2385695"/>
            <a:chOff x="4139508" y="0"/>
            <a:chExt cx="10009505" cy="2385695"/>
          </a:xfrm>
        </p:grpSpPr>
        <p:sp>
          <p:nvSpPr>
            <p:cNvPr id="3" name="object 3"/>
            <p:cNvSpPr/>
            <p:nvPr/>
          </p:nvSpPr>
          <p:spPr>
            <a:xfrm>
              <a:off x="4139508" y="0"/>
              <a:ext cx="10009505" cy="2385695"/>
            </a:xfrm>
            <a:custGeom>
              <a:avLst/>
              <a:gdLst/>
              <a:ahLst/>
              <a:cxnLst/>
              <a:rect l="l" t="t" r="r" b="b"/>
              <a:pathLst>
                <a:path w="10009505" h="2385695">
                  <a:moveTo>
                    <a:pt x="10008982" y="0"/>
                  </a:moveTo>
                  <a:lnTo>
                    <a:pt x="0" y="0"/>
                  </a:lnTo>
                  <a:lnTo>
                    <a:pt x="17973" y="22120"/>
                  </a:lnTo>
                  <a:lnTo>
                    <a:pt x="49481" y="60298"/>
                  </a:lnTo>
                  <a:lnTo>
                    <a:pt x="81275" y="98229"/>
                  </a:lnTo>
                  <a:lnTo>
                    <a:pt x="113354" y="135911"/>
                  </a:lnTo>
                  <a:lnTo>
                    <a:pt x="145717" y="173344"/>
                  </a:lnTo>
                  <a:lnTo>
                    <a:pt x="178361" y="210524"/>
                  </a:lnTo>
                  <a:lnTo>
                    <a:pt x="211286" y="247450"/>
                  </a:lnTo>
                  <a:lnTo>
                    <a:pt x="244489" y="284121"/>
                  </a:lnTo>
                  <a:lnTo>
                    <a:pt x="277969" y="320536"/>
                  </a:lnTo>
                  <a:lnTo>
                    <a:pt x="311724" y="356692"/>
                  </a:lnTo>
                  <a:lnTo>
                    <a:pt x="345752" y="392587"/>
                  </a:lnTo>
                  <a:lnTo>
                    <a:pt x="380052" y="428221"/>
                  </a:lnTo>
                  <a:lnTo>
                    <a:pt x="414623" y="463592"/>
                  </a:lnTo>
                  <a:lnTo>
                    <a:pt x="449461" y="498697"/>
                  </a:lnTo>
                  <a:lnTo>
                    <a:pt x="484567" y="533535"/>
                  </a:lnTo>
                  <a:lnTo>
                    <a:pt x="519938" y="568105"/>
                  </a:lnTo>
                  <a:lnTo>
                    <a:pt x="555572" y="602405"/>
                  </a:lnTo>
                  <a:lnTo>
                    <a:pt x="591468" y="636432"/>
                  </a:lnTo>
                  <a:lnTo>
                    <a:pt x="627624" y="670187"/>
                  </a:lnTo>
                  <a:lnTo>
                    <a:pt x="664039" y="703666"/>
                  </a:lnTo>
                  <a:lnTo>
                    <a:pt x="700711" y="736868"/>
                  </a:lnTo>
                  <a:lnTo>
                    <a:pt x="737638" y="769793"/>
                  </a:lnTo>
                  <a:lnTo>
                    <a:pt x="774818" y="802436"/>
                  </a:lnTo>
                  <a:lnTo>
                    <a:pt x="812251" y="834799"/>
                  </a:lnTo>
                  <a:lnTo>
                    <a:pt x="849934" y="866877"/>
                  </a:lnTo>
                  <a:lnTo>
                    <a:pt x="887865" y="898671"/>
                  </a:lnTo>
                  <a:lnTo>
                    <a:pt x="926043" y="930178"/>
                  </a:lnTo>
                  <a:lnTo>
                    <a:pt x="964466" y="961397"/>
                  </a:lnTo>
                  <a:lnTo>
                    <a:pt x="1003133" y="992325"/>
                  </a:lnTo>
                  <a:lnTo>
                    <a:pt x="1042042" y="1022962"/>
                  </a:lnTo>
                  <a:lnTo>
                    <a:pt x="1081192" y="1053306"/>
                  </a:lnTo>
                  <a:lnTo>
                    <a:pt x="1120580" y="1083354"/>
                  </a:lnTo>
                  <a:lnTo>
                    <a:pt x="1160205" y="1113106"/>
                  </a:lnTo>
                  <a:lnTo>
                    <a:pt x="1200065" y="1142560"/>
                  </a:lnTo>
                  <a:lnTo>
                    <a:pt x="1240159" y="1171713"/>
                  </a:lnTo>
                  <a:lnTo>
                    <a:pt x="1280485" y="1200565"/>
                  </a:lnTo>
                  <a:lnTo>
                    <a:pt x="1321041" y="1229113"/>
                  </a:lnTo>
                  <a:lnTo>
                    <a:pt x="1361826" y="1257357"/>
                  </a:lnTo>
                  <a:lnTo>
                    <a:pt x="1402838" y="1285294"/>
                  </a:lnTo>
                  <a:lnTo>
                    <a:pt x="1444075" y="1312923"/>
                  </a:lnTo>
                  <a:lnTo>
                    <a:pt x="1485536" y="1340242"/>
                  </a:lnTo>
                  <a:lnTo>
                    <a:pt x="1527219" y="1367249"/>
                  </a:lnTo>
                  <a:lnTo>
                    <a:pt x="1569123" y="1393943"/>
                  </a:lnTo>
                  <a:lnTo>
                    <a:pt x="1611245" y="1420322"/>
                  </a:lnTo>
                  <a:lnTo>
                    <a:pt x="1653584" y="1446384"/>
                  </a:lnTo>
                  <a:lnTo>
                    <a:pt x="1696139" y="1472128"/>
                  </a:lnTo>
                  <a:lnTo>
                    <a:pt x="1738908" y="1497553"/>
                  </a:lnTo>
                  <a:lnTo>
                    <a:pt x="1781888" y="1522655"/>
                  </a:lnTo>
                  <a:lnTo>
                    <a:pt x="1825079" y="1547435"/>
                  </a:lnTo>
                  <a:lnTo>
                    <a:pt x="1868479" y="1571890"/>
                  </a:lnTo>
                  <a:lnTo>
                    <a:pt x="1912086" y="1596018"/>
                  </a:lnTo>
                  <a:lnTo>
                    <a:pt x="1955899" y="1619818"/>
                  </a:lnTo>
                  <a:lnTo>
                    <a:pt x="1999915" y="1643288"/>
                  </a:lnTo>
                  <a:lnTo>
                    <a:pt x="2044134" y="1666427"/>
                  </a:lnTo>
                  <a:lnTo>
                    <a:pt x="2088553" y="1689233"/>
                  </a:lnTo>
                  <a:lnTo>
                    <a:pt x="2133170" y="1711704"/>
                  </a:lnTo>
                  <a:lnTo>
                    <a:pt x="2177985" y="1733838"/>
                  </a:lnTo>
                  <a:lnTo>
                    <a:pt x="2222996" y="1755634"/>
                  </a:lnTo>
                  <a:lnTo>
                    <a:pt x="2268200" y="1777091"/>
                  </a:lnTo>
                  <a:lnTo>
                    <a:pt x="2313597" y="1798206"/>
                  </a:lnTo>
                  <a:lnTo>
                    <a:pt x="2359184" y="1818978"/>
                  </a:lnTo>
                  <a:lnTo>
                    <a:pt x="2404960" y="1839405"/>
                  </a:lnTo>
                  <a:lnTo>
                    <a:pt x="2450924" y="1859486"/>
                  </a:lnTo>
                  <a:lnTo>
                    <a:pt x="2497072" y="1879219"/>
                  </a:lnTo>
                  <a:lnTo>
                    <a:pt x="2543405" y="1898602"/>
                  </a:lnTo>
                  <a:lnTo>
                    <a:pt x="2589920" y="1917633"/>
                  </a:lnTo>
                  <a:lnTo>
                    <a:pt x="2636616" y="1936312"/>
                  </a:lnTo>
                  <a:lnTo>
                    <a:pt x="2683491" y="1954636"/>
                  </a:lnTo>
                  <a:lnTo>
                    <a:pt x="2730543" y="1972603"/>
                  </a:lnTo>
                  <a:lnTo>
                    <a:pt x="2777770" y="1990213"/>
                  </a:lnTo>
                  <a:lnTo>
                    <a:pt x="2825172" y="2007463"/>
                  </a:lnTo>
                  <a:lnTo>
                    <a:pt x="2872746" y="2024351"/>
                  </a:lnTo>
                  <a:lnTo>
                    <a:pt x="2920490" y="2040877"/>
                  </a:lnTo>
                  <a:lnTo>
                    <a:pt x="2968404" y="2057038"/>
                  </a:lnTo>
                  <a:lnTo>
                    <a:pt x="3016484" y="2072832"/>
                  </a:lnTo>
                  <a:lnTo>
                    <a:pt x="3064731" y="2088259"/>
                  </a:lnTo>
                  <a:lnTo>
                    <a:pt x="3113142" y="2103316"/>
                  </a:lnTo>
                  <a:lnTo>
                    <a:pt x="3161715" y="2118002"/>
                  </a:lnTo>
                  <a:lnTo>
                    <a:pt x="3210448" y="2132315"/>
                  </a:lnTo>
                  <a:lnTo>
                    <a:pt x="3259341" y="2146253"/>
                  </a:lnTo>
                  <a:lnTo>
                    <a:pt x="3308391" y="2159815"/>
                  </a:lnTo>
                  <a:lnTo>
                    <a:pt x="3357597" y="2172999"/>
                  </a:lnTo>
                  <a:lnTo>
                    <a:pt x="3406957" y="2185804"/>
                  </a:lnTo>
                  <a:lnTo>
                    <a:pt x="3456469" y="2198227"/>
                  </a:lnTo>
                  <a:lnTo>
                    <a:pt x="3506132" y="2210268"/>
                  </a:lnTo>
                  <a:lnTo>
                    <a:pt x="3555944" y="2221924"/>
                  </a:lnTo>
                  <a:lnTo>
                    <a:pt x="3605904" y="2233194"/>
                  </a:lnTo>
                  <a:lnTo>
                    <a:pt x="3656009" y="2244076"/>
                  </a:lnTo>
                  <a:lnTo>
                    <a:pt x="3706259" y="2254568"/>
                  </a:lnTo>
                  <a:lnTo>
                    <a:pt x="3756651" y="2264669"/>
                  </a:lnTo>
                  <a:lnTo>
                    <a:pt x="3807184" y="2274378"/>
                  </a:lnTo>
                  <a:lnTo>
                    <a:pt x="3857856" y="2283692"/>
                  </a:lnTo>
                  <a:lnTo>
                    <a:pt x="3908665" y="2292609"/>
                  </a:lnTo>
                  <a:lnTo>
                    <a:pt x="3959611" y="2301130"/>
                  </a:lnTo>
                  <a:lnTo>
                    <a:pt x="4010690" y="2309250"/>
                  </a:lnTo>
                  <a:lnTo>
                    <a:pt x="4061902" y="2316970"/>
                  </a:lnTo>
                  <a:lnTo>
                    <a:pt x="4113245" y="2324286"/>
                  </a:lnTo>
                  <a:lnTo>
                    <a:pt x="4164717" y="2331199"/>
                  </a:lnTo>
                  <a:lnTo>
                    <a:pt x="4216317" y="2337705"/>
                  </a:lnTo>
                  <a:lnTo>
                    <a:pt x="4268043" y="2343803"/>
                  </a:lnTo>
                  <a:lnTo>
                    <a:pt x="4319893" y="2349492"/>
                  </a:lnTo>
                  <a:lnTo>
                    <a:pt x="4371865" y="2354770"/>
                  </a:lnTo>
                  <a:lnTo>
                    <a:pt x="4423958" y="2359636"/>
                  </a:lnTo>
                  <a:lnTo>
                    <a:pt x="4476171" y="2364086"/>
                  </a:lnTo>
                  <a:lnTo>
                    <a:pt x="4528501" y="2368121"/>
                  </a:lnTo>
                  <a:lnTo>
                    <a:pt x="4580947" y="2371739"/>
                  </a:lnTo>
                  <a:lnTo>
                    <a:pt x="4633507" y="2374936"/>
                  </a:lnTo>
                  <a:lnTo>
                    <a:pt x="4686180" y="2377713"/>
                  </a:lnTo>
                  <a:lnTo>
                    <a:pt x="4738964" y="2380067"/>
                  </a:lnTo>
                  <a:lnTo>
                    <a:pt x="4791858" y="2381997"/>
                  </a:lnTo>
                  <a:lnTo>
                    <a:pt x="4844859" y="2383501"/>
                  </a:lnTo>
                  <a:lnTo>
                    <a:pt x="4897966" y="2384577"/>
                  </a:lnTo>
                  <a:lnTo>
                    <a:pt x="4951177" y="2385224"/>
                  </a:lnTo>
                  <a:lnTo>
                    <a:pt x="5004491" y="2385441"/>
                  </a:lnTo>
                  <a:lnTo>
                    <a:pt x="5057805" y="2385224"/>
                  </a:lnTo>
                  <a:lnTo>
                    <a:pt x="5111016" y="2384577"/>
                  </a:lnTo>
                  <a:lnTo>
                    <a:pt x="5164123" y="2383501"/>
                  </a:lnTo>
                  <a:lnTo>
                    <a:pt x="5217124" y="2381997"/>
                  </a:lnTo>
                  <a:lnTo>
                    <a:pt x="5270017" y="2380067"/>
                  </a:lnTo>
                  <a:lnTo>
                    <a:pt x="5322801" y="2377713"/>
                  </a:lnTo>
                  <a:lnTo>
                    <a:pt x="5375475" y="2374936"/>
                  </a:lnTo>
                  <a:lnTo>
                    <a:pt x="5428035" y="2371739"/>
                  </a:lnTo>
                  <a:lnTo>
                    <a:pt x="5480481" y="2368121"/>
                  </a:lnTo>
                  <a:lnTo>
                    <a:pt x="5532811" y="2364086"/>
                  </a:lnTo>
                  <a:lnTo>
                    <a:pt x="5585024" y="2359636"/>
                  </a:lnTo>
                  <a:lnTo>
                    <a:pt x="5637117" y="2354770"/>
                  </a:lnTo>
                  <a:lnTo>
                    <a:pt x="5689089" y="2349492"/>
                  </a:lnTo>
                  <a:lnTo>
                    <a:pt x="5740939" y="2343803"/>
                  </a:lnTo>
                  <a:lnTo>
                    <a:pt x="5792665" y="2337705"/>
                  </a:lnTo>
                  <a:lnTo>
                    <a:pt x="5844265" y="2331199"/>
                  </a:lnTo>
                  <a:lnTo>
                    <a:pt x="5895737" y="2324286"/>
                  </a:lnTo>
                  <a:lnTo>
                    <a:pt x="5947080" y="2316970"/>
                  </a:lnTo>
                  <a:lnTo>
                    <a:pt x="5998292" y="2309250"/>
                  </a:lnTo>
                  <a:lnTo>
                    <a:pt x="6049371" y="2301130"/>
                  </a:lnTo>
                  <a:lnTo>
                    <a:pt x="6100317" y="2292609"/>
                  </a:lnTo>
                  <a:lnTo>
                    <a:pt x="6151126" y="2283692"/>
                  </a:lnTo>
                  <a:lnTo>
                    <a:pt x="6201798" y="2274378"/>
                  </a:lnTo>
                  <a:lnTo>
                    <a:pt x="6252331" y="2264669"/>
                  </a:lnTo>
                  <a:lnTo>
                    <a:pt x="6302723" y="2254568"/>
                  </a:lnTo>
                  <a:lnTo>
                    <a:pt x="6352973" y="2244076"/>
                  </a:lnTo>
                  <a:lnTo>
                    <a:pt x="6403078" y="2233194"/>
                  </a:lnTo>
                  <a:lnTo>
                    <a:pt x="6453038" y="2221924"/>
                  </a:lnTo>
                  <a:lnTo>
                    <a:pt x="6502850" y="2210268"/>
                  </a:lnTo>
                  <a:lnTo>
                    <a:pt x="6552513" y="2198227"/>
                  </a:lnTo>
                  <a:lnTo>
                    <a:pt x="6602025" y="2185804"/>
                  </a:lnTo>
                  <a:lnTo>
                    <a:pt x="6651385" y="2172999"/>
                  </a:lnTo>
                  <a:lnTo>
                    <a:pt x="6700591" y="2159815"/>
                  </a:lnTo>
                  <a:lnTo>
                    <a:pt x="6749641" y="2146253"/>
                  </a:lnTo>
                  <a:lnTo>
                    <a:pt x="6798534" y="2132315"/>
                  </a:lnTo>
                  <a:lnTo>
                    <a:pt x="6847267" y="2118002"/>
                  </a:lnTo>
                  <a:lnTo>
                    <a:pt x="6895840" y="2103316"/>
                  </a:lnTo>
                  <a:lnTo>
                    <a:pt x="6944251" y="2088259"/>
                  </a:lnTo>
                  <a:lnTo>
                    <a:pt x="6992497" y="2072832"/>
                  </a:lnTo>
                  <a:lnTo>
                    <a:pt x="7040578" y="2057038"/>
                  </a:lnTo>
                  <a:lnTo>
                    <a:pt x="7088492" y="2040877"/>
                  </a:lnTo>
                  <a:lnTo>
                    <a:pt x="7136236" y="2024351"/>
                  </a:lnTo>
                  <a:lnTo>
                    <a:pt x="7183810" y="2007463"/>
                  </a:lnTo>
                  <a:lnTo>
                    <a:pt x="7231212" y="1990213"/>
                  </a:lnTo>
                  <a:lnTo>
                    <a:pt x="7278439" y="1972603"/>
                  </a:lnTo>
                  <a:lnTo>
                    <a:pt x="7325491" y="1954636"/>
                  </a:lnTo>
                  <a:lnTo>
                    <a:pt x="7372366" y="1936312"/>
                  </a:lnTo>
                  <a:lnTo>
                    <a:pt x="7419062" y="1917633"/>
                  </a:lnTo>
                  <a:lnTo>
                    <a:pt x="7465577" y="1898602"/>
                  </a:lnTo>
                  <a:lnTo>
                    <a:pt x="7511910" y="1879219"/>
                  </a:lnTo>
                  <a:lnTo>
                    <a:pt x="7558058" y="1859486"/>
                  </a:lnTo>
                  <a:lnTo>
                    <a:pt x="7604022" y="1839405"/>
                  </a:lnTo>
                  <a:lnTo>
                    <a:pt x="7649798" y="1818978"/>
                  </a:lnTo>
                  <a:lnTo>
                    <a:pt x="7695385" y="1798206"/>
                  </a:lnTo>
                  <a:lnTo>
                    <a:pt x="7740782" y="1777091"/>
                  </a:lnTo>
                  <a:lnTo>
                    <a:pt x="7785986" y="1755634"/>
                  </a:lnTo>
                  <a:lnTo>
                    <a:pt x="7830997" y="1733838"/>
                  </a:lnTo>
                  <a:lnTo>
                    <a:pt x="7875812" y="1711704"/>
                  </a:lnTo>
                  <a:lnTo>
                    <a:pt x="7920429" y="1689233"/>
                  </a:lnTo>
                  <a:lnTo>
                    <a:pt x="7964848" y="1666427"/>
                  </a:lnTo>
                  <a:lnTo>
                    <a:pt x="8009067" y="1643288"/>
                  </a:lnTo>
                  <a:lnTo>
                    <a:pt x="8053083" y="1619818"/>
                  </a:lnTo>
                  <a:lnTo>
                    <a:pt x="8096896" y="1596018"/>
                  </a:lnTo>
                  <a:lnTo>
                    <a:pt x="8140503" y="1571890"/>
                  </a:lnTo>
                  <a:lnTo>
                    <a:pt x="8183903" y="1547435"/>
                  </a:lnTo>
                  <a:lnTo>
                    <a:pt x="8227094" y="1522655"/>
                  </a:lnTo>
                  <a:lnTo>
                    <a:pt x="8270074" y="1497553"/>
                  </a:lnTo>
                  <a:lnTo>
                    <a:pt x="8312843" y="1472128"/>
                  </a:lnTo>
                  <a:lnTo>
                    <a:pt x="8355398" y="1446384"/>
                  </a:lnTo>
                  <a:lnTo>
                    <a:pt x="8397737" y="1420322"/>
                  </a:lnTo>
                  <a:lnTo>
                    <a:pt x="8439859" y="1393943"/>
                  </a:lnTo>
                  <a:lnTo>
                    <a:pt x="8481763" y="1367249"/>
                  </a:lnTo>
                  <a:lnTo>
                    <a:pt x="8523446" y="1340242"/>
                  </a:lnTo>
                  <a:lnTo>
                    <a:pt x="8564907" y="1312923"/>
                  </a:lnTo>
                  <a:lnTo>
                    <a:pt x="8606144" y="1285294"/>
                  </a:lnTo>
                  <a:lnTo>
                    <a:pt x="8647156" y="1257357"/>
                  </a:lnTo>
                  <a:lnTo>
                    <a:pt x="8687941" y="1229113"/>
                  </a:lnTo>
                  <a:lnTo>
                    <a:pt x="8728497" y="1200565"/>
                  </a:lnTo>
                  <a:lnTo>
                    <a:pt x="8768823" y="1171713"/>
                  </a:lnTo>
                  <a:lnTo>
                    <a:pt x="8808917" y="1142560"/>
                  </a:lnTo>
                  <a:lnTo>
                    <a:pt x="8848777" y="1113106"/>
                  </a:lnTo>
                  <a:lnTo>
                    <a:pt x="8888402" y="1083354"/>
                  </a:lnTo>
                  <a:lnTo>
                    <a:pt x="8927790" y="1053306"/>
                  </a:lnTo>
                  <a:lnTo>
                    <a:pt x="8966940" y="1022962"/>
                  </a:lnTo>
                  <a:lnTo>
                    <a:pt x="9005849" y="992325"/>
                  </a:lnTo>
                  <a:lnTo>
                    <a:pt x="9044516" y="961397"/>
                  </a:lnTo>
                  <a:lnTo>
                    <a:pt x="9082939" y="930178"/>
                  </a:lnTo>
                  <a:lnTo>
                    <a:pt x="9121117" y="898671"/>
                  </a:lnTo>
                  <a:lnTo>
                    <a:pt x="9159048" y="866877"/>
                  </a:lnTo>
                  <a:lnTo>
                    <a:pt x="9196731" y="834799"/>
                  </a:lnTo>
                  <a:lnTo>
                    <a:pt x="9234163" y="802436"/>
                  </a:lnTo>
                  <a:lnTo>
                    <a:pt x="9271344" y="769793"/>
                  </a:lnTo>
                  <a:lnTo>
                    <a:pt x="9308271" y="736868"/>
                  </a:lnTo>
                  <a:lnTo>
                    <a:pt x="9344943" y="703666"/>
                  </a:lnTo>
                  <a:lnTo>
                    <a:pt x="9381358" y="670187"/>
                  </a:lnTo>
                  <a:lnTo>
                    <a:pt x="9417514" y="636432"/>
                  </a:lnTo>
                  <a:lnTo>
                    <a:pt x="9453410" y="602405"/>
                  </a:lnTo>
                  <a:lnTo>
                    <a:pt x="9489044" y="568105"/>
                  </a:lnTo>
                  <a:lnTo>
                    <a:pt x="9524415" y="533535"/>
                  </a:lnTo>
                  <a:lnTo>
                    <a:pt x="9559521" y="498697"/>
                  </a:lnTo>
                  <a:lnTo>
                    <a:pt x="9594359" y="463592"/>
                  </a:lnTo>
                  <a:lnTo>
                    <a:pt x="9628930" y="428221"/>
                  </a:lnTo>
                  <a:lnTo>
                    <a:pt x="9663230" y="392587"/>
                  </a:lnTo>
                  <a:lnTo>
                    <a:pt x="9697258" y="356692"/>
                  </a:lnTo>
                  <a:lnTo>
                    <a:pt x="9731013" y="320536"/>
                  </a:lnTo>
                  <a:lnTo>
                    <a:pt x="9764493" y="284121"/>
                  </a:lnTo>
                  <a:lnTo>
                    <a:pt x="9797696" y="247450"/>
                  </a:lnTo>
                  <a:lnTo>
                    <a:pt x="9830620" y="210524"/>
                  </a:lnTo>
                  <a:lnTo>
                    <a:pt x="9863265" y="173344"/>
                  </a:lnTo>
                  <a:lnTo>
                    <a:pt x="9895628" y="135911"/>
                  </a:lnTo>
                  <a:lnTo>
                    <a:pt x="9927707" y="98229"/>
                  </a:lnTo>
                  <a:lnTo>
                    <a:pt x="9959501" y="60298"/>
                  </a:lnTo>
                  <a:lnTo>
                    <a:pt x="9991009" y="22120"/>
                  </a:lnTo>
                  <a:lnTo>
                    <a:pt x="10008982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499488" y="0"/>
              <a:ext cx="7289165" cy="1397000"/>
            </a:xfrm>
            <a:custGeom>
              <a:avLst/>
              <a:gdLst/>
              <a:ahLst/>
              <a:cxnLst/>
              <a:rect l="l" t="t" r="r" b="b"/>
              <a:pathLst>
                <a:path w="7289165" h="1397000">
                  <a:moveTo>
                    <a:pt x="7289022" y="0"/>
                  </a:moveTo>
                  <a:lnTo>
                    <a:pt x="0" y="0"/>
                  </a:lnTo>
                  <a:lnTo>
                    <a:pt x="33241" y="29645"/>
                  </a:lnTo>
                  <a:lnTo>
                    <a:pt x="66914" y="59186"/>
                  </a:lnTo>
                  <a:lnTo>
                    <a:pt x="100832" y="88453"/>
                  </a:lnTo>
                  <a:lnTo>
                    <a:pt x="134991" y="117446"/>
                  </a:lnTo>
                  <a:lnTo>
                    <a:pt x="169391" y="146163"/>
                  </a:lnTo>
                  <a:lnTo>
                    <a:pt x="204030" y="174602"/>
                  </a:lnTo>
                  <a:lnTo>
                    <a:pt x="238905" y="202760"/>
                  </a:lnTo>
                  <a:lnTo>
                    <a:pt x="274016" y="230638"/>
                  </a:lnTo>
                  <a:lnTo>
                    <a:pt x="309360" y="258231"/>
                  </a:lnTo>
                  <a:lnTo>
                    <a:pt x="344936" y="285540"/>
                  </a:lnTo>
                  <a:lnTo>
                    <a:pt x="380742" y="312563"/>
                  </a:lnTo>
                  <a:lnTo>
                    <a:pt x="416776" y="339296"/>
                  </a:lnTo>
                  <a:lnTo>
                    <a:pt x="453037" y="365740"/>
                  </a:lnTo>
                  <a:lnTo>
                    <a:pt x="489523" y="391892"/>
                  </a:lnTo>
                  <a:lnTo>
                    <a:pt x="526232" y="417750"/>
                  </a:lnTo>
                  <a:lnTo>
                    <a:pt x="563162" y="443313"/>
                  </a:lnTo>
                  <a:lnTo>
                    <a:pt x="600312" y="468579"/>
                  </a:lnTo>
                  <a:lnTo>
                    <a:pt x="637680" y="493546"/>
                  </a:lnTo>
                  <a:lnTo>
                    <a:pt x="675265" y="518213"/>
                  </a:lnTo>
                  <a:lnTo>
                    <a:pt x="713064" y="542578"/>
                  </a:lnTo>
                  <a:lnTo>
                    <a:pt x="751076" y="566639"/>
                  </a:lnTo>
                  <a:lnTo>
                    <a:pt x="789299" y="590394"/>
                  </a:lnTo>
                  <a:lnTo>
                    <a:pt x="827732" y="613842"/>
                  </a:lnTo>
                  <a:lnTo>
                    <a:pt x="866372" y="636980"/>
                  </a:lnTo>
                  <a:lnTo>
                    <a:pt x="905218" y="659809"/>
                  </a:lnTo>
                  <a:lnTo>
                    <a:pt x="944269" y="682324"/>
                  </a:lnTo>
                  <a:lnTo>
                    <a:pt x="983522" y="704526"/>
                  </a:lnTo>
                  <a:lnTo>
                    <a:pt x="1022976" y="726411"/>
                  </a:lnTo>
                  <a:lnTo>
                    <a:pt x="1062629" y="747979"/>
                  </a:lnTo>
                  <a:lnTo>
                    <a:pt x="1102480" y="769228"/>
                  </a:lnTo>
                  <a:lnTo>
                    <a:pt x="1142526" y="790156"/>
                  </a:lnTo>
                  <a:lnTo>
                    <a:pt x="1182767" y="810761"/>
                  </a:lnTo>
                  <a:lnTo>
                    <a:pt x="1223199" y="831041"/>
                  </a:lnTo>
                  <a:lnTo>
                    <a:pt x="1263822" y="850995"/>
                  </a:lnTo>
                  <a:lnTo>
                    <a:pt x="1304634" y="870621"/>
                  </a:lnTo>
                  <a:lnTo>
                    <a:pt x="1345634" y="889918"/>
                  </a:lnTo>
                  <a:lnTo>
                    <a:pt x="1386818" y="908884"/>
                  </a:lnTo>
                  <a:lnTo>
                    <a:pt x="1428187" y="927516"/>
                  </a:lnTo>
                  <a:lnTo>
                    <a:pt x="1469737" y="945813"/>
                  </a:lnTo>
                  <a:lnTo>
                    <a:pt x="1511467" y="963774"/>
                  </a:lnTo>
                  <a:lnTo>
                    <a:pt x="1553376" y="981397"/>
                  </a:lnTo>
                  <a:lnTo>
                    <a:pt x="1595462" y="998680"/>
                  </a:lnTo>
                  <a:lnTo>
                    <a:pt x="1637723" y="1015621"/>
                  </a:lnTo>
                  <a:lnTo>
                    <a:pt x="1680158" y="1032219"/>
                  </a:lnTo>
                  <a:lnTo>
                    <a:pt x="1722764" y="1048472"/>
                  </a:lnTo>
                  <a:lnTo>
                    <a:pt x="1765540" y="1064378"/>
                  </a:lnTo>
                  <a:lnTo>
                    <a:pt x="1808484" y="1079935"/>
                  </a:lnTo>
                  <a:lnTo>
                    <a:pt x="1851595" y="1095143"/>
                  </a:lnTo>
                  <a:lnTo>
                    <a:pt x="1894871" y="1109998"/>
                  </a:lnTo>
                  <a:lnTo>
                    <a:pt x="1938309" y="1124500"/>
                  </a:lnTo>
                  <a:lnTo>
                    <a:pt x="1981909" y="1138646"/>
                  </a:lnTo>
                  <a:lnTo>
                    <a:pt x="2025669" y="1152435"/>
                  </a:lnTo>
                  <a:lnTo>
                    <a:pt x="2069587" y="1165865"/>
                  </a:lnTo>
                  <a:lnTo>
                    <a:pt x="2113661" y="1178935"/>
                  </a:lnTo>
                  <a:lnTo>
                    <a:pt x="2157889" y="1191643"/>
                  </a:lnTo>
                  <a:lnTo>
                    <a:pt x="2202271" y="1203986"/>
                  </a:lnTo>
                  <a:lnTo>
                    <a:pt x="2246803" y="1215964"/>
                  </a:lnTo>
                  <a:lnTo>
                    <a:pt x="2291485" y="1227575"/>
                  </a:lnTo>
                  <a:lnTo>
                    <a:pt x="2336314" y="1238816"/>
                  </a:lnTo>
                  <a:lnTo>
                    <a:pt x="2381289" y="1249687"/>
                  </a:lnTo>
                  <a:lnTo>
                    <a:pt x="2426409" y="1260185"/>
                  </a:lnTo>
                  <a:lnTo>
                    <a:pt x="2471671" y="1270309"/>
                  </a:lnTo>
                  <a:lnTo>
                    <a:pt x="2517074" y="1280057"/>
                  </a:lnTo>
                  <a:lnTo>
                    <a:pt x="2562615" y="1289427"/>
                  </a:lnTo>
                  <a:lnTo>
                    <a:pt x="2608295" y="1298417"/>
                  </a:lnTo>
                  <a:lnTo>
                    <a:pt x="2654109" y="1307027"/>
                  </a:lnTo>
                  <a:lnTo>
                    <a:pt x="2700058" y="1315254"/>
                  </a:lnTo>
                  <a:lnTo>
                    <a:pt x="2746139" y="1323096"/>
                  </a:lnTo>
                  <a:lnTo>
                    <a:pt x="2792351" y="1330552"/>
                  </a:lnTo>
                  <a:lnTo>
                    <a:pt x="2838691" y="1337620"/>
                  </a:lnTo>
                  <a:lnTo>
                    <a:pt x="2885158" y="1344298"/>
                  </a:lnTo>
                  <a:lnTo>
                    <a:pt x="2931750" y="1350584"/>
                  </a:lnTo>
                  <a:lnTo>
                    <a:pt x="2978467" y="1356478"/>
                  </a:lnTo>
                  <a:lnTo>
                    <a:pt x="3025305" y="1361977"/>
                  </a:lnTo>
                  <a:lnTo>
                    <a:pt x="3072263" y="1367079"/>
                  </a:lnTo>
                  <a:lnTo>
                    <a:pt x="3119340" y="1371783"/>
                  </a:lnTo>
                  <a:lnTo>
                    <a:pt x="3166533" y="1376086"/>
                  </a:lnTo>
                  <a:lnTo>
                    <a:pt x="3213841" y="1379988"/>
                  </a:lnTo>
                  <a:lnTo>
                    <a:pt x="3261263" y="1383487"/>
                  </a:lnTo>
                  <a:lnTo>
                    <a:pt x="3308797" y="1386580"/>
                  </a:lnTo>
                  <a:lnTo>
                    <a:pt x="3356440" y="1389267"/>
                  </a:lnTo>
                  <a:lnTo>
                    <a:pt x="3404191" y="1391545"/>
                  </a:lnTo>
                  <a:lnTo>
                    <a:pt x="3452049" y="1393413"/>
                  </a:lnTo>
                  <a:lnTo>
                    <a:pt x="3500012" y="1394868"/>
                  </a:lnTo>
                  <a:lnTo>
                    <a:pt x="3548077" y="1395910"/>
                  </a:lnTo>
                  <a:lnTo>
                    <a:pt x="3596244" y="1396536"/>
                  </a:lnTo>
                  <a:lnTo>
                    <a:pt x="3644511" y="1396746"/>
                  </a:lnTo>
                  <a:lnTo>
                    <a:pt x="3692777" y="1396536"/>
                  </a:lnTo>
                  <a:lnTo>
                    <a:pt x="3740944" y="1395910"/>
                  </a:lnTo>
                  <a:lnTo>
                    <a:pt x="3789010" y="1394868"/>
                  </a:lnTo>
                  <a:lnTo>
                    <a:pt x="3836972" y="1393413"/>
                  </a:lnTo>
                  <a:lnTo>
                    <a:pt x="3884830" y="1391545"/>
                  </a:lnTo>
                  <a:lnTo>
                    <a:pt x="3932581" y="1389267"/>
                  </a:lnTo>
                  <a:lnTo>
                    <a:pt x="3980225" y="1386580"/>
                  </a:lnTo>
                  <a:lnTo>
                    <a:pt x="4027758" y="1383487"/>
                  </a:lnTo>
                  <a:lnTo>
                    <a:pt x="4075180" y="1379988"/>
                  </a:lnTo>
                  <a:lnTo>
                    <a:pt x="4122488" y="1376086"/>
                  </a:lnTo>
                  <a:lnTo>
                    <a:pt x="4169682" y="1371783"/>
                  </a:lnTo>
                  <a:lnTo>
                    <a:pt x="4216758" y="1367079"/>
                  </a:lnTo>
                  <a:lnTo>
                    <a:pt x="4263717" y="1361977"/>
                  </a:lnTo>
                  <a:lnTo>
                    <a:pt x="4310555" y="1356478"/>
                  </a:lnTo>
                  <a:lnTo>
                    <a:pt x="4357271" y="1350584"/>
                  </a:lnTo>
                  <a:lnTo>
                    <a:pt x="4403863" y="1344298"/>
                  </a:lnTo>
                  <a:lnTo>
                    <a:pt x="4450331" y="1337620"/>
                  </a:lnTo>
                  <a:lnTo>
                    <a:pt x="4496671" y="1330552"/>
                  </a:lnTo>
                  <a:lnTo>
                    <a:pt x="4542882" y="1323096"/>
                  </a:lnTo>
                  <a:lnTo>
                    <a:pt x="4588963" y="1315254"/>
                  </a:lnTo>
                  <a:lnTo>
                    <a:pt x="4634912" y="1307027"/>
                  </a:lnTo>
                  <a:lnTo>
                    <a:pt x="4680727" y="1298417"/>
                  </a:lnTo>
                  <a:lnTo>
                    <a:pt x="4726406" y="1289427"/>
                  </a:lnTo>
                  <a:lnTo>
                    <a:pt x="4771948" y="1280057"/>
                  </a:lnTo>
                  <a:lnTo>
                    <a:pt x="4817350" y="1270309"/>
                  </a:lnTo>
                  <a:lnTo>
                    <a:pt x="4862612" y="1260185"/>
                  </a:lnTo>
                  <a:lnTo>
                    <a:pt x="4907732" y="1249687"/>
                  </a:lnTo>
                  <a:lnTo>
                    <a:pt x="4952707" y="1238816"/>
                  </a:lnTo>
                  <a:lnTo>
                    <a:pt x="4997537" y="1227575"/>
                  </a:lnTo>
                  <a:lnTo>
                    <a:pt x="5042218" y="1215964"/>
                  </a:lnTo>
                  <a:lnTo>
                    <a:pt x="5086751" y="1203986"/>
                  </a:lnTo>
                  <a:lnTo>
                    <a:pt x="5131132" y="1191643"/>
                  </a:lnTo>
                  <a:lnTo>
                    <a:pt x="5175360" y="1178935"/>
                  </a:lnTo>
                  <a:lnTo>
                    <a:pt x="5219434" y="1165865"/>
                  </a:lnTo>
                  <a:lnTo>
                    <a:pt x="5263352" y="1152435"/>
                  </a:lnTo>
                  <a:lnTo>
                    <a:pt x="5307112" y="1138646"/>
                  </a:lnTo>
                  <a:lnTo>
                    <a:pt x="5350712" y="1124500"/>
                  </a:lnTo>
                  <a:lnTo>
                    <a:pt x="5394151" y="1109998"/>
                  </a:lnTo>
                  <a:lnTo>
                    <a:pt x="5437426" y="1095143"/>
                  </a:lnTo>
                  <a:lnTo>
                    <a:pt x="5480537" y="1079935"/>
                  </a:lnTo>
                  <a:lnTo>
                    <a:pt x="5523481" y="1064378"/>
                  </a:lnTo>
                  <a:lnTo>
                    <a:pt x="5566258" y="1048472"/>
                  </a:lnTo>
                  <a:lnTo>
                    <a:pt x="5608864" y="1032219"/>
                  </a:lnTo>
                  <a:lnTo>
                    <a:pt x="5651298" y="1015621"/>
                  </a:lnTo>
                  <a:lnTo>
                    <a:pt x="5693559" y="998680"/>
                  </a:lnTo>
                  <a:lnTo>
                    <a:pt x="5735645" y="981397"/>
                  </a:lnTo>
                  <a:lnTo>
                    <a:pt x="5777554" y="963774"/>
                  </a:lnTo>
                  <a:lnTo>
                    <a:pt x="5819285" y="945813"/>
                  </a:lnTo>
                  <a:lnTo>
                    <a:pt x="5860835" y="927516"/>
                  </a:lnTo>
                  <a:lnTo>
                    <a:pt x="5902203" y="908884"/>
                  </a:lnTo>
                  <a:lnTo>
                    <a:pt x="5943388" y="889918"/>
                  </a:lnTo>
                  <a:lnTo>
                    <a:pt x="5984387" y="870621"/>
                  </a:lnTo>
                  <a:lnTo>
                    <a:pt x="6025199" y="850995"/>
                  </a:lnTo>
                  <a:lnTo>
                    <a:pt x="6065822" y="831041"/>
                  </a:lnTo>
                  <a:lnTo>
                    <a:pt x="6106255" y="810761"/>
                  </a:lnTo>
                  <a:lnTo>
                    <a:pt x="6146495" y="790156"/>
                  </a:lnTo>
                  <a:lnTo>
                    <a:pt x="6186541" y="769228"/>
                  </a:lnTo>
                  <a:lnTo>
                    <a:pt x="6226392" y="747979"/>
                  </a:lnTo>
                  <a:lnTo>
                    <a:pt x="6266045" y="726411"/>
                  </a:lnTo>
                  <a:lnTo>
                    <a:pt x="6305499" y="704526"/>
                  </a:lnTo>
                  <a:lnTo>
                    <a:pt x="6344753" y="682324"/>
                  </a:lnTo>
                  <a:lnTo>
                    <a:pt x="6383803" y="659809"/>
                  </a:lnTo>
                  <a:lnTo>
                    <a:pt x="6422649" y="636980"/>
                  </a:lnTo>
                  <a:lnTo>
                    <a:pt x="6461290" y="613842"/>
                  </a:lnTo>
                  <a:lnTo>
                    <a:pt x="6499722" y="590394"/>
                  </a:lnTo>
                  <a:lnTo>
                    <a:pt x="6537945" y="566639"/>
                  </a:lnTo>
                  <a:lnTo>
                    <a:pt x="6575957" y="542578"/>
                  </a:lnTo>
                  <a:lnTo>
                    <a:pt x="6613757" y="518213"/>
                  </a:lnTo>
                  <a:lnTo>
                    <a:pt x="6651341" y="493546"/>
                  </a:lnTo>
                  <a:lnTo>
                    <a:pt x="6688709" y="468579"/>
                  </a:lnTo>
                  <a:lnTo>
                    <a:pt x="6725859" y="443313"/>
                  </a:lnTo>
                  <a:lnTo>
                    <a:pt x="6762790" y="417750"/>
                  </a:lnTo>
                  <a:lnTo>
                    <a:pt x="6799499" y="391892"/>
                  </a:lnTo>
                  <a:lnTo>
                    <a:pt x="6835984" y="365740"/>
                  </a:lnTo>
                  <a:lnTo>
                    <a:pt x="6872245" y="339296"/>
                  </a:lnTo>
                  <a:lnTo>
                    <a:pt x="6908280" y="312563"/>
                  </a:lnTo>
                  <a:lnTo>
                    <a:pt x="6944085" y="285540"/>
                  </a:lnTo>
                  <a:lnTo>
                    <a:pt x="6979661" y="258231"/>
                  </a:lnTo>
                  <a:lnTo>
                    <a:pt x="7015005" y="230638"/>
                  </a:lnTo>
                  <a:lnTo>
                    <a:pt x="7050116" y="202760"/>
                  </a:lnTo>
                  <a:lnTo>
                    <a:pt x="7084991" y="174602"/>
                  </a:lnTo>
                  <a:lnTo>
                    <a:pt x="7119630" y="146163"/>
                  </a:lnTo>
                  <a:lnTo>
                    <a:pt x="7154030" y="117446"/>
                  </a:lnTo>
                  <a:lnTo>
                    <a:pt x="7188189" y="88453"/>
                  </a:lnTo>
                  <a:lnTo>
                    <a:pt x="7222107" y="59186"/>
                  </a:lnTo>
                  <a:lnTo>
                    <a:pt x="7255781" y="29645"/>
                  </a:lnTo>
                  <a:lnTo>
                    <a:pt x="72890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7491837" y="8458454"/>
            <a:ext cx="796290" cy="800100"/>
          </a:xfrm>
          <a:custGeom>
            <a:avLst/>
            <a:gdLst/>
            <a:ahLst/>
            <a:cxnLst/>
            <a:rect l="l" t="t" r="r" b="b"/>
            <a:pathLst>
              <a:path w="796290" h="800100">
                <a:moveTo>
                  <a:pt x="796163" y="0"/>
                </a:moveTo>
                <a:lnTo>
                  <a:pt x="80009" y="0"/>
                </a:lnTo>
                <a:lnTo>
                  <a:pt x="64337" y="1543"/>
                </a:lnTo>
                <a:lnTo>
                  <a:pt x="23368" y="23368"/>
                </a:lnTo>
                <a:lnTo>
                  <a:pt x="1543" y="64337"/>
                </a:lnTo>
                <a:lnTo>
                  <a:pt x="0" y="80010"/>
                </a:lnTo>
                <a:lnTo>
                  <a:pt x="0" y="719797"/>
                </a:lnTo>
                <a:lnTo>
                  <a:pt x="13394" y="764210"/>
                </a:lnTo>
                <a:lnTo>
                  <a:pt x="49403" y="793753"/>
                </a:lnTo>
                <a:lnTo>
                  <a:pt x="80009" y="799846"/>
                </a:lnTo>
                <a:lnTo>
                  <a:pt x="796163" y="799846"/>
                </a:lnTo>
                <a:lnTo>
                  <a:pt x="796163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382790" y="392164"/>
            <a:ext cx="14703425" cy="9895205"/>
            <a:chOff x="382790" y="392164"/>
            <a:chExt cx="14703425" cy="989520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2790" y="420776"/>
              <a:ext cx="14703425" cy="98662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09108" y="392164"/>
              <a:ext cx="13335" cy="536575"/>
            </a:xfrm>
            <a:custGeom>
              <a:avLst/>
              <a:gdLst/>
              <a:ahLst/>
              <a:cxnLst/>
              <a:rect l="l" t="t" r="r" b="b"/>
              <a:pathLst>
                <a:path w="13334" h="536575">
                  <a:moveTo>
                    <a:pt x="12864" y="0"/>
                  </a:moveTo>
                  <a:lnTo>
                    <a:pt x="0" y="0"/>
                  </a:lnTo>
                  <a:lnTo>
                    <a:pt x="0" y="536202"/>
                  </a:lnTo>
                  <a:lnTo>
                    <a:pt x="12864" y="536202"/>
                  </a:lnTo>
                  <a:lnTo>
                    <a:pt x="12864" y="0"/>
                  </a:lnTo>
                  <a:close/>
                </a:path>
              </a:pathLst>
            </a:custGeom>
            <a:solidFill>
              <a:srgbClr val="276A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1661" y="534419"/>
              <a:ext cx="1009376" cy="2663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52741" y="444194"/>
              <a:ext cx="5104765" cy="6424930"/>
            </a:xfrm>
            <a:custGeom>
              <a:avLst/>
              <a:gdLst/>
              <a:ahLst/>
              <a:cxnLst/>
              <a:rect l="l" t="t" r="r" b="b"/>
              <a:pathLst>
                <a:path w="5104765" h="6424930">
                  <a:moveTo>
                    <a:pt x="263359" y="150025"/>
                  </a:moveTo>
                  <a:lnTo>
                    <a:pt x="260515" y="116814"/>
                  </a:lnTo>
                  <a:lnTo>
                    <a:pt x="260400" y="115455"/>
                  </a:lnTo>
                  <a:lnTo>
                    <a:pt x="260375" y="115138"/>
                  </a:lnTo>
                  <a:lnTo>
                    <a:pt x="251040" y="80175"/>
                  </a:lnTo>
                  <a:lnTo>
                    <a:pt x="235394" y="45262"/>
                  </a:lnTo>
                  <a:lnTo>
                    <a:pt x="223748" y="26809"/>
                  </a:lnTo>
                  <a:lnTo>
                    <a:pt x="213487" y="10541"/>
                  </a:lnTo>
                  <a:lnTo>
                    <a:pt x="205981" y="0"/>
                  </a:lnTo>
                  <a:lnTo>
                    <a:pt x="203276" y="12649"/>
                  </a:lnTo>
                  <a:lnTo>
                    <a:pt x="192633" y="35496"/>
                  </a:lnTo>
                  <a:lnTo>
                    <a:pt x="172897" y="54381"/>
                  </a:lnTo>
                  <a:lnTo>
                    <a:pt x="146786" y="70777"/>
                  </a:lnTo>
                  <a:lnTo>
                    <a:pt x="88544" y="100723"/>
                  </a:lnTo>
                  <a:lnTo>
                    <a:pt x="61556" y="116814"/>
                  </a:lnTo>
                  <a:lnTo>
                    <a:pt x="20027" y="158762"/>
                  </a:lnTo>
                  <a:lnTo>
                    <a:pt x="266" y="216192"/>
                  </a:lnTo>
                  <a:lnTo>
                    <a:pt x="254" y="218414"/>
                  </a:lnTo>
                  <a:lnTo>
                    <a:pt x="127" y="231660"/>
                  </a:lnTo>
                  <a:lnTo>
                    <a:pt x="6210" y="272034"/>
                  </a:lnTo>
                  <a:lnTo>
                    <a:pt x="33959" y="310756"/>
                  </a:lnTo>
                  <a:lnTo>
                    <a:pt x="46456" y="317525"/>
                  </a:lnTo>
                  <a:lnTo>
                    <a:pt x="46761" y="317830"/>
                  </a:lnTo>
                  <a:lnTo>
                    <a:pt x="47358" y="317830"/>
                  </a:lnTo>
                  <a:lnTo>
                    <a:pt x="47663" y="318135"/>
                  </a:lnTo>
                  <a:lnTo>
                    <a:pt x="53073" y="319938"/>
                  </a:lnTo>
                  <a:lnTo>
                    <a:pt x="75946" y="263994"/>
                  </a:lnTo>
                  <a:lnTo>
                    <a:pt x="102489" y="217170"/>
                  </a:lnTo>
                  <a:lnTo>
                    <a:pt x="130822" y="177977"/>
                  </a:lnTo>
                  <a:lnTo>
                    <a:pt x="157314" y="150329"/>
                  </a:lnTo>
                  <a:lnTo>
                    <a:pt x="158508" y="150926"/>
                  </a:lnTo>
                  <a:lnTo>
                    <a:pt x="158813" y="150926"/>
                  </a:lnTo>
                  <a:lnTo>
                    <a:pt x="166331" y="152247"/>
                  </a:lnTo>
                  <a:lnTo>
                    <a:pt x="173494" y="150558"/>
                  </a:lnTo>
                  <a:lnTo>
                    <a:pt x="173812" y="150329"/>
                  </a:lnTo>
                  <a:lnTo>
                    <a:pt x="179463" y="146278"/>
                  </a:lnTo>
                  <a:lnTo>
                    <a:pt x="182333" y="141592"/>
                  </a:lnTo>
                  <a:lnTo>
                    <a:pt x="183451" y="139788"/>
                  </a:lnTo>
                  <a:lnTo>
                    <a:pt x="184746" y="132245"/>
                  </a:lnTo>
                  <a:lnTo>
                    <a:pt x="183134" y="125323"/>
                  </a:lnTo>
                  <a:lnTo>
                    <a:pt x="183070" y="125056"/>
                  </a:lnTo>
                  <a:lnTo>
                    <a:pt x="182181" y="123825"/>
                  </a:lnTo>
                  <a:lnTo>
                    <a:pt x="178803" y="119075"/>
                  </a:lnTo>
                  <a:lnTo>
                    <a:pt x="174434" y="116382"/>
                  </a:lnTo>
                  <a:lnTo>
                    <a:pt x="174434" y="131356"/>
                  </a:lnTo>
                  <a:lnTo>
                    <a:pt x="171424" y="139788"/>
                  </a:lnTo>
                  <a:lnTo>
                    <a:pt x="166928" y="141592"/>
                  </a:lnTo>
                  <a:lnTo>
                    <a:pt x="158508" y="138582"/>
                  </a:lnTo>
                  <a:lnTo>
                    <a:pt x="156705" y="134061"/>
                  </a:lnTo>
                  <a:lnTo>
                    <a:pt x="158216" y="129844"/>
                  </a:lnTo>
                  <a:lnTo>
                    <a:pt x="159600" y="126225"/>
                  </a:lnTo>
                  <a:lnTo>
                    <a:pt x="159689" y="126009"/>
                  </a:lnTo>
                  <a:lnTo>
                    <a:pt x="159550" y="126009"/>
                  </a:lnTo>
                  <a:lnTo>
                    <a:pt x="164223" y="123825"/>
                  </a:lnTo>
                  <a:lnTo>
                    <a:pt x="172631" y="126834"/>
                  </a:lnTo>
                  <a:lnTo>
                    <a:pt x="174434" y="131356"/>
                  </a:lnTo>
                  <a:lnTo>
                    <a:pt x="174434" y="116382"/>
                  </a:lnTo>
                  <a:lnTo>
                    <a:pt x="172427" y="115138"/>
                  </a:lnTo>
                  <a:lnTo>
                    <a:pt x="172681" y="115138"/>
                  </a:lnTo>
                  <a:lnTo>
                    <a:pt x="164807" y="113779"/>
                  </a:lnTo>
                  <a:lnTo>
                    <a:pt x="145656" y="132245"/>
                  </a:lnTo>
                  <a:lnTo>
                    <a:pt x="146189" y="137680"/>
                  </a:lnTo>
                  <a:lnTo>
                    <a:pt x="148894" y="142494"/>
                  </a:lnTo>
                  <a:lnTo>
                    <a:pt x="122288" y="170421"/>
                  </a:lnTo>
                  <a:lnTo>
                    <a:pt x="94145" y="209042"/>
                  </a:lnTo>
                  <a:lnTo>
                    <a:pt x="67703" y="255054"/>
                  </a:lnTo>
                  <a:lnTo>
                    <a:pt x="46164" y="305181"/>
                  </a:lnTo>
                  <a:lnTo>
                    <a:pt x="37249" y="299135"/>
                  </a:lnTo>
                  <a:lnTo>
                    <a:pt x="29184" y="290753"/>
                  </a:lnTo>
                  <a:lnTo>
                    <a:pt x="22250" y="280390"/>
                  </a:lnTo>
                  <a:lnTo>
                    <a:pt x="16713" y="268427"/>
                  </a:lnTo>
                  <a:lnTo>
                    <a:pt x="11125" y="244208"/>
                  </a:lnTo>
                  <a:lnTo>
                    <a:pt x="11239" y="225945"/>
                  </a:lnTo>
                  <a:lnTo>
                    <a:pt x="29641" y="164795"/>
                  </a:lnTo>
                  <a:lnTo>
                    <a:pt x="68872" y="126009"/>
                  </a:lnTo>
                  <a:lnTo>
                    <a:pt x="150241" y="82143"/>
                  </a:lnTo>
                  <a:lnTo>
                    <a:pt x="175895" y="66497"/>
                  </a:lnTo>
                  <a:lnTo>
                    <a:pt x="196761" y="48488"/>
                  </a:lnTo>
                  <a:lnTo>
                    <a:pt x="210781" y="26809"/>
                  </a:lnTo>
                  <a:lnTo>
                    <a:pt x="242189" y="89789"/>
                  </a:lnTo>
                  <a:lnTo>
                    <a:pt x="251828" y="145211"/>
                  </a:lnTo>
                  <a:lnTo>
                    <a:pt x="246532" y="190893"/>
                  </a:lnTo>
                  <a:lnTo>
                    <a:pt x="246430" y="191795"/>
                  </a:lnTo>
                  <a:lnTo>
                    <a:pt x="232714" y="228269"/>
                  </a:lnTo>
                  <a:lnTo>
                    <a:pt x="188544" y="284810"/>
                  </a:lnTo>
                  <a:lnTo>
                    <a:pt x="155359" y="307924"/>
                  </a:lnTo>
                  <a:lnTo>
                    <a:pt x="90614" y="322046"/>
                  </a:lnTo>
                  <a:lnTo>
                    <a:pt x="99009" y="303517"/>
                  </a:lnTo>
                  <a:lnTo>
                    <a:pt x="108305" y="284810"/>
                  </a:lnTo>
                  <a:lnTo>
                    <a:pt x="118833" y="265239"/>
                  </a:lnTo>
                  <a:lnTo>
                    <a:pt x="130276" y="245529"/>
                  </a:lnTo>
                  <a:lnTo>
                    <a:pt x="136829" y="245948"/>
                  </a:lnTo>
                  <a:lnTo>
                    <a:pt x="138353" y="245529"/>
                  </a:lnTo>
                  <a:lnTo>
                    <a:pt x="154000" y="227545"/>
                  </a:lnTo>
                  <a:lnTo>
                    <a:pt x="152844" y="220256"/>
                  </a:lnTo>
                  <a:lnTo>
                    <a:pt x="151726" y="218414"/>
                  </a:lnTo>
                  <a:lnTo>
                    <a:pt x="149034" y="213931"/>
                  </a:lnTo>
                  <a:lnTo>
                    <a:pt x="143789" y="210045"/>
                  </a:lnTo>
                  <a:lnTo>
                    <a:pt x="143789" y="225945"/>
                  </a:lnTo>
                  <a:lnTo>
                    <a:pt x="141986" y="229857"/>
                  </a:lnTo>
                  <a:lnTo>
                    <a:pt x="141084" y="231660"/>
                  </a:lnTo>
                  <a:lnTo>
                    <a:pt x="139585" y="233172"/>
                  </a:lnTo>
                  <a:lnTo>
                    <a:pt x="137477" y="234073"/>
                  </a:lnTo>
                  <a:lnTo>
                    <a:pt x="135382" y="234683"/>
                  </a:lnTo>
                  <a:lnTo>
                    <a:pt x="133273" y="234683"/>
                  </a:lnTo>
                  <a:lnTo>
                    <a:pt x="131470" y="233781"/>
                  </a:lnTo>
                  <a:lnTo>
                    <a:pt x="127571" y="231965"/>
                  </a:lnTo>
                  <a:lnTo>
                    <a:pt x="125768" y="227152"/>
                  </a:lnTo>
                  <a:lnTo>
                    <a:pt x="127571" y="223227"/>
                  </a:lnTo>
                  <a:lnTo>
                    <a:pt x="128473" y="221119"/>
                  </a:lnTo>
                  <a:lnTo>
                    <a:pt x="129971" y="219913"/>
                  </a:lnTo>
                  <a:lnTo>
                    <a:pt x="132080" y="219011"/>
                  </a:lnTo>
                  <a:lnTo>
                    <a:pt x="133883" y="218414"/>
                  </a:lnTo>
                  <a:lnTo>
                    <a:pt x="135686" y="218414"/>
                  </a:lnTo>
                  <a:lnTo>
                    <a:pt x="137477" y="219011"/>
                  </a:lnTo>
                  <a:lnTo>
                    <a:pt x="137782" y="219011"/>
                  </a:lnTo>
                  <a:lnTo>
                    <a:pt x="138087" y="219316"/>
                  </a:lnTo>
                  <a:lnTo>
                    <a:pt x="141986" y="221119"/>
                  </a:lnTo>
                  <a:lnTo>
                    <a:pt x="143789" y="225945"/>
                  </a:lnTo>
                  <a:lnTo>
                    <a:pt x="143789" y="210045"/>
                  </a:lnTo>
                  <a:lnTo>
                    <a:pt x="142887" y="209372"/>
                  </a:lnTo>
                  <a:lnTo>
                    <a:pt x="138633" y="207378"/>
                  </a:lnTo>
                  <a:lnTo>
                    <a:pt x="140462" y="207378"/>
                  </a:lnTo>
                  <a:lnTo>
                    <a:pt x="114046" y="225945"/>
                  </a:lnTo>
                  <a:lnTo>
                    <a:pt x="115392" y="233172"/>
                  </a:lnTo>
                  <a:lnTo>
                    <a:pt x="115493" y="233781"/>
                  </a:lnTo>
                  <a:lnTo>
                    <a:pt x="115557" y="234073"/>
                  </a:lnTo>
                  <a:lnTo>
                    <a:pt x="120662" y="239496"/>
                  </a:lnTo>
                  <a:lnTo>
                    <a:pt x="93726" y="288404"/>
                  </a:lnTo>
                  <a:lnTo>
                    <a:pt x="73266" y="334962"/>
                  </a:lnTo>
                  <a:lnTo>
                    <a:pt x="59905" y="377393"/>
                  </a:lnTo>
                  <a:lnTo>
                    <a:pt x="54267" y="413931"/>
                  </a:lnTo>
                  <a:lnTo>
                    <a:pt x="47955" y="414832"/>
                  </a:lnTo>
                  <a:lnTo>
                    <a:pt x="42557" y="418757"/>
                  </a:lnTo>
                  <a:lnTo>
                    <a:pt x="39547" y="424776"/>
                  </a:lnTo>
                  <a:lnTo>
                    <a:pt x="37795" y="432003"/>
                  </a:lnTo>
                  <a:lnTo>
                    <a:pt x="37757" y="432206"/>
                  </a:lnTo>
                  <a:lnTo>
                    <a:pt x="38912" y="439496"/>
                  </a:lnTo>
                  <a:lnTo>
                    <a:pt x="42722" y="445833"/>
                  </a:lnTo>
                  <a:lnTo>
                    <a:pt x="48856" y="450380"/>
                  </a:lnTo>
                  <a:lnTo>
                    <a:pt x="49161" y="450684"/>
                  </a:lnTo>
                  <a:lnTo>
                    <a:pt x="49758" y="450684"/>
                  </a:lnTo>
                  <a:lnTo>
                    <a:pt x="50063" y="450989"/>
                  </a:lnTo>
                  <a:lnTo>
                    <a:pt x="57200" y="452272"/>
                  </a:lnTo>
                  <a:lnTo>
                    <a:pt x="63588" y="450989"/>
                  </a:lnTo>
                  <a:lnTo>
                    <a:pt x="63969" y="450989"/>
                  </a:lnTo>
                  <a:lnTo>
                    <a:pt x="70129" y="447052"/>
                  </a:lnTo>
                  <a:lnTo>
                    <a:pt x="73964" y="441642"/>
                  </a:lnTo>
                  <a:lnTo>
                    <a:pt x="74396" y="441045"/>
                  </a:lnTo>
                  <a:lnTo>
                    <a:pt x="76073" y="433666"/>
                  </a:lnTo>
                  <a:lnTo>
                    <a:pt x="65989" y="416204"/>
                  </a:lnTo>
                  <a:lnTo>
                    <a:pt x="65989" y="432003"/>
                  </a:lnTo>
                  <a:lnTo>
                    <a:pt x="62382" y="439839"/>
                  </a:lnTo>
                  <a:lnTo>
                    <a:pt x="57569" y="441642"/>
                  </a:lnTo>
                  <a:lnTo>
                    <a:pt x="49758" y="438035"/>
                  </a:lnTo>
                  <a:lnTo>
                    <a:pt x="47955" y="433209"/>
                  </a:lnTo>
                  <a:lnTo>
                    <a:pt x="51562" y="425386"/>
                  </a:lnTo>
                  <a:lnTo>
                    <a:pt x="55765" y="423875"/>
                  </a:lnTo>
                  <a:lnTo>
                    <a:pt x="59677" y="425081"/>
                  </a:lnTo>
                  <a:lnTo>
                    <a:pt x="59982" y="425081"/>
                  </a:lnTo>
                  <a:lnTo>
                    <a:pt x="60274" y="425386"/>
                  </a:lnTo>
                  <a:lnTo>
                    <a:pt x="64185" y="427189"/>
                  </a:lnTo>
                  <a:lnTo>
                    <a:pt x="65989" y="432003"/>
                  </a:lnTo>
                  <a:lnTo>
                    <a:pt x="65989" y="416204"/>
                  </a:lnTo>
                  <a:lnTo>
                    <a:pt x="65379" y="415734"/>
                  </a:lnTo>
                  <a:lnTo>
                    <a:pt x="67233" y="397700"/>
                  </a:lnTo>
                  <a:lnTo>
                    <a:pt x="71399" y="377672"/>
                  </a:lnTo>
                  <a:lnTo>
                    <a:pt x="77800" y="355879"/>
                  </a:lnTo>
                  <a:lnTo>
                    <a:pt x="86360" y="332727"/>
                  </a:lnTo>
                  <a:lnTo>
                    <a:pt x="86410" y="332587"/>
                  </a:lnTo>
                  <a:lnTo>
                    <a:pt x="120878" y="332727"/>
                  </a:lnTo>
                  <a:lnTo>
                    <a:pt x="121259" y="332587"/>
                  </a:lnTo>
                  <a:lnTo>
                    <a:pt x="150939" y="322046"/>
                  </a:lnTo>
                  <a:lnTo>
                    <a:pt x="194767" y="294589"/>
                  </a:lnTo>
                  <a:lnTo>
                    <a:pt x="226707" y="259981"/>
                  </a:lnTo>
                  <a:lnTo>
                    <a:pt x="253707" y="207378"/>
                  </a:lnTo>
                  <a:lnTo>
                    <a:pt x="263156" y="152247"/>
                  </a:lnTo>
                  <a:lnTo>
                    <a:pt x="263271" y="150939"/>
                  </a:lnTo>
                  <a:lnTo>
                    <a:pt x="263359" y="150025"/>
                  </a:lnTo>
                  <a:close/>
                </a:path>
                <a:path w="5104765" h="6424930">
                  <a:moveTo>
                    <a:pt x="4682198" y="6367615"/>
                  </a:moveTo>
                  <a:lnTo>
                    <a:pt x="4679404" y="6349873"/>
                  </a:lnTo>
                  <a:lnTo>
                    <a:pt x="4671466" y="6334214"/>
                  </a:lnTo>
                  <a:lnTo>
                    <a:pt x="4659173" y="6321692"/>
                  </a:lnTo>
                  <a:lnTo>
                    <a:pt x="4643259" y="6313386"/>
                  </a:lnTo>
                  <a:lnTo>
                    <a:pt x="4636744" y="6294615"/>
                  </a:lnTo>
                  <a:lnTo>
                    <a:pt x="4623981" y="6280289"/>
                  </a:lnTo>
                  <a:lnTo>
                    <a:pt x="4606798" y="6271806"/>
                  </a:lnTo>
                  <a:lnTo>
                    <a:pt x="4586986" y="6270549"/>
                  </a:lnTo>
                  <a:lnTo>
                    <a:pt x="4578401" y="6272504"/>
                  </a:lnTo>
                  <a:lnTo>
                    <a:pt x="4570361" y="6275908"/>
                  </a:lnTo>
                  <a:lnTo>
                    <a:pt x="4563021" y="6280658"/>
                  </a:lnTo>
                  <a:lnTo>
                    <a:pt x="4556582" y="6286665"/>
                  </a:lnTo>
                  <a:lnTo>
                    <a:pt x="4543933" y="6282321"/>
                  </a:lnTo>
                  <a:lnTo>
                    <a:pt x="4530839" y="6279947"/>
                  </a:lnTo>
                  <a:lnTo>
                    <a:pt x="4517542" y="6279566"/>
                  </a:lnTo>
                  <a:lnTo>
                    <a:pt x="4504258" y="6281204"/>
                  </a:lnTo>
                  <a:lnTo>
                    <a:pt x="4499089" y="6274625"/>
                  </a:lnTo>
                  <a:lnTo>
                    <a:pt x="4493069" y="6268885"/>
                  </a:lnTo>
                  <a:lnTo>
                    <a:pt x="4486275" y="6264072"/>
                  </a:lnTo>
                  <a:lnTo>
                    <a:pt x="4478833" y="6260262"/>
                  </a:lnTo>
                  <a:lnTo>
                    <a:pt x="4481906" y="6252578"/>
                  </a:lnTo>
                  <a:lnTo>
                    <a:pt x="4483481" y="6244374"/>
                  </a:lnTo>
                  <a:lnTo>
                    <a:pt x="4483455" y="6236106"/>
                  </a:lnTo>
                  <a:lnTo>
                    <a:pt x="4478261" y="6210871"/>
                  </a:lnTo>
                  <a:lnTo>
                    <a:pt x="4464316" y="6190285"/>
                  </a:lnTo>
                  <a:lnTo>
                    <a:pt x="4443704" y="6176403"/>
                  </a:lnTo>
                  <a:lnTo>
                    <a:pt x="4418508" y="6171298"/>
                  </a:lnTo>
                  <a:lnTo>
                    <a:pt x="4412488" y="6171298"/>
                  </a:lnTo>
                  <a:lnTo>
                    <a:pt x="4407611" y="6176188"/>
                  </a:lnTo>
                  <a:lnTo>
                    <a:pt x="4407611" y="6188240"/>
                  </a:lnTo>
                  <a:lnTo>
                    <a:pt x="4412488" y="6193117"/>
                  </a:lnTo>
                  <a:lnTo>
                    <a:pt x="4418508" y="6193117"/>
                  </a:lnTo>
                  <a:lnTo>
                    <a:pt x="4435297" y="6196533"/>
                  </a:lnTo>
                  <a:lnTo>
                    <a:pt x="4449013" y="6205804"/>
                  </a:lnTo>
                  <a:lnTo>
                    <a:pt x="4458271" y="6219545"/>
                  </a:lnTo>
                  <a:lnTo>
                    <a:pt x="4461675" y="6236373"/>
                  </a:lnTo>
                  <a:lnTo>
                    <a:pt x="4461167" y="6242939"/>
                  </a:lnTo>
                  <a:lnTo>
                    <a:pt x="4459656" y="6249314"/>
                  </a:lnTo>
                  <a:lnTo>
                    <a:pt x="4457204" y="6255372"/>
                  </a:lnTo>
                  <a:lnTo>
                    <a:pt x="4450397" y="6265964"/>
                  </a:lnTo>
                  <a:lnTo>
                    <a:pt x="4451591" y="6272771"/>
                  </a:lnTo>
                  <a:lnTo>
                    <a:pt x="4457954" y="6277229"/>
                  </a:lnTo>
                  <a:lnTo>
                    <a:pt x="4470044" y="6280416"/>
                  </a:lnTo>
                  <a:lnTo>
                    <a:pt x="4477766" y="6284773"/>
                  </a:lnTo>
                  <a:lnTo>
                    <a:pt x="4493044" y="6313449"/>
                  </a:lnTo>
                  <a:lnTo>
                    <a:pt x="4493044" y="6319469"/>
                  </a:lnTo>
                  <a:lnTo>
                    <a:pt x="4497921" y="6324359"/>
                  </a:lnTo>
                  <a:lnTo>
                    <a:pt x="4509948" y="6324359"/>
                  </a:lnTo>
                  <a:lnTo>
                    <a:pt x="4514824" y="6319469"/>
                  </a:lnTo>
                  <a:lnTo>
                    <a:pt x="4514735" y="6309588"/>
                  </a:lnTo>
                  <a:lnTo>
                    <a:pt x="4513135" y="6302045"/>
                  </a:lnTo>
                  <a:lnTo>
                    <a:pt x="4523892" y="6301498"/>
                  </a:lnTo>
                  <a:lnTo>
                    <a:pt x="4534535" y="6302692"/>
                  </a:lnTo>
                  <a:lnTo>
                    <a:pt x="4544847" y="6305575"/>
                  </a:lnTo>
                  <a:lnTo>
                    <a:pt x="4554626" y="6310122"/>
                  </a:lnTo>
                  <a:lnTo>
                    <a:pt x="4559795" y="6313055"/>
                  </a:lnTo>
                  <a:lnTo>
                    <a:pt x="4566374" y="6311277"/>
                  </a:lnTo>
                  <a:lnTo>
                    <a:pt x="4569384" y="6306134"/>
                  </a:lnTo>
                  <a:lnTo>
                    <a:pt x="4576737" y="6297765"/>
                  </a:lnTo>
                  <a:lnTo>
                    <a:pt x="4586389" y="6293028"/>
                  </a:lnTo>
                  <a:lnTo>
                    <a:pt x="4597108" y="6292253"/>
                  </a:lnTo>
                  <a:lnTo>
                    <a:pt x="4607661" y="6295796"/>
                  </a:lnTo>
                  <a:lnTo>
                    <a:pt x="4613567" y="6299200"/>
                  </a:lnTo>
                  <a:lnTo>
                    <a:pt x="4618037" y="6304635"/>
                  </a:lnTo>
                  <a:lnTo>
                    <a:pt x="4620234" y="6311100"/>
                  </a:lnTo>
                  <a:lnTo>
                    <a:pt x="4612741" y="6311506"/>
                  </a:lnTo>
                  <a:lnTo>
                    <a:pt x="4605439" y="6313665"/>
                  </a:lnTo>
                  <a:lnTo>
                    <a:pt x="4593945" y="6320777"/>
                  </a:lnTo>
                  <a:lnTo>
                    <a:pt x="4592586" y="6327546"/>
                  </a:lnTo>
                  <a:lnTo>
                    <a:pt x="4599127" y="6337363"/>
                  </a:lnTo>
                  <a:lnTo>
                    <a:pt x="4605515" y="6338837"/>
                  </a:lnTo>
                  <a:lnTo>
                    <a:pt x="4610493" y="6335916"/>
                  </a:lnTo>
                  <a:lnTo>
                    <a:pt x="4616958" y="6333033"/>
                  </a:lnTo>
                  <a:lnTo>
                    <a:pt x="4624108" y="6332017"/>
                  </a:lnTo>
                  <a:lnTo>
                    <a:pt x="4631118" y="6332969"/>
                  </a:lnTo>
                  <a:lnTo>
                    <a:pt x="4644021" y="6338405"/>
                  </a:lnTo>
                  <a:lnTo>
                    <a:pt x="4653508" y="6348044"/>
                  </a:lnTo>
                  <a:lnTo>
                    <a:pt x="4658690" y="6360528"/>
                  </a:lnTo>
                  <a:lnTo>
                    <a:pt x="4658703" y="6374536"/>
                  </a:lnTo>
                  <a:lnTo>
                    <a:pt x="4654385" y="6385700"/>
                  </a:lnTo>
                  <a:lnTo>
                    <a:pt x="4646854" y="6394564"/>
                  </a:lnTo>
                  <a:lnTo>
                    <a:pt x="4636846" y="6400495"/>
                  </a:lnTo>
                  <a:lnTo>
                    <a:pt x="4625137" y="6402845"/>
                  </a:lnTo>
                  <a:lnTo>
                    <a:pt x="4619117" y="6402845"/>
                  </a:lnTo>
                  <a:lnTo>
                    <a:pt x="4614240" y="6407734"/>
                  </a:lnTo>
                  <a:lnTo>
                    <a:pt x="4614240" y="6419786"/>
                  </a:lnTo>
                  <a:lnTo>
                    <a:pt x="4619117" y="6424663"/>
                  </a:lnTo>
                  <a:lnTo>
                    <a:pt x="4625137" y="6424663"/>
                  </a:lnTo>
                  <a:lnTo>
                    <a:pt x="4647323" y="6420205"/>
                  </a:lnTo>
                  <a:lnTo>
                    <a:pt x="4665459" y="6407975"/>
                  </a:lnTo>
                  <a:lnTo>
                    <a:pt x="4677702" y="6389840"/>
                  </a:lnTo>
                  <a:lnTo>
                    <a:pt x="4682198" y="6367615"/>
                  </a:lnTo>
                  <a:close/>
                </a:path>
                <a:path w="5104765" h="6424930">
                  <a:moveTo>
                    <a:pt x="4724666" y="6171171"/>
                  </a:moveTo>
                  <a:lnTo>
                    <a:pt x="4719790" y="6166282"/>
                  </a:lnTo>
                  <a:lnTo>
                    <a:pt x="4713770" y="6166282"/>
                  </a:lnTo>
                  <a:lnTo>
                    <a:pt x="4707763" y="6166282"/>
                  </a:lnTo>
                  <a:lnTo>
                    <a:pt x="4702886" y="6171171"/>
                  </a:lnTo>
                  <a:lnTo>
                    <a:pt x="4702886" y="6254788"/>
                  </a:lnTo>
                  <a:lnTo>
                    <a:pt x="4707763" y="6259665"/>
                  </a:lnTo>
                  <a:lnTo>
                    <a:pt x="4719790" y="6259665"/>
                  </a:lnTo>
                  <a:lnTo>
                    <a:pt x="4724666" y="6254788"/>
                  </a:lnTo>
                  <a:lnTo>
                    <a:pt x="4724666" y="6171171"/>
                  </a:lnTo>
                  <a:close/>
                </a:path>
                <a:path w="5104765" h="6424930">
                  <a:moveTo>
                    <a:pt x="4766970" y="6196038"/>
                  </a:moveTo>
                  <a:lnTo>
                    <a:pt x="4762093" y="6191161"/>
                  </a:lnTo>
                  <a:lnTo>
                    <a:pt x="4756086" y="6191161"/>
                  </a:lnTo>
                  <a:lnTo>
                    <a:pt x="4750066" y="6191161"/>
                  </a:lnTo>
                  <a:lnTo>
                    <a:pt x="4745190" y="6196038"/>
                  </a:lnTo>
                  <a:lnTo>
                    <a:pt x="4745190" y="6367958"/>
                  </a:lnTo>
                  <a:lnTo>
                    <a:pt x="4750066" y="6372847"/>
                  </a:lnTo>
                  <a:lnTo>
                    <a:pt x="4762093" y="6372847"/>
                  </a:lnTo>
                  <a:lnTo>
                    <a:pt x="4766970" y="6367958"/>
                  </a:lnTo>
                  <a:lnTo>
                    <a:pt x="4766970" y="6196038"/>
                  </a:lnTo>
                  <a:close/>
                </a:path>
                <a:path w="5104765" h="6424930">
                  <a:moveTo>
                    <a:pt x="4809274" y="6171171"/>
                  </a:moveTo>
                  <a:lnTo>
                    <a:pt x="4804397" y="6166282"/>
                  </a:lnTo>
                  <a:lnTo>
                    <a:pt x="4798390" y="6166282"/>
                  </a:lnTo>
                  <a:lnTo>
                    <a:pt x="4792383" y="6166282"/>
                  </a:lnTo>
                  <a:lnTo>
                    <a:pt x="4787493" y="6171171"/>
                  </a:lnTo>
                  <a:lnTo>
                    <a:pt x="4787493" y="6254788"/>
                  </a:lnTo>
                  <a:lnTo>
                    <a:pt x="4792383" y="6259665"/>
                  </a:lnTo>
                  <a:lnTo>
                    <a:pt x="4804397" y="6259665"/>
                  </a:lnTo>
                  <a:lnTo>
                    <a:pt x="4809274" y="6254788"/>
                  </a:lnTo>
                  <a:lnTo>
                    <a:pt x="4809274" y="6171171"/>
                  </a:lnTo>
                  <a:close/>
                </a:path>
                <a:path w="5104765" h="6424930">
                  <a:moveTo>
                    <a:pt x="4900600" y="6103607"/>
                  </a:moveTo>
                  <a:lnTo>
                    <a:pt x="4898771" y="6058014"/>
                  </a:lnTo>
                  <a:lnTo>
                    <a:pt x="4898656" y="6054941"/>
                  </a:lnTo>
                  <a:lnTo>
                    <a:pt x="4892116" y="6024308"/>
                  </a:lnTo>
                  <a:lnTo>
                    <a:pt x="4892027" y="6023864"/>
                  </a:lnTo>
                  <a:lnTo>
                    <a:pt x="4891938" y="6023483"/>
                  </a:lnTo>
                  <a:lnTo>
                    <a:pt x="4891824" y="6022911"/>
                  </a:lnTo>
                  <a:lnTo>
                    <a:pt x="4891481" y="6022225"/>
                  </a:lnTo>
                  <a:lnTo>
                    <a:pt x="4883175" y="6008382"/>
                  </a:lnTo>
                  <a:lnTo>
                    <a:pt x="4878857" y="6001194"/>
                  </a:lnTo>
                  <a:lnTo>
                    <a:pt x="4878857" y="6103607"/>
                  </a:lnTo>
                  <a:lnTo>
                    <a:pt x="4878667" y="6110440"/>
                  </a:lnTo>
                  <a:lnTo>
                    <a:pt x="4878578" y="6113437"/>
                  </a:lnTo>
                  <a:lnTo>
                    <a:pt x="4877803" y="6122809"/>
                  </a:lnTo>
                  <a:lnTo>
                    <a:pt x="4876546" y="6132068"/>
                  </a:lnTo>
                  <a:lnTo>
                    <a:pt x="4876508" y="6132411"/>
                  </a:lnTo>
                  <a:lnTo>
                    <a:pt x="4874730" y="6141796"/>
                  </a:lnTo>
                  <a:lnTo>
                    <a:pt x="4855159" y="6125273"/>
                  </a:lnTo>
                  <a:lnTo>
                    <a:pt x="4831766" y="6105474"/>
                  </a:lnTo>
                  <a:lnTo>
                    <a:pt x="4838001" y="6089967"/>
                  </a:lnTo>
                  <a:lnTo>
                    <a:pt x="4843310" y="6074143"/>
                  </a:lnTo>
                  <a:lnTo>
                    <a:pt x="4847653" y="6058014"/>
                  </a:lnTo>
                  <a:lnTo>
                    <a:pt x="4850473" y="6044425"/>
                  </a:lnTo>
                  <a:lnTo>
                    <a:pt x="4850587" y="6043879"/>
                  </a:lnTo>
                  <a:lnTo>
                    <a:pt x="4850650" y="6043561"/>
                  </a:lnTo>
                  <a:lnTo>
                    <a:pt x="4851044" y="6041656"/>
                  </a:lnTo>
                  <a:lnTo>
                    <a:pt x="4851565" y="6040374"/>
                  </a:lnTo>
                  <a:lnTo>
                    <a:pt x="4851832" y="6039028"/>
                  </a:lnTo>
                  <a:lnTo>
                    <a:pt x="4851895" y="6037338"/>
                  </a:lnTo>
                  <a:lnTo>
                    <a:pt x="4853013" y="6030442"/>
                  </a:lnTo>
                  <a:lnTo>
                    <a:pt x="4853864" y="6024308"/>
                  </a:lnTo>
                  <a:lnTo>
                    <a:pt x="4853978" y="6023483"/>
                  </a:lnTo>
                  <a:lnTo>
                    <a:pt x="4854892" y="6015825"/>
                  </a:lnTo>
                  <a:lnTo>
                    <a:pt x="4855616" y="6008382"/>
                  </a:lnTo>
                  <a:lnTo>
                    <a:pt x="4867008" y="6021489"/>
                  </a:lnTo>
                  <a:lnTo>
                    <a:pt x="4877778" y="6064834"/>
                  </a:lnTo>
                  <a:lnTo>
                    <a:pt x="4878857" y="6103607"/>
                  </a:lnTo>
                  <a:lnTo>
                    <a:pt x="4878857" y="6001194"/>
                  </a:lnTo>
                  <a:lnTo>
                    <a:pt x="4878463" y="6000534"/>
                  </a:lnTo>
                  <a:lnTo>
                    <a:pt x="4876635" y="5998896"/>
                  </a:lnTo>
                  <a:lnTo>
                    <a:pt x="4857089" y="5981814"/>
                  </a:lnTo>
                  <a:lnTo>
                    <a:pt x="4857026" y="5973356"/>
                  </a:lnTo>
                  <a:lnTo>
                    <a:pt x="4853152" y="5926734"/>
                  </a:lnTo>
                  <a:lnTo>
                    <a:pt x="4853127" y="5926531"/>
                  </a:lnTo>
                  <a:lnTo>
                    <a:pt x="4842599" y="5877560"/>
                  </a:lnTo>
                  <a:lnTo>
                    <a:pt x="4835360" y="5855246"/>
                  </a:lnTo>
                  <a:lnTo>
                    <a:pt x="4835360" y="5973356"/>
                  </a:lnTo>
                  <a:lnTo>
                    <a:pt x="4835309" y="5976417"/>
                  </a:lnTo>
                  <a:lnTo>
                    <a:pt x="4832197" y="6021146"/>
                  </a:lnTo>
                  <a:lnTo>
                    <a:pt x="4832108" y="6021921"/>
                  </a:lnTo>
                  <a:lnTo>
                    <a:pt x="4831981" y="6022911"/>
                  </a:lnTo>
                  <a:lnTo>
                    <a:pt x="4831918" y="6023483"/>
                  </a:lnTo>
                  <a:lnTo>
                    <a:pt x="4831816" y="6024257"/>
                  </a:lnTo>
                  <a:lnTo>
                    <a:pt x="4828057" y="6023876"/>
                  </a:lnTo>
                  <a:lnTo>
                    <a:pt x="4828057" y="6045911"/>
                  </a:lnTo>
                  <a:lnTo>
                    <a:pt x="4821974" y="6069800"/>
                  </a:lnTo>
                  <a:lnTo>
                    <a:pt x="4814227" y="6091453"/>
                  </a:lnTo>
                  <a:lnTo>
                    <a:pt x="4804943" y="6110440"/>
                  </a:lnTo>
                  <a:lnTo>
                    <a:pt x="4794199" y="6126353"/>
                  </a:lnTo>
                  <a:lnTo>
                    <a:pt x="4766970" y="6126353"/>
                  </a:lnTo>
                  <a:lnTo>
                    <a:pt x="4766970" y="6043561"/>
                  </a:lnTo>
                  <a:lnTo>
                    <a:pt x="4796790" y="6043879"/>
                  </a:lnTo>
                  <a:lnTo>
                    <a:pt x="4790376" y="6043879"/>
                  </a:lnTo>
                  <a:lnTo>
                    <a:pt x="4807509" y="6044425"/>
                  </a:lnTo>
                  <a:lnTo>
                    <a:pt x="4806188" y="6044425"/>
                  </a:lnTo>
                  <a:lnTo>
                    <a:pt x="4818951" y="6045136"/>
                  </a:lnTo>
                  <a:lnTo>
                    <a:pt x="4818634" y="6045136"/>
                  </a:lnTo>
                  <a:lnTo>
                    <a:pt x="4828057" y="6045911"/>
                  </a:lnTo>
                  <a:lnTo>
                    <a:pt x="4828057" y="6023876"/>
                  </a:lnTo>
                  <a:lnTo>
                    <a:pt x="4828311" y="6023864"/>
                  </a:lnTo>
                  <a:lnTo>
                    <a:pt x="4817630" y="6023216"/>
                  </a:lnTo>
                  <a:lnTo>
                    <a:pt x="4811636" y="6022911"/>
                  </a:lnTo>
                  <a:lnTo>
                    <a:pt x="4814367" y="6022911"/>
                  </a:lnTo>
                  <a:lnTo>
                    <a:pt x="4794148" y="6022225"/>
                  </a:lnTo>
                  <a:lnTo>
                    <a:pt x="4780724" y="6021921"/>
                  </a:lnTo>
                  <a:lnTo>
                    <a:pt x="4766970" y="6021921"/>
                  </a:lnTo>
                  <a:lnTo>
                    <a:pt x="4766970" y="5981306"/>
                  </a:lnTo>
                  <a:lnTo>
                    <a:pt x="4762093" y="5976417"/>
                  </a:lnTo>
                  <a:lnTo>
                    <a:pt x="4750066" y="5976417"/>
                  </a:lnTo>
                  <a:lnTo>
                    <a:pt x="4745253" y="5981243"/>
                  </a:lnTo>
                  <a:lnTo>
                    <a:pt x="4745253" y="6043561"/>
                  </a:lnTo>
                  <a:lnTo>
                    <a:pt x="4745253" y="6126353"/>
                  </a:lnTo>
                  <a:lnTo>
                    <a:pt x="4717974" y="6126353"/>
                  </a:lnTo>
                  <a:lnTo>
                    <a:pt x="4717453" y="6125591"/>
                  </a:lnTo>
                  <a:lnTo>
                    <a:pt x="4707267" y="6110440"/>
                  </a:lnTo>
                  <a:lnTo>
                    <a:pt x="4697984" y="6091453"/>
                  </a:lnTo>
                  <a:lnTo>
                    <a:pt x="4690249" y="6069800"/>
                  </a:lnTo>
                  <a:lnTo>
                    <a:pt x="4684153" y="6045911"/>
                  </a:lnTo>
                  <a:lnTo>
                    <a:pt x="4694186" y="6045136"/>
                  </a:lnTo>
                  <a:lnTo>
                    <a:pt x="4707839" y="6044425"/>
                  </a:lnTo>
                  <a:lnTo>
                    <a:pt x="4724920" y="6043866"/>
                  </a:lnTo>
                  <a:lnTo>
                    <a:pt x="4745253" y="6043561"/>
                  </a:lnTo>
                  <a:lnTo>
                    <a:pt x="4745253" y="5981243"/>
                  </a:lnTo>
                  <a:lnTo>
                    <a:pt x="4745190" y="6021921"/>
                  </a:lnTo>
                  <a:lnTo>
                    <a:pt x="4731156" y="6021921"/>
                  </a:lnTo>
                  <a:lnTo>
                    <a:pt x="4718418" y="6022225"/>
                  </a:lnTo>
                  <a:lnTo>
                    <a:pt x="4700028" y="6022911"/>
                  </a:lnTo>
                  <a:lnTo>
                    <a:pt x="4701616" y="6022911"/>
                  </a:lnTo>
                  <a:lnTo>
                    <a:pt x="4695482" y="6023216"/>
                  </a:lnTo>
                  <a:lnTo>
                    <a:pt x="4684585" y="6023864"/>
                  </a:lnTo>
                  <a:lnTo>
                    <a:pt x="4680458" y="6024308"/>
                  </a:lnTo>
                  <a:lnTo>
                    <a:pt x="4680458" y="6105195"/>
                  </a:lnTo>
                  <a:lnTo>
                    <a:pt x="4637443" y="6141796"/>
                  </a:lnTo>
                  <a:lnTo>
                    <a:pt x="4633353" y="6103607"/>
                  </a:lnTo>
                  <a:lnTo>
                    <a:pt x="4634154" y="6074143"/>
                  </a:lnTo>
                  <a:lnTo>
                    <a:pt x="4634268" y="6069800"/>
                  </a:lnTo>
                  <a:lnTo>
                    <a:pt x="4634395" y="6065126"/>
                  </a:lnTo>
                  <a:lnTo>
                    <a:pt x="4634395" y="6064834"/>
                  </a:lnTo>
                  <a:lnTo>
                    <a:pt x="4638027" y="6039028"/>
                  </a:lnTo>
                  <a:lnTo>
                    <a:pt x="4638078" y="6038723"/>
                  </a:lnTo>
                  <a:lnTo>
                    <a:pt x="4645203" y="6021146"/>
                  </a:lnTo>
                  <a:lnTo>
                    <a:pt x="4656607" y="6008103"/>
                  </a:lnTo>
                  <a:lnTo>
                    <a:pt x="4657331" y="6015545"/>
                  </a:lnTo>
                  <a:lnTo>
                    <a:pt x="4657991" y="6021146"/>
                  </a:lnTo>
                  <a:lnTo>
                    <a:pt x="4658080" y="6021921"/>
                  </a:lnTo>
                  <a:lnTo>
                    <a:pt x="4658195" y="6022911"/>
                  </a:lnTo>
                  <a:lnTo>
                    <a:pt x="4659211" y="6030176"/>
                  </a:lnTo>
                  <a:lnTo>
                    <a:pt x="4660366" y="6037338"/>
                  </a:lnTo>
                  <a:lnTo>
                    <a:pt x="4660443" y="6039028"/>
                  </a:lnTo>
                  <a:lnTo>
                    <a:pt x="4660658" y="6040107"/>
                  </a:lnTo>
                  <a:lnTo>
                    <a:pt x="4661179" y="6041377"/>
                  </a:lnTo>
                  <a:lnTo>
                    <a:pt x="4664557" y="6057747"/>
                  </a:lnTo>
                  <a:lnTo>
                    <a:pt x="4668913" y="6073864"/>
                  </a:lnTo>
                  <a:lnTo>
                    <a:pt x="4674209" y="6089701"/>
                  </a:lnTo>
                  <a:lnTo>
                    <a:pt x="4680458" y="6105195"/>
                  </a:lnTo>
                  <a:lnTo>
                    <a:pt x="4680458" y="6024308"/>
                  </a:lnTo>
                  <a:lnTo>
                    <a:pt x="4678794" y="6011621"/>
                  </a:lnTo>
                  <a:lnTo>
                    <a:pt x="4678515" y="6008382"/>
                  </a:lnTo>
                  <a:lnTo>
                    <a:pt x="4678489" y="6008103"/>
                  </a:lnTo>
                  <a:lnTo>
                    <a:pt x="4677689" y="5998896"/>
                  </a:lnTo>
                  <a:lnTo>
                    <a:pt x="4677029" y="5986145"/>
                  </a:lnTo>
                  <a:lnTo>
                    <a:pt x="4676940" y="5981306"/>
                  </a:lnTo>
                  <a:lnTo>
                    <a:pt x="4676864" y="5976417"/>
                  </a:lnTo>
                  <a:lnTo>
                    <a:pt x="4676800" y="5973356"/>
                  </a:lnTo>
                  <a:lnTo>
                    <a:pt x="4680750" y="5926734"/>
                  </a:lnTo>
                  <a:lnTo>
                    <a:pt x="4680763" y="5926531"/>
                  </a:lnTo>
                  <a:lnTo>
                    <a:pt x="4691075" y="5880214"/>
                  </a:lnTo>
                  <a:lnTo>
                    <a:pt x="4691138" y="5879985"/>
                  </a:lnTo>
                  <a:lnTo>
                    <a:pt x="4705604" y="5836615"/>
                  </a:lnTo>
                  <a:lnTo>
                    <a:pt x="4721999" y="5798909"/>
                  </a:lnTo>
                  <a:lnTo>
                    <a:pt x="4722101" y="5798642"/>
                  </a:lnTo>
                  <a:lnTo>
                    <a:pt x="4730534" y="5797220"/>
                  </a:lnTo>
                  <a:lnTo>
                    <a:pt x="4739017" y="5796292"/>
                  </a:lnTo>
                  <a:lnTo>
                    <a:pt x="4745863" y="5795937"/>
                  </a:lnTo>
                  <a:lnTo>
                    <a:pt x="4764519" y="5795937"/>
                  </a:lnTo>
                  <a:lnTo>
                    <a:pt x="4806137" y="5836615"/>
                  </a:lnTo>
                  <a:lnTo>
                    <a:pt x="4820742" y="5879985"/>
                  </a:lnTo>
                  <a:lnTo>
                    <a:pt x="4831283" y="5926531"/>
                  </a:lnTo>
                  <a:lnTo>
                    <a:pt x="4831334" y="5926734"/>
                  </a:lnTo>
                  <a:lnTo>
                    <a:pt x="4835360" y="5973356"/>
                  </a:lnTo>
                  <a:lnTo>
                    <a:pt x="4835360" y="5855246"/>
                  </a:lnTo>
                  <a:lnTo>
                    <a:pt x="4827232" y="5830189"/>
                  </a:lnTo>
                  <a:lnTo>
                    <a:pt x="4812347" y="5795937"/>
                  </a:lnTo>
                  <a:lnTo>
                    <a:pt x="4808842" y="5787872"/>
                  </a:lnTo>
                  <a:lnTo>
                    <a:pt x="4808537" y="5786602"/>
                  </a:lnTo>
                  <a:lnTo>
                    <a:pt x="4808499" y="5786412"/>
                  </a:lnTo>
                  <a:lnTo>
                    <a:pt x="4807877" y="5785193"/>
                  </a:lnTo>
                  <a:lnTo>
                    <a:pt x="4807813" y="5785053"/>
                  </a:lnTo>
                  <a:lnTo>
                    <a:pt x="4806823" y="5783910"/>
                  </a:lnTo>
                  <a:lnTo>
                    <a:pt x="4801552" y="5774639"/>
                  </a:lnTo>
                  <a:lnTo>
                    <a:pt x="4793513" y="5760504"/>
                  </a:lnTo>
                  <a:lnTo>
                    <a:pt x="4784585" y="5748325"/>
                  </a:lnTo>
                  <a:lnTo>
                    <a:pt x="4780229" y="5742381"/>
                  </a:lnTo>
                  <a:lnTo>
                    <a:pt x="4776876" y="5739282"/>
                  </a:lnTo>
                  <a:lnTo>
                    <a:pt x="4776876" y="5774601"/>
                  </a:lnTo>
                  <a:lnTo>
                    <a:pt x="4772114" y="5774182"/>
                  </a:lnTo>
                  <a:lnTo>
                    <a:pt x="4774463" y="5774182"/>
                  </a:lnTo>
                  <a:lnTo>
                    <a:pt x="4764252" y="5773915"/>
                  </a:lnTo>
                  <a:lnTo>
                    <a:pt x="4748136" y="5773915"/>
                  </a:lnTo>
                  <a:lnTo>
                    <a:pt x="4740897" y="5774182"/>
                  </a:lnTo>
                  <a:lnTo>
                    <a:pt x="4735017" y="5774639"/>
                  </a:lnTo>
                  <a:lnTo>
                    <a:pt x="4741215" y="5764835"/>
                  </a:lnTo>
                  <a:lnTo>
                    <a:pt x="4746917" y="5757037"/>
                  </a:lnTo>
                  <a:lnTo>
                    <a:pt x="4751921" y="5751461"/>
                  </a:lnTo>
                  <a:lnTo>
                    <a:pt x="4756086" y="5748325"/>
                  </a:lnTo>
                  <a:lnTo>
                    <a:pt x="4760163" y="5751461"/>
                  </a:lnTo>
                  <a:lnTo>
                    <a:pt x="4765103" y="5757037"/>
                  </a:lnTo>
                  <a:lnTo>
                    <a:pt x="4770742" y="5764835"/>
                  </a:lnTo>
                  <a:lnTo>
                    <a:pt x="4776876" y="5774601"/>
                  </a:lnTo>
                  <a:lnTo>
                    <a:pt x="4776876" y="5739282"/>
                  </a:lnTo>
                  <a:lnTo>
                    <a:pt x="4767567" y="5730659"/>
                  </a:lnTo>
                  <a:lnTo>
                    <a:pt x="4756086" y="5726506"/>
                  </a:lnTo>
                  <a:lnTo>
                    <a:pt x="4742167" y="5731853"/>
                  </a:lnTo>
                  <a:lnTo>
                    <a:pt x="4728438" y="5745632"/>
                  </a:lnTo>
                  <a:lnTo>
                    <a:pt x="4715573" y="5764530"/>
                  </a:lnTo>
                  <a:lnTo>
                    <a:pt x="4704372" y="5785053"/>
                  </a:lnTo>
                  <a:lnTo>
                    <a:pt x="4704029" y="5785637"/>
                  </a:lnTo>
                  <a:lnTo>
                    <a:pt x="4703788" y="5786094"/>
                  </a:lnTo>
                  <a:lnTo>
                    <a:pt x="4703661" y="5786412"/>
                  </a:lnTo>
                  <a:lnTo>
                    <a:pt x="4703597" y="5786602"/>
                  </a:lnTo>
                  <a:lnTo>
                    <a:pt x="4700079" y="5793841"/>
                  </a:lnTo>
                  <a:lnTo>
                    <a:pt x="4676140" y="5854306"/>
                  </a:lnTo>
                  <a:lnTo>
                    <a:pt x="4664621" y="5896013"/>
                  </a:lnTo>
                  <a:lnTo>
                    <a:pt x="4657471" y="5936170"/>
                  </a:lnTo>
                  <a:lnTo>
                    <a:pt x="4655032" y="5973356"/>
                  </a:lnTo>
                  <a:lnTo>
                    <a:pt x="4655032" y="5981814"/>
                  </a:lnTo>
                  <a:lnTo>
                    <a:pt x="4633633" y="6000534"/>
                  </a:lnTo>
                  <a:lnTo>
                    <a:pt x="4613453" y="6054941"/>
                  </a:lnTo>
                  <a:lnTo>
                    <a:pt x="4611471" y="6103607"/>
                  </a:lnTo>
                  <a:lnTo>
                    <a:pt x="4611992" y="6119088"/>
                  </a:lnTo>
                  <a:lnTo>
                    <a:pt x="4612005" y="6119406"/>
                  </a:lnTo>
                  <a:lnTo>
                    <a:pt x="4613846" y="6134519"/>
                  </a:lnTo>
                  <a:lnTo>
                    <a:pt x="4613884" y="6134849"/>
                  </a:lnTo>
                  <a:lnTo>
                    <a:pt x="4617047" y="6149746"/>
                  </a:lnTo>
                  <a:lnTo>
                    <a:pt x="4617110" y="6150064"/>
                  </a:lnTo>
                  <a:lnTo>
                    <a:pt x="4621555" y="6164643"/>
                  </a:lnTo>
                  <a:lnTo>
                    <a:pt x="4621644" y="6164973"/>
                  </a:lnTo>
                  <a:lnTo>
                    <a:pt x="4623905" y="6170561"/>
                  </a:lnTo>
                  <a:lnTo>
                    <a:pt x="4630255" y="6173254"/>
                  </a:lnTo>
                  <a:lnTo>
                    <a:pt x="4636897" y="6170561"/>
                  </a:lnTo>
                  <a:lnTo>
                    <a:pt x="4637875" y="6169965"/>
                  </a:lnTo>
                  <a:lnTo>
                    <a:pt x="4671377" y="6141796"/>
                  </a:lnTo>
                  <a:lnTo>
                    <a:pt x="4690630" y="6125591"/>
                  </a:lnTo>
                  <a:lnTo>
                    <a:pt x="4694682" y="6132411"/>
                  </a:lnTo>
                  <a:lnTo>
                    <a:pt x="4699330" y="6138862"/>
                  </a:lnTo>
                  <a:lnTo>
                    <a:pt x="4704524" y="6144844"/>
                  </a:lnTo>
                  <a:lnTo>
                    <a:pt x="4706582" y="6147206"/>
                  </a:lnTo>
                  <a:lnTo>
                    <a:pt x="4709566" y="6148552"/>
                  </a:lnTo>
                  <a:lnTo>
                    <a:pt x="4745190" y="6148552"/>
                  </a:lnTo>
                  <a:lnTo>
                    <a:pt x="4745190" y="6167183"/>
                  </a:lnTo>
                  <a:lnTo>
                    <a:pt x="4750193" y="6172187"/>
                  </a:lnTo>
                  <a:lnTo>
                    <a:pt x="4761979" y="6172187"/>
                  </a:lnTo>
                  <a:lnTo>
                    <a:pt x="4766970" y="6167183"/>
                  </a:lnTo>
                  <a:lnTo>
                    <a:pt x="4766970" y="6148171"/>
                  </a:lnTo>
                  <a:lnTo>
                    <a:pt x="4802441" y="6148171"/>
                  </a:lnTo>
                  <a:lnTo>
                    <a:pt x="4805413" y="6146825"/>
                  </a:lnTo>
                  <a:lnTo>
                    <a:pt x="4812690" y="6138494"/>
                  </a:lnTo>
                  <a:lnTo>
                    <a:pt x="4817351" y="6132068"/>
                  </a:lnTo>
                  <a:lnTo>
                    <a:pt x="4820767" y="6126353"/>
                  </a:lnTo>
                  <a:lnTo>
                    <a:pt x="4821415" y="6125273"/>
                  </a:lnTo>
                  <a:lnTo>
                    <a:pt x="4877905" y="6172784"/>
                  </a:lnTo>
                  <a:lnTo>
                    <a:pt x="4884763" y="6172187"/>
                  </a:lnTo>
                  <a:lnTo>
                    <a:pt x="4889385" y="6166688"/>
                  </a:lnTo>
                  <a:lnTo>
                    <a:pt x="4889982" y="6165710"/>
                  </a:lnTo>
                  <a:lnTo>
                    <a:pt x="4890262" y="6164973"/>
                  </a:lnTo>
                  <a:lnTo>
                    <a:pt x="4890389" y="6164643"/>
                  </a:lnTo>
                  <a:lnTo>
                    <a:pt x="4894834" y="6150076"/>
                  </a:lnTo>
                  <a:lnTo>
                    <a:pt x="4894935" y="6149746"/>
                  </a:lnTo>
                  <a:lnTo>
                    <a:pt x="4896624" y="6141796"/>
                  </a:lnTo>
                  <a:lnTo>
                    <a:pt x="4900523" y="6105474"/>
                  </a:lnTo>
                  <a:lnTo>
                    <a:pt x="4900600" y="6103607"/>
                  </a:lnTo>
                  <a:close/>
                </a:path>
                <a:path w="5104765" h="6424930">
                  <a:moveTo>
                    <a:pt x="5104549" y="6176188"/>
                  </a:moveTo>
                  <a:lnTo>
                    <a:pt x="5099697" y="6171298"/>
                  </a:lnTo>
                  <a:lnTo>
                    <a:pt x="5093665" y="6171298"/>
                  </a:lnTo>
                  <a:lnTo>
                    <a:pt x="5068379" y="6176442"/>
                  </a:lnTo>
                  <a:lnTo>
                    <a:pt x="5047742" y="6190412"/>
                  </a:lnTo>
                  <a:lnTo>
                    <a:pt x="5033848" y="6211100"/>
                  </a:lnTo>
                  <a:lnTo>
                    <a:pt x="5028781" y="6236436"/>
                  </a:lnTo>
                  <a:lnTo>
                    <a:pt x="5028781" y="6244679"/>
                  </a:lnTo>
                  <a:lnTo>
                    <a:pt x="5030317" y="6252832"/>
                  </a:lnTo>
                  <a:lnTo>
                    <a:pt x="5033403" y="6260477"/>
                  </a:lnTo>
                  <a:lnTo>
                    <a:pt x="5025949" y="6264287"/>
                  </a:lnTo>
                  <a:lnTo>
                    <a:pt x="5019141" y="6269101"/>
                  </a:lnTo>
                  <a:lnTo>
                    <a:pt x="5013122" y="6274841"/>
                  </a:lnTo>
                  <a:lnTo>
                    <a:pt x="5007953" y="6281432"/>
                  </a:lnTo>
                  <a:lnTo>
                    <a:pt x="4994681" y="6279781"/>
                  </a:lnTo>
                  <a:lnTo>
                    <a:pt x="4981384" y="6280162"/>
                  </a:lnTo>
                  <a:lnTo>
                    <a:pt x="4968291" y="6282537"/>
                  </a:lnTo>
                  <a:lnTo>
                    <a:pt x="4955641" y="6286881"/>
                  </a:lnTo>
                  <a:lnTo>
                    <a:pt x="4939703" y="6275032"/>
                  </a:lnTo>
                  <a:lnTo>
                    <a:pt x="4921123" y="6270371"/>
                  </a:lnTo>
                  <a:lnTo>
                    <a:pt x="4902136" y="6273038"/>
                  </a:lnTo>
                  <a:lnTo>
                    <a:pt x="4885029" y="6283160"/>
                  </a:lnTo>
                  <a:lnTo>
                    <a:pt x="4879035" y="6289611"/>
                  </a:lnTo>
                  <a:lnTo>
                    <a:pt x="4874298" y="6296952"/>
                  </a:lnTo>
                  <a:lnTo>
                    <a:pt x="4870920" y="6305016"/>
                  </a:lnTo>
                  <a:lnTo>
                    <a:pt x="4868977" y="6313614"/>
                  </a:lnTo>
                  <a:lnTo>
                    <a:pt x="4849469" y="6325146"/>
                  </a:lnTo>
                  <a:lnTo>
                    <a:pt x="4836350" y="6342659"/>
                  </a:lnTo>
                  <a:lnTo>
                    <a:pt x="4830750" y="6363817"/>
                  </a:lnTo>
                  <a:lnTo>
                    <a:pt x="4833798" y="6386296"/>
                  </a:lnTo>
                  <a:lnTo>
                    <a:pt x="4842065" y="6401854"/>
                  </a:lnTo>
                  <a:lnTo>
                    <a:pt x="4854359" y="6413919"/>
                  </a:lnTo>
                  <a:lnTo>
                    <a:pt x="4869675" y="6421755"/>
                  </a:lnTo>
                  <a:lnTo>
                    <a:pt x="4887036" y="6424663"/>
                  </a:lnTo>
                  <a:lnTo>
                    <a:pt x="4893068" y="6424663"/>
                  </a:lnTo>
                  <a:lnTo>
                    <a:pt x="4897920" y="6419786"/>
                  </a:lnTo>
                  <a:lnTo>
                    <a:pt x="4897920" y="6407734"/>
                  </a:lnTo>
                  <a:lnTo>
                    <a:pt x="4893068" y="6402845"/>
                  </a:lnTo>
                  <a:lnTo>
                    <a:pt x="4887036" y="6402845"/>
                  </a:lnTo>
                  <a:lnTo>
                    <a:pt x="4873320" y="6400025"/>
                  </a:lnTo>
                  <a:lnTo>
                    <a:pt x="4862157" y="6392418"/>
                  </a:lnTo>
                  <a:lnTo>
                    <a:pt x="4854651" y="6381166"/>
                  </a:lnTo>
                  <a:lnTo>
                    <a:pt x="4851933" y="6367412"/>
                  </a:lnTo>
                  <a:lnTo>
                    <a:pt x="4854181" y="6355156"/>
                  </a:lnTo>
                  <a:lnTo>
                    <a:pt x="4860302" y="6344717"/>
                  </a:lnTo>
                  <a:lnTo>
                    <a:pt x="4869599" y="6336957"/>
                  </a:lnTo>
                  <a:lnTo>
                    <a:pt x="4881308" y="6332753"/>
                  </a:lnTo>
                  <a:lnTo>
                    <a:pt x="4886757" y="6331852"/>
                  </a:lnTo>
                  <a:lnTo>
                    <a:pt x="4890655" y="6327000"/>
                  </a:lnTo>
                  <a:lnTo>
                    <a:pt x="4918519" y="6291910"/>
                  </a:lnTo>
                  <a:lnTo>
                    <a:pt x="4925276" y="6291910"/>
                  </a:lnTo>
                  <a:lnTo>
                    <a:pt x="4931816" y="6294336"/>
                  </a:lnTo>
                  <a:lnTo>
                    <a:pt x="4936947" y="6298768"/>
                  </a:lnTo>
                  <a:lnTo>
                    <a:pt x="4931130" y="6304140"/>
                  </a:lnTo>
                  <a:lnTo>
                    <a:pt x="4926190" y="6310401"/>
                  </a:lnTo>
                  <a:lnTo>
                    <a:pt x="4919383" y="6322593"/>
                  </a:lnTo>
                  <a:lnTo>
                    <a:pt x="4921288" y="6329235"/>
                  </a:lnTo>
                  <a:lnTo>
                    <a:pt x="4931816" y="6335077"/>
                  </a:lnTo>
                  <a:lnTo>
                    <a:pt x="4938433" y="6333172"/>
                  </a:lnTo>
                  <a:lnTo>
                    <a:pt x="4945342" y="6320714"/>
                  </a:lnTo>
                  <a:lnTo>
                    <a:pt x="4950968" y="6314554"/>
                  </a:lnTo>
                  <a:lnTo>
                    <a:pt x="4957724" y="6309906"/>
                  </a:lnTo>
                  <a:lnTo>
                    <a:pt x="4970157" y="6304521"/>
                  </a:lnTo>
                  <a:lnTo>
                    <a:pt x="4983277" y="6301791"/>
                  </a:lnTo>
                  <a:lnTo>
                    <a:pt x="4996700" y="6301752"/>
                  </a:lnTo>
                  <a:lnTo>
                    <a:pt x="5009997" y="6304445"/>
                  </a:lnTo>
                  <a:lnTo>
                    <a:pt x="5015255" y="6306134"/>
                  </a:lnTo>
                  <a:lnTo>
                    <a:pt x="5020932" y="6303607"/>
                  </a:lnTo>
                  <a:lnTo>
                    <a:pt x="5057229" y="6277178"/>
                  </a:lnTo>
                  <a:lnTo>
                    <a:pt x="5062855" y="6277737"/>
                  </a:lnTo>
                  <a:lnTo>
                    <a:pt x="5073701" y="6281902"/>
                  </a:lnTo>
                  <a:lnTo>
                    <a:pt x="5080000" y="6279096"/>
                  </a:lnTo>
                  <a:lnTo>
                    <a:pt x="5084229" y="6268085"/>
                  </a:lnTo>
                  <a:lnTo>
                    <a:pt x="5081727" y="6261989"/>
                  </a:lnTo>
                  <a:lnTo>
                    <a:pt x="5069700" y="6256871"/>
                  </a:lnTo>
                  <a:lnTo>
                    <a:pt x="5062486" y="6255601"/>
                  </a:lnTo>
                  <a:lnTo>
                    <a:pt x="5055235" y="6255905"/>
                  </a:lnTo>
                  <a:lnTo>
                    <a:pt x="5052149" y="6249898"/>
                  </a:lnTo>
                  <a:lnTo>
                    <a:pt x="5050561" y="6243244"/>
                  </a:lnTo>
                  <a:lnTo>
                    <a:pt x="5050561" y="6236487"/>
                  </a:lnTo>
                  <a:lnTo>
                    <a:pt x="5053914" y="6219634"/>
                  </a:lnTo>
                  <a:lnTo>
                    <a:pt x="5063147" y="6205867"/>
                  </a:lnTo>
                  <a:lnTo>
                    <a:pt x="5076850" y="6196558"/>
                  </a:lnTo>
                  <a:lnTo>
                    <a:pt x="5093665" y="6193117"/>
                  </a:lnTo>
                  <a:lnTo>
                    <a:pt x="5099697" y="6193117"/>
                  </a:lnTo>
                  <a:lnTo>
                    <a:pt x="5104549" y="6188240"/>
                  </a:lnTo>
                  <a:lnTo>
                    <a:pt x="5104549" y="6176188"/>
                  </a:lnTo>
                  <a:close/>
                </a:path>
              </a:pathLst>
            </a:custGeom>
            <a:solidFill>
              <a:srgbClr val="276A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60444" y="6298829"/>
              <a:ext cx="96772" cy="9695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55287" y="6670420"/>
              <a:ext cx="2020150" cy="248666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006317" y="471677"/>
            <a:ext cx="1889378" cy="1913763"/>
          </a:xfrm>
          <a:prstGeom prst="rect">
            <a:avLst/>
          </a:prstGeom>
        </p:spPr>
      </p:pic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8" rIns="0" bIns="0" rtlCol="0" vert="horz">
            <a:spAutoFit/>
          </a:bodyPr>
          <a:lstStyle/>
          <a:p>
            <a:pPr marL="4927600">
              <a:lnSpc>
                <a:spcPct val="100000"/>
              </a:lnSpc>
              <a:spcBef>
                <a:spcPts val="100"/>
              </a:spcBef>
            </a:pPr>
            <a:r>
              <a:rPr dirty="0" sz="6000" spc="-705"/>
              <a:t>ROI</a:t>
            </a:r>
            <a:endParaRPr sz="6000"/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-295"/>
              <a:t>12</a:t>
            </a:fld>
          </a:p>
        </p:txBody>
      </p:sp>
      <p:sp>
        <p:nvSpPr>
          <p:cNvPr id="15" name="object 15"/>
          <p:cNvSpPr txBox="1"/>
          <p:nvPr/>
        </p:nvSpPr>
        <p:spPr>
          <a:xfrm>
            <a:off x="14302866" y="4814468"/>
            <a:ext cx="3545840" cy="1511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6100"/>
              </a:lnSpc>
              <a:spcBef>
                <a:spcPts val="100"/>
              </a:spcBef>
            </a:pPr>
            <a:r>
              <a:rPr dirty="0" sz="2800" spc="-114">
                <a:solidFill>
                  <a:srgbClr val="276A89"/>
                </a:solidFill>
                <a:latin typeface="Arial Black"/>
                <a:cs typeface="Arial Black"/>
              </a:rPr>
              <a:t>Budget</a:t>
            </a:r>
            <a:r>
              <a:rPr dirty="0" sz="2800" spc="-220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2800" spc="-150">
                <a:solidFill>
                  <a:srgbClr val="276A89"/>
                </a:solidFill>
                <a:latin typeface="Arial Black"/>
                <a:cs typeface="Arial Black"/>
              </a:rPr>
              <a:t>expected</a:t>
            </a:r>
            <a:r>
              <a:rPr dirty="0" sz="2800" spc="-204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2800" spc="-65">
                <a:solidFill>
                  <a:srgbClr val="276A89"/>
                </a:solidFill>
                <a:latin typeface="Arial Black"/>
                <a:cs typeface="Arial Black"/>
              </a:rPr>
              <a:t>to </a:t>
            </a:r>
            <a:r>
              <a:rPr dirty="0" sz="2800" spc="-120">
                <a:solidFill>
                  <a:srgbClr val="276A89"/>
                </a:solidFill>
                <a:latin typeface="Arial Black"/>
                <a:cs typeface="Arial Black"/>
              </a:rPr>
              <a:t>grow</a:t>
            </a:r>
            <a:r>
              <a:rPr dirty="0" sz="2800" spc="-250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2800" spc="-390">
                <a:solidFill>
                  <a:srgbClr val="276A89"/>
                </a:solidFill>
                <a:latin typeface="Arial Black"/>
                <a:cs typeface="Arial Black"/>
              </a:rPr>
              <a:t>1.5</a:t>
            </a:r>
            <a:r>
              <a:rPr dirty="0" sz="2800" spc="-250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2800" spc="-114">
                <a:solidFill>
                  <a:srgbClr val="276A89"/>
                </a:solidFill>
                <a:latin typeface="Arial Black"/>
                <a:cs typeface="Arial Black"/>
              </a:rPr>
              <a:t>times</a:t>
            </a:r>
            <a:r>
              <a:rPr dirty="0" sz="2800" spc="-240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2800" spc="-105">
                <a:solidFill>
                  <a:srgbClr val="276A89"/>
                </a:solidFill>
                <a:latin typeface="Arial Black"/>
                <a:cs typeface="Arial Black"/>
              </a:rPr>
              <a:t>in</a:t>
            </a:r>
            <a:r>
              <a:rPr dirty="0" sz="2800" spc="-250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2800" spc="-315">
                <a:solidFill>
                  <a:srgbClr val="276A89"/>
                </a:solidFill>
                <a:latin typeface="Arial Black"/>
                <a:cs typeface="Arial Black"/>
              </a:rPr>
              <a:t>2 </a:t>
            </a:r>
            <a:r>
              <a:rPr dirty="0" sz="2800" spc="-10">
                <a:solidFill>
                  <a:srgbClr val="276A89"/>
                </a:solidFill>
                <a:latin typeface="Arial Black"/>
                <a:cs typeface="Arial Black"/>
              </a:rPr>
              <a:t>years.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65852" y="5801105"/>
            <a:ext cx="4857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85">
                <a:solidFill>
                  <a:srgbClr val="276A89"/>
                </a:solidFill>
                <a:latin typeface="Arial Black"/>
                <a:cs typeface="Arial Black"/>
              </a:rPr>
              <a:t>MVP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17062" y="2375661"/>
            <a:ext cx="16833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85">
                <a:solidFill>
                  <a:srgbClr val="276A89"/>
                </a:solidFill>
                <a:latin typeface="Arial Black"/>
                <a:cs typeface="Arial Black"/>
              </a:rPr>
              <a:t>ROI</a:t>
            </a:r>
            <a:r>
              <a:rPr dirty="0" sz="1700" spc="-150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700" spc="-60">
                <a:solidFill>
                  <a:srgbClr val="276A89"/>
                </a:solidFill>
                <a:latin typeface="Arial Black"/>
                <a:cs typeface="Arial Black"/>
              </a:rPr>
              <a:t>calculation</a:t>
            </a:r>
            <a:endParaRPr sz="17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8288000" cy="10036175"/>
            </a:xfrm>
            <a:custGeom>
              <a:avLst/>
              <a:gdLst/>
              <a:ahLst/>
              <a:cxnLst/>
              <a:rect l="l" t="t" r="r" b="b"/>
              <a:pathLst>
                <a:path w="18288000" h="10036175">
                  <a:moveTo>
                    <a:pt x="0" y="10035628"/>
                  </a:moveTo>
                  <a:lnTo>
                    <a:pt x="18288000" y="10035628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10035628"/>
                  </a:lnTo>
                  <a:close/>
                </a:path>
              </a:pathLst>
            </a:custGeom>
            <a:solidFill>
              <a:srgbClr val="FFFFFF">
                <a:alpha val="8588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5007631"/>
              <a:ext cx="18288000" cy="2374900"/>
            </a:xfrm>
            <a:custGeom>
              <a:avLst/>
              <a:gdLst/>
              <a:ahLst/>
              <a:cxnLst/>
              <a:rect l="l" t="t" r="r" b="b"/>
              <a:pathLst>
                <a:path w="18288000" h="2374900">
                  <a:moveTo>
                    <a:pt x="6436153" y="914399"/>
                  </a:moveTo>
                  <a:lnTo>
                    <a:pt x="2764734" y="914399"/>
                  </a:lnTo>
                  <a:lnTo>
                    <a:pt x="2334242" y="1028699"/>
                  </a:lnTo>
                  <a:lnTo>
                    <a:pt x="2286900" y="1028699"/>
                  </a:lnTo>
                  <a:lnTo>
                    <a:pt x="871741" y="1422399"/>
                  </a:lnTo>
                  <a:lnTo>
                    <a:pt x="827883" y="1447799"/>
                  </a:lnTo>
                  <a:lnTo>
                    <a:pt x="395907" y="1574799"/>
                  </a:lnTo>
                  <a:lnTo>
                    <a:pt x="353382" y="1600199"/>
                  </a:lnTo>
                  <a:lnTo>
                    <a:pt x="100867" y="1676399"/>
                  </a:lnTo>
                  <a:lnTo>
                    <a:pt x="59226" y="1701799"/>
                  </a:lnTo>
                  <a:lnTo>
                    <a:pt x="17714" y="1714499"/>
                  </a:lnTo>
                  <a:lnTo>
                    <a:pt x="0" y="1714499"/>
                  </a:lnTo>
                  <a:lnTo>
                    <a:pt x="0" y="2374899"/>
                  </a:lnTo>
                  <a:lnTo>
                    <a:pt x="28595" y="2374899"/>
                  </a:lnTo>
                  <a:lnTo>
                    <a:pt x="69193" y="2349499"/>
                  </a:lnTo>
                  <a:lnTo>
                    <a:pt x="315577" y="2273299"/>
                  </a:lnTo>
                  <a:lnTo>
                    <a:pt x="357103" y="2247899"/>
                  </a:lnTo>
                  <a:lnTo>
                    <a:pt x="651396" y="2158999"/>
                  </a:lnTo>
                  <a:lnTo>
                    <a:pt x="693947" y="2133599"/>
                  </a:lnTo>
                  <a:lnTo>
                    <a:pt x="1258328" y="1968499"/>
                  </a:lnTo>
                  <a:lnTo>
                    <a:pt x="1302584" y="1943099"/>
                  </a:lnTo>
                  <a:lnTo>
                    <a:pt x="2072415" y="1727199"/>
                  </a:lnTo>
                  <a:lnTo>
                    <a:pt x="2118694" y="1727199"/>
                  </a:lnTo>
                  <a:lnTo>
                    <a:pt x="2682206" y="1574799"/>
                  </a:lnTo>
                  <a:lnTo>
                    <a:pt x="2729828" y="1574799"/>
                  </a:lnTo>
                  <a:lnTo>
                    <a:pt x="3065926" y="1485899"/>
                  </a:lnTo>
                  <a:lnTo>
                    <a:pt x="3114325" y="1485899"/>
                  </a:lnTo>
                  <a:lnTo>
                    <a:pt x="3357726" y="1422399"/>
                  </a:lnTo>
                  <a:lnTo>
                    <a:pt x="3406683" y="1422399"/>
                  </a:lnTo>
                  <a:lnTo>
                    <a:pt x="3652823" y="1358899"/>
                  </a:lnTo>
                  <a:lnTo>
                    <a:pt x="3702317" y="1358899"/>
                  </a:lnTo>
                  <a:lnTo>
                    <a:pt x="3851323" y="1320799"/>
                  </a:lnTo>
                  <a:lnTo>
                    <a:pt x="3901164" y="1320799"/>
                  </a:lnTo>
                  <a:lnTo>
                    <a:pt x="4051195" y="1282699"/>
                  </a:lnTo>
                  <a:lnTo>
                    <a:pt x="4101373" y="1282699"/>
                  </a:lnTo>
                  <a:lnTo>
                    <a:pt x="4252400" y="1244599"/>
                  </a:lnTo>
                  <a:lnTo>
                    <a:pt x="4302906" y="1244599"/>
                  </a:lnTo>
                  <a:lnTo>
                    <a:pt x="4454902" y="1206499"/>
                  </a:lnTo>
                  <a:lnTo>
                    <a:pt x="4505726" y="1206499"/>
                  </a:lnTo>
                  <a:lnTo>
                    <a:pt x="4607607" y="1181099"/>
                  </a:lnTo>
                  <a:lnTo>
                    <a:pt x="4658663" y="1181099"/>
                  </a:lnTo>
                  <a:lnTo>
                    <a:pt x="4761004" y="1155699"/>
                  </a:lnTo>
                  <a:lnTo>
                    <a:pt x="4812287" y="1155699"/>
                  </a:lnTo>
                  <a:lnTo>
                    <a:pt x="4915077" y="1130299"/>
                  </a:lnTo>
                  <a:lnTo>
                    <a:pt x="4966582" y="1130299"/>
                  </a:lnTo>
                  <a:lnTo>
                    <a:pt x="5069811" y="1104899"/>
                  </a:lnTo>
                  <a:lnTo>
                    <a:pt x="5121533" y="1104899"/>
                  </a:lnTo>
                  <a:lnTo>
                    <a:pt x="5225190" y="1079499"/>
                  </a:lnTo>
                  <a:lnTo>
                    <a:pt x="5277123" y="1079499"/>
                  </a:lnTo>
                  <a:lnTo>
                    <a:pt x="5381197" y="1054099"/>
                  </a:lnTo>
                  <a:lnTo>
                    <a:pt x="5433337" y="1054099"/>
                  </a:lnTo>
                  <a:lnTo>
                    <a:pt x="5485544" y="1041399"/>
                  </a:lnTo>
                  <a:lnTo>
                    <a:pt x="5537818" y="1041399"/>
                  </a:lnTo>
                  <a:lnTo>
                    <a:pt x="5642565" y="1015999"/>
                  </a:lnTo>
                  <a:lnTo>
                    <a:pt x="5695036" y="1015999"/>
                  </a:lnTo>
                  <a:lnTo>
                    <a:pt x="5747572" y="1003299"/>
                  </a:lnTo>
                  <a:lnTo>
                    <a:pt x="5800172" y="1003299"/>
                  </a:lnTo>
                  <a:lnTo>
                    <a:pt x="5905562" y="977899"/>
                  </a:lnTo>
                  <a:lnTo>
                    <a:pt x="5958351" y="977899"/>
                  </a:lnTo>
                  <a:lnTo>
                    <a:pt x="6011201" y="965199"/>
                  </a:lnTo>
                  <a:lnTo>
                    <a:pt x="6064112" y="965199"/>
                  </a:lnTo>
                  <a:lnTo>
                    <a:pt x="6117084" y="952499"/>
                  </a:lnTo>
                  <a:lnTo>
                    <a:pt x="6170116" y="952499"/>
                  </a:lnTo>
                  <a:lnTo>
                    <a:pt x="6223207" y="939799"/>
                  </a:lnTo>
                  <a:lnTo>
                    <a:pt x="6276357" y="939799"/>
                  </a:lnTo>
                  <a:lnTo>
                    <a:pt x="6329565" y="927099"/>
                  </a:lnTo>
                  <a:lnTo>
                    <a:pt x="6382831" y="927099"/>
                  </a:lnTo>
                  <a:lnTo>
                    <a:pt x="6436153" y="914399"/>
                  </a:lnTo>
                  <a:close/>
                </a:path>
                <a:path w="18288000" h="2374900">
                  <a:moveTo>
                    <a:pt x="18287999" y="774699"/>
                  </a:moveTo>
                  <a:lnTo>
                    <a:pt x="14471038" y="774699"/>
                  </a:lnTo>
                  <a:lnTo>
                    <a:pt x="14521372" y="787399"/>
                  </a:lnTo>
                  <a:lnTo>
                    <a:pt x="14571622" y="787399"/>
                  </a:lnTo>
                  <a:lnTo>
                    <a:pt x="14621788" y="800099"/>
                  </a:lnTo>
                  <a:lnTo>
                    <a:pt x="14721863" y="800099"/>
                  </a:lnTo>
                  <a:lnTo>
                    <a:pt x="14771772" y="812799"/>
                  </a:lnTo>
                  <a:lnTo>
                    <a:pt x="14821595" y="812799"/>
                  </a:lnTo>
                  <a:lnTo>
                    <a:pt x="14871330" y="825499"/>
                  </a:lnTo>
                  <a:lnTo>
                    <a:pt x="14970537" y="825499"/>
                  </a:lnTo>
                  <a:lnTo>
                    <a:pt x="15020007" y="838199"/>
                  </a:lnTo>
                  <a:lnTo>
                    <a:pt x="15069388" y="838199"/>
                  </a:lnTo>
                  <a:lnTo>
                    <a:pt x="15118679" y="850899"/>
                  </a:lnTo>
                  <a:lnTo>
                    <a:pt x="15167880" y="850899"/>
                  </a:lnTo>
                  <a:lnTo>
                    <a:pt x="15216989" y="863599"/>
                  </a:lnTo>
                  <a:lnTo>
                    <a:pt x="15266007" y="863599"/>
                  </a:lnTo>
                  <a:lnTo>
                    <a:pt x="15314933" y="876299"/>
                  </a:lnTo>
                  <a:lnTo>
                    <a:pt x="15363766" y="876299"/>
                  </a:lnTo>
                  <a:lnTo>
                    <a:pt x="15412507" y="888999"/>
                  </a:lnTo>
                  <a:lnTo>
                    <a:pt x="15461153" y="888999"/>
                  </a:lnTo>
                  <a:lnTo>
                    <a:pt x="15509705" y="901699"/>
                  </a:lnTo>
                  <a:lnTo>
                    <a:pt x="15558162" y="901699"/>
                  </a:lnTo>
                  <a:lnTo>
                    <a:pt x="15606524" y="914399"/>
                  </a:lnTo>
                  <a:lnTo>
                    <a:pt x="15654790" y="914399"/>
                  </a:lnTo>
                  <a:lnTo>
                    <a:pt x="15702959" y="927099"/>
                  </a:lnTo>
                  <a:lnTo>
                    <a:pt x="15751032" y="927099"/>
                  </a:lnTo>
                  <a:lnTo>
                    <a:pt x="15799007" y="939799"/>
                  </a:lnTo>
                  <a:lnTo>
                    <a:pt x="15846883" y="939799"/>
                  </a:lnTo>
                  <a:lnTo>
                    <a:pt x="15894662" y="952499"/>
                  </a:lnTo>
                  <a:lnTo>
                    <a:pt x="15942340" y="952499"/>
                  </a:lnTo>
                  <a:lnTo>
                    <a:pt x="15989920" y="965199"/>
                  </a:lnTo>
                  <a:lnTo>
                    <a:pt x="16037398" y="965199"/>
                  </a:lnTo>
                  <a:lnTo>
                    <a:pt x="16132053" y="990599"/>
                  </a:lnTo>
                  <a:lnTo>
                    <a:pt x="16179228" y="990599"/>
                  </a:lnTo>
                  <a:lnTo>
                    <a:pt x="16226300" y="1003299"/>
                  </a:lnTo>
                  <a:lnTo>
                    <a:pt x="16273269" y="1003299"/>
                  </a:lnTo>
                  <a:lnTo>
                    <a:pt x="16320134" y="1015999"/>
                  </a:lnTo>
                  <a:lnTo>
                    <a:pt x="16366896" y="1015999"/>
                  </a:lnTo>
                  <a:lnTo>
                    <a:pt x="16460104" y="1041399"/>
                  </a:lnTo>
                  <a:lnTo>
                    <a:pt x="16506550" y="1041399"/>
                  </a:lnTo>
                  <a:lnTo>
                    <a:pt x="16599122" y="1066799"/>
                  </a:lnTo>
                  <a:lnTo>
                    <a:pt x="16645247" y="1066799"/>
                  </a:lnTo>
                  <a:lnTo>
                    <a:pt x="16691264" y="1079499"/>
                  </a:lnTo>
                  <a:lnTo>
                    <a:pt x="16737173" y="1079499"/>
                  </a:lnTo>
                  <a:lnTo>
                    <a:pt x="16828662" y="1104899"/>
                  </a:lnTo>
                  <a:lnTo>
                    <a:pt x="16874242" y="1104899"/>
                  </a:lnTo>
                  <a:lnTo>
                    <a:pt x="16965069" y="1130299"/>
                  </a:lnTo>
                  <a:lnTo>
                    <a:pt x="17010315" y="1130299"/>
                  </a:lnTo>
                  <a:lnTo>
                    <a:pt x="17145378" y="1168399"/>
                  </a:lnTo>
                  <a:lnTo>
                    <a:pt x="17190171" y="1168399"/>
                  </a:lnTo>
                  <a:lnTo>
                    <a:pt x="17279414" y="1193799"/>
                  </a:lnTo>
                  <a:lnTo>
                    <a:pt x="17323863" y="1193799"/>
                  </a:lnTo>
                  <a:lnTo>
                    <a:pt x="17456509" y="1231899"/>
                  </a:lnTo>
                  <a:lnTo>
                    <a:pt x="17500489" y="1231899"/>
                  </a:lnTo>
                  <a:lnTo>
                    <a:pt x="17631718" y="1269999"/>
                  </a:lnTo>
                  <a:lnTo>
                    <a:pt x="17675222" y="1269999"/>
                  </a:lnTo>
                  <a:lnTo>
                    <a:pt x="17805008" y="1308099"/>
                  </a:lnTo>
                  <a:lnTo>
                    <a:pt x="17848027" y="1308099"/>
                  </a:lnTo>
                  <a:lnTo>
                    <a:pt x="18018868" y="1358899"/>
                  </a:lnTo>
                  <a:lnTo>
                    <a:pt x="18061267" y="1358899"/>
                  </a:lnTo>
                  <a:lnTo>
                    <a:pt x="18271371" y="1422399"/>
                  </a:lnTo>
                  <a:lnTo>
                    <a:pt x="18287999" y="1422399"/>
                  </a:lnTo>
                  <a:lnTo>
                    <a:pt x="18287999" y="774699"/>
                  </a:lnTo>
                  <a:close/>
                </a:path>
                <a:path w="18288000" h="2374900">
                  <a:moveTo>
                    <a:pt x="7080256" y="838199"/>
                  </a:moveTo>
                  <a:lnTo>
                    <a:pt x="3104866" y="838199"/>
                  </a:lnTo>
                  <a:lnTo>
                    <a:pt x="2813046" y="914399"/>
                  </a:lnTo>
                  <a:lnTo>
                    <a:pt x="6489532" y="914399"/>
                  </a:lnTo>
                  <a:lnTo>
                    <a:pt x="6542967" y="901699"/>
                  </a:lnTo>
                  <a:lnTo>
                    <a:pt x="6596457" y="901699"/>
                  </a:lnTo>
                  <a:lnTo>
                    <a:pt x="6650002" y="888999"/>
                  </a:lnTo>
                  <a:lnTo>
                    <a:pt x="6703600" y="888999"/>
                  </a:lnTo>
                  <a:lnTo>
                    <a:pt x="6757253" y="876299"/>
                  </a:lnTo>
                  <a:lnTo>
                    <a:pt x="6810958" y="876299"/>
                  </a:lnTo>
                  <a:lnTo>
                    <a:pt x="6864715" y="863599"/>
                  </a:lnTo>
                  <a:lnTo>
                    <a:pt x="6918524" y="863599"/>
                  </a:lnTo>
                  <a:lnTo>
                    <a:pt x="6972384" y="850899"/>
                  </a:lnTo>
                  <a:lnTo>
                    <a:pt x="7026295" y="850899"/>
                  </a:lnTo>
                  <a:lnTo>
                    <a:pt x="7080256" y="838199"/>
                  </a:lnTo>
                  <a:close/>
                </a:path>
                <a:path w="18288000" h="2374900">
                  <a:moveTo>
                    <a:pt x="7731467" y="774699"/>
                  </a:moveTo>
                  <a:lnTo>
                    <a:pt x="3399940" y="774699"/>
                  </a:lnTo>
                  <a:lnTo>
                    <a:pt x="3153822" y="838199"/>
                  </a:lnTo>
                  <a:lnTo>
                    <a:pt x="7188325" y="838199"/>
                  </a:lnTo>
                  <a:lnTo>
                    <a:pt x="7242432" y="825499"/>
                  </a:lnTo>
                  <a:lnTo>
                    <a:pt x="7296586" y="825499"/>
                  </a:lnTo>
                  <a:lnTo>
                    <a:pt x="7350788" y="812799"/>
                  </a:lnTo>
                  <a:lnTo>
                    <a:pt x="7405036" y="812799"/>
                  </a:lnTo>
                  <a:lnTo>
                    <a:pt x="7459330" y="800099"/>
                  </a:lnTo>
                  <a:lnTo>
                    <a:pt x="7568053" y="800099"/>
                  </a:lnTo>
                  <a:lnTo>
                    <a:pt x="7622481" y="787399"/>
                  </a:lnTo>
                  <a:lnTo>
                    <a:pt x="7676953" y="787399"/>
                  </a:lnTo>
                  <a:lnTo>
                    <a:pt x="7731467" y="774699"/>
                  </a:lnTo>
                  <a:close/>
                </a:path>
                <a:path w="18288000" h="2374900">
                  <a:moveTo>
                    <a:pt x="8388774" y="723899"/>
                  </a:moveTo>
                  <a:lnTo>
                    <a:pt x="3648231" y="723899"/>
                  </a:lnTo>
                  <a:lnTo>
                    <a:pt x="3449426" y="774699"/>
                  </a:lnTo>
                  <a:lnTo>
                    <a:pt x="7840622" y="774699"/>
                  </a:lnTo>
                  <a:lnTo>
                    <a:pt x="7895262" y="761999"/>
                  </a:lnTo>
                  <a:lnTo>
                    <a:pt x="8004662" y="761999"/>
                  </a:lnTo>
                  <a:lnTo>
                    <a:pt x="8059422" y="749299"/>
                  </a:lnTo>
                  <a:lnTo>
                    <a:pt x="8169057" y="749299"/>
                  </a:lnTo>
                  <a:lnTo>
                    <a:pt x="8223931" y="736599"/>
                  </a:lnTo>
                  <a:lnTo>
                    <a:pt x="8333790" y="736599"/>
                  </a:lnTo>
                  <a:lnTo>
                    <a:pt x="8388774" y="723899"/>
                  </a:lnTo>
                  <a:close/>
                </a:path>
                <a:path w="18288000" h="2374900">
                  <a:moveTo>
                    <a:pt x="18138629" y="736599"/>
                  </a:moveTo>
                  <a:lnTo>
                    <a:pt x="14014347" y="736599"/>
                  </a:lnTo>
                  <a:lnTo>
                    <a:pt x="14065411" y="749299"/>
                  </a:lnTo>
                  <a:lnTo>
                    <a:pt x="14167303" y="749299"/>
                  </a:lnTo>
                  <a:lnTo>
                    <a:pt x="14218129" y="761999"/>
                  </a:lnTo>
                  <a:lnTo>
                    <a:pt x="14319538" y="761999"/>
                  </a:lnTo>
                  <a:lnTo>
                    <a:pt x="14370121" y="774699"/>
                  </a:lnTo>
                  <a:lnTo>
                    <a:pt x="18266062" y="774699"/>
                  </a:lnTo>
                  <a:lnTo>
                    <a:pt x="18138629" y="736599"/>
                  </a:lnTo>
                  <a:close/>
                </a:path>
                <a:path w="18288000" h="2374900">
                  <a:moveTo>
                    <a:pt x="17923838" y="685799"/>
                  </a:moveTo>
                  <a:lnTo>
                    <a:pt x="13291457" y="685799"/>
                  </a:lnTo>
                  <a:lnTo>
                    <a:pt x="13343570" y="698499"/>
                  </a:lnTo>
                  <a:lnTo>
                    <a:pt x="13499478" y="698499"/>
                  </a:lnTo>
                  <a:lnTo>
                    <a:pt x="13551303" y="711199"/>
                  </a:lnTo>
                  <a:lnTo>
                    <a:pt x="13706332" y="711199"/>
                  </a:lnTo>
                  <a:lnTo>
                    <a:pt x="13757859" y="723899"/>
                  </a:lnTo>
                  <a:lnTo>
                    <a:pt x="13860685" y="723899"/>
                  </a:lnTo>
                  <a:lnTo>
                    <a:pt x="13911983" y="736599"/>
                  </a:lnTo>
                  <a:lnTo>
                    <a:pt x="18095909" y="736599"/>
                  </a:lnTo>
                  <a:lnTo>
                    <a:pt x="17923838" y="685799"/>
                  </a:lnTo>
                  <a:close/>
                </a:path>
                <a:path w="18288000" h="2374900">
                  <a:moveTo>
                    <a:pt x="8995795" y="685799"/>
                  </a:moveTo>
                  <a:lnTo>
                    <a:pt x="3848381" y="685799"/>
                  </a:lnTo>
                  <a:lnTo>
                    <a:pt x="3698144" y="723899"/>
                  </a:lnTo>
                  <a:lnTo>
                    <a:pt x="8498847" y="723899"/>
                  </a:lnTo>
                  <a:lnTo>
                    <a:pt x="8553934" y="711199"/>
                  </a:lnTo>
                  <a:lnTo>
                    <a:pt x="8719397" y="711199"/>
                  </a:lnTo>
                  <a:lnTo>
                    <a:pt x="8774615" y="698499"/>
                  </a:lnTo>
                  <a:lnTo>
                    <a:pt x="8940455" y="698499"/>
                  </a:lnTo>
                  <a:lnTo>
                    <a:pt x="8995795" y="685799"/>
                  </a:lnTo>
                  <a:close/>
                </a:path>
                <a:path w="18288000" h="2374900">
                  <a:moveTo>
                    <a:pt x="9832893" y="647699"/>
                  </a:moveTo>
                  <a:lnTo>
                    <a:pt x="4049840" y="647699"/>
                  </a:lnTo>
                  <a:lnTo>
                    <a:pt x="3898625" y="685799"/>
                  </a:lnTo>
                  <a:lnTo>
                    <a:pt x="9163770" y="685799"/>
                  </a:lnTo>
                  <a:lnTo>
                    <a:pt x="9219704" y="673099"/>
                  </a:lnTo>
                  <a:lnTo>
                    <a:pt x="9443137" y="673099"/>
                  </a:lnTo>
                  <a:lnTo>
                    <a:pt x="9498917" y="660399"/>
                  </a:lnTo>
                  <a:lnTo>
                    <a:pt x="9777317" y="660399"/>
                  </a:lnTo>
                  <a:lnTo>
                    <a:pt x="9832893" y="647699"/>
                  </a:lnTo>
                  <a:close/>
                </a:path>
                <a:path w="18288000" h="2374900">
                  <a:moveTo>
                    <a:pt x="17749881" y="647699"/>
                  </a:moveTo>
                  <a:lnTo>
                    <a:pt x="12501577" y="647699"/>
                  </a:lnTo>
                  <a:lnTo>
                    <a:pt x="12554695" y="660399"/>
                  </a:lnTo>
                  <a:lnTo>
                    <a:pt x="12819322" y="660399"/>
                  </a:lnTo>
                  <a:lnTo>
                    <a:pt x="12872053" y="673099"/>
                  </a:lnTo>
                  <a:lnTo>
                    <a:pt x="13082304" y="673099"/>
                  </a:lnTo>
                  <a:lnTo>
                    <a:pt x="13134696" y="685799"/>
                  </a:lnTo>
                  <a:lnTo>
                    <a:pt x="17880524" y="685799"/>
                  </a:lnTo>
                  <a:lnTo>
                    <a:pt x="17749881" y="647699"/>
                  </a:lnTo>
                  <a:close/>
                </a:path>
                <a:path w="18288000" h="2374900">
                  <a:moveTo>
                    <a:pt x="17574071" y="609599"/>
                  </a:moveTo>
                  <a:lnTo>
                    <a:pt x="4252572" y="609599"/>
                  </a:lnTo>
                  <a:lnTo>
                    <a:pt x="4100405" y="647699"/>
                  </a:lnTo>
                  <a:lnTo>
                    <a:pt x="10220895" y="647699"/>
                  </a:lnTo>
                  <a:lnTo>
                    <a:pt x="10276170" y="634999"/>
                  </a:lnTo>
                  <a:lnTo>
                    <a:pt x="17662205" y="634999"/>
                  </a:lnTo>
                  <a:lnTo>
                    <a:pt x="17574071" y="609599"/>
                  </a:lnTo>
                  <a:close/>
                </a:path>
                <a:path w="18288000" h="2374900">
                  <a:moveTo>
                    <a:pt x="17662205" y="634999"/>
                  </a:moveTo>
                  <a:lnTo>
                    <a:pt x="12074434" y="634999"/>
                  </a:lnTo>
                  <a:lnTo>
                    <a:pt x="12128036" y="647699"/>
                  </a:lnTo>
                  <a:lnTo>
                    <a:pt x="17706101" y="647699"/>
                  </a:lnTo>
                  <a:lnTo>
                    <a:pt x="17662205" y="634999"/>
                  </a:lnTo>
                  <a:close/>
                </a:path>
                <a:path w="18288000" h="2374900">
                  <a:moveTo>
                    <a:pt x="17262049" y="546099"/>
                  </a:moveTo>
                  <a:lnTo>
                    <a:pt x="4610306" y="546099"/>
                  </a:lnTo>
                  <a:lnTo>
                    <a:pt x="4456540" y="584199"/>
                  </a:lnTo>
                  <a:lnTo>
                    <a:pt x="4405434" y="584199"/>
                  </a:lnTo>
                  <a:lnTo>
                    <a:pt x="4303450" y="609599"/>
                  </a:lnTo>
                  <a:lnTo>
                    <a:pt x="17529834" y="609599"/>
                  </a:lnTo>
                  <a:lnTo>
                    <a:pt x="17396443" y="571499"/>
                  </a:lnTo>
                  <a:lnTo>
                    <a:pt x="17351756" y="571499"/>
                  </a:lnTo>
                  <a:lnTo>
                    <a:pt x="17262049" y="546099"/>
                  </a:lnTo>
                  <a:close/>
                </a:path>
                <a:path w="18288000" h="2374900">
                  <a:moveTo>
                    <a:pt x="17126664" y="520699"/>
                  </a:moveTo>
                  <a:lnTo>
                    <a:pt x="4764730" y="520699"/>
                  </a:lnTo>
                  <a:lnTo>
                    <a:pt x="4661708" y="546099"/>
                  </a:lnTo>
                  <a:lnTo>
                    <a:pt x="17217030" y="546099"/>
                  </a:lnTo>
                  <a:lnTo>
                    <a:pt x="17126664" y="520699"/>
                  </a:lnTo>
                  <a:close/>
                </a:path>
                <a:path w="18288000" h="2374900">
                  <a:moveTo>
                    <a:pt x="16990304" y="495299"/>
                  </a:moveTo>
                  <a:lnTo>
                    <a:pt x="4919799" y="495299"/>
                  </a:lnTo>
                  <a:lnTo>
                    <a:pt x="4816349" y="520699"/>
                  </a:lnTo>
                  <a:lnTo>
                    <a:pt x="17081319" y="520699"/>
                  </a:lnTo>
                  <a:lnTo>
                    <a:pt x="16990304" y="495299"/>
                  </a:lnTo>
                  <a:close/>
                </a:path>
                <a:path w="18288000" h="2374900">
                  <a:moveTo>
                    <a:pt x="16852982" y="469899"/>
                  </a:moveTo>
                  <a:lnTo>
                    <a:pt x="5075496" y="469899"/>
                  </a:lnTo>
                  <a:lnTo>
                    <a:pt x="4971629" y="495299"/>
                  </a:lnTo>
                  <a:lnTo>
                    <a:pt x="16944636" y="495299"/>
                  </a:lnTo>
                  <a:lnTo>
                    <a:pt x="16852982" y="469899"/>
                  </a:lnTo>
                  <a:close/>
                </a:path>
                <a:path w="18288000" h="2374900">
                  <a:moveTo>
                    <a:pt x="16482194" y="406399"/>
                  </a:moveTo>
                  <a:lnTo>
                    <a:pt x="5493646" y="406399"/>
                  </a:lnTo>
                  <a:lnTo>
                    <a:pt x="5388715" y="431799"/>
                  </a:lnTo>
                  <a:lnTo>
                    <a:pt x="5336347" y="431799"/>
                  </a:lnTo>
                  <a:lnTo>
                    <a:pt x="5231807" y="457199"/>
                  </a:lnTo>
                  <a:lnTo>
                    <a:pt x="5179636" y="457199"/>
                  </a:lnTo>
                  <a:lnTo>
                    <a:pt x="5127533" y="469899"/>
                  </a:lnTo>
                  <a:lnTo>
                    <a:pt x="16806996" y="469899"/>
                  </a:lnTo>
                  <a:lnTo>
                    <a:pt x="16714712" y="444499"/>
                  </a:lnTo>
                  <a:lnTo>
                    <a:pt x="16668413" y="444499"/>
                  </a:lnTo>
                  <a:lnTo>
                    <a:pt x="16575508" y="419099"/>
                  </a:lnTo>
                  <a:lnTo>
                    <a:pt x="16528902" y="419099"/>
                  </a:lnTo>
                  <a:lnTo>
                    <a:pt x="16482194" y="406399"/>
                  </a:lnTo>
                  <a:close/>
                </a:path>
                <a:path w="18288000" h="2374900">
                  <a:moveTo>
                    <a:pt x="16341466" y="380999"/>
                  </a:moveTo>
                  <a:lnTo>
                    <a:pt x="5704264" y="380999"/>
                  </a:lnTo>
                  <a:lnTo>
                    <a:pt x="5651516" y="393699"/>
                  </a:lnTo>
                  <a:lnTo>
                    <a:pt x="5598830" y="393699"/>
                  </a:lnTo>
                  <a:lnTo>
                    <a:pt x="5546206" y="406399"/>
                  </a:lnTo>
                  <a:lnTo>
                    <a:pt x="16435385" y="406399"/>
                  </a:lnTo>
                  <a:lnTo>
                    <a:pt x="16341466" y="380999"/>
                  </a:lnTo>
                  <a:close/>
                </a:path>
                <a:path w="18288000" h="2374900">
                  <a:moveTo>
                    <a:pt x="16152437" y="355599"/>
                  </a:moveTo>
                  <a:lnTo>
                    <a:pt x="5862874" y="355599"/>
                  </a:lnTo>
                  <a:lnTo>
                    <a:pt x="5757074" y="380999"/>
                  </a:lnTo>
                  <a:lnTo>
                    <a:pt x="16294356" y="380999"/>
                  </a:lnTo>
                  <a:lnTo>
                    <a:pt x="16247148" y="368299"/>
                  </a:lnTo>
                  <a:lnTo>
                    <a:pt x="16199841" y="368299"/>
                  </a:lnTo>
                  <a:lnTo>
                    <a:pt x="16152437" y="355599"/>
                  </a:lnTo>
                  <a:close/>
                </a:path>
                <a:path w="18288000" h="2374900">
                  <a:moveTo>
                    <a:pt x="16009640" y="330199"/>
                  </a:moveTo>
                  <a:lnTo>
                    <a:pt x="6075185" y="330199"/>
                  </a:lnTo>
                  <a:lnTo>
                    <a:pt x="6022020" y="342899"/>
                  </a:lnTo>
                  <a:lnTo>
                    <a:pt x="5968913" y="342899"/>
                  </a:lnTo>
                  <a:lnTo>
                    <a:pt x="5915864" y="355599"/>
                  </a:lnTo>
                  <a:lnTo>
                    <a:pt x="16104934" y="355599"/>
                  </a:lnTo>
                  <a:lnTo>
                    <a:pt x="16009640" y="330199"/>
                  </a:lnTo>
                  <a:close/>
                </a:path>
                <a:path w="18288000" h="2374900">
                  <a:moveTo>
                    <a:pt x="15913961" y="317499"/>
                  </a:moveTo>
                  <a:lnTo>
                    <a:pt x="6181687" y="317499"/>
                  </a:lnTo>
                  <a:lnTo>
                    <a:pt x="6128408" y="330199"/>
                  </a:lnTo>
                  <a:lnTo>
                    <a:pt x="15961848" y="330199"/>
                  </a:lnTo>
                  <a:lnTo>
                    <a:pt x="15913961" y="317499"/>
                  </a:lnTo>
                  <a:close/>
                </a:path>
                <a:path w="18288000" h="2374900">
                  <a:moveTo>
                    <a:pt x="15817904" y="304799"/>
                  </a:moveTo>
                  <a:lnTo>
                    <a:pt x="6288413" y="304799"/>
                  </a:lnTo>
                  <a:lnTo>
                    <a:pt x="6235022" y="317499"/>
                  </a:lnTo>
                  <a:lnTo>
                    <a:pt x="15865980" y="317499"/>
                  </a:lnTo>
                  <a:lnTo>
                    <a:pt x="15817904" y="304799"/>
                  </a:lnTo>
                  <a:close/>
                </a:path>
                <a:path w="18288000" h="2374900">
                  <a:moveTo>
                    <a:pt x="15721471" y="292099"/>
                  </a:moveTo>
                  <a:lnTo>
                    <a:pt x="6395360" y="292099"/>
                  </a:lnTo>
                  <a:lnTo>
                    <a:pt x="6341859" y="304799"/>
                  </a:lnTo>
                  <a:lnTo>
                    <a:pt x="15769734" y="304799"/>
                  </a:lnTo>
                  <a:lnTo>
                    <a:pt x="15721471" y="292099"/>
                  </a:lnTo>
                  <a:close/>
                </a:path>
                <a:path w="18288000" h="2374900">
                  <a:moveTo>
                    <a:pt x="15624667" y="279399"/>
                  </a:moveTo>
                  <a:lnTo>
                    <a:pt x="6502522" y="279399"/>
                  </a:lnTo>
                  <a:lnTo>
                    <a:pt x="6448914" y="292099"/>
                  </a:lnTo>
                  <a:lnTo>
                    <a:pt x="15673115" y="292099"/>
                  </a:lnTo>
                  <a:lnTo>
                    <a:pt x="15624667" y="279399"/>
                  </a:lnTo>
                  <a:close/>
                </a:path>
                <a:path w="18288000" h="2374900">
                  <a:moveTo>
                    <a:pt x="15527496" y="266699"/>
                  </a:moveTo>
                  <a:lnTo>
                    <a:pt x="6609895" y="266699"/>
                  </a:lnTo>
                  <a:lnTo>
                    <a:pt x="6556182" y="279399"/>
                  </a:lnTo>
                  <a:lnTo>
                    <a:pt x="15576127" y="279399"/>
                  </a:lnTo>
                  <a:lnTo>
                    <a:pt x="15527496" y="266699"/>
                  </a:lnTo>
                  <a:close/>
                </a:path>
                <a:path w="18288000" h="2374900">
                  <a:moveTo>
                    <a:pt x="15429963" y="253999"/>
                  </a:moveTo>
                  <a:lnTo>
                    <a:pt x="6717474" y="253999"/>
                  </a:lnTo>
                  <a:lnTo>
                    <a:pt x="6663659" y="266699"/>
                  </a:lnTo>
                  <a:lnTo>
                    <a:pt x="15478775" y="266699"/>
                  </a:lnTo>
                  <a:lnTo>
                    <a:pt x="15429963" y="253999"/>
                  </a:lnTo>
                  <a:close/>
                </a:path>
                <a:path w="18288000" h="2374900">
                  <a:moveTo>
                    <a:pt x="15332071" y="241299"/>
                  </a:moveTo>
                  <a:lnTo>
                    <a:pt x="6825255" y="241299"/>
                  </a:lnTo>
                  <a:lnTo>
                    <a:pt x="6771340" y="253999"/>
                  </a:lnTo>
                  <a:lnTo>
                    <a:pt x="15381062" y="253999"/>
                  </a:lnTo>
                  <a:lnTo>
                    <a:pt x="15332071" y="241299"/>
                  </a:lnTo>
                  <a:close/>
                </a:path>
                <a:path w="18288000" h="2374900">
                  <a:moveTo>
                    <a:pt x="15233825" y="228599"/>
                  </a:moveTo>
                  <a:lnTo>
                    <a:pt x="6933234" y="228599"/>
                  </a:lnTo>
                  <a:lnTo>
                    <a:pt x="6879220" y="241299"/>
                  </a:lnTo>
                  <a:lnTo>
                    <a:pt x="15282992" y="241299"/>
                  </a:lnTo>
                  <a:lnTo>
                    <a:pt x="15233825" y="228599"/>
                  </a:lnTo>
                  <a:close/>
                </a:path>
                <a:path w="18288000" h="2374900">
                  <a:moveTo>
                    <a:pt x="15135229" y="215899"/>
                  </a:moveTo>
                  <a:lnTo>
                    <a:pt x="7041405" y="215899"/>
                  </a:lnTo>
                  <a:lnTo>
                    <a:pt x="6987295" y="228599"/>
                  </a:lnTo>
                  <a:lnTo>
                    <a:pt x="15184571" y="228599"/>
                  </a:lnTo>
                  <a:lnTo>
                    <a:pt x="15135229" y="215899"/>
                  </a:lnTo>
                  <a:close/>
                </a:path>
                <a:path w="18288000" h="2374900">
                  <a:moveTo>
                    <a:pt x="14986688" y="203199"/>
                  </a:moveTo>
                  <a:lnTo>
                    <a:pt x="7149764" y="203199"/>
                  </a:lnTo>
                  <a:lnTo>
                    <a:pt x="7095561" y="215899"/>
                  </a:lnTo>
                  <a:lnTo>
                    <a:pt x="15036287" y="215899"/>
                  </a:lnTo>
                  <a:lnTo>
                    <a:pt x="14986688" y="203199"/>
                  </a:lnTo>
                  <a:close/>
                </a:path>
                <a:path w="18288000" h="2374900">
                  <a:moveTo>
                    <a:pt x="14887235" y="190499"/>
                  </a:moveTo>
                  <a:lnTo>
                    <a:pt x="7312646" y="190499"/>
                  </a:lnTo>
                  <a:lnTo>
                    <a:pt x="7258307" y="203199"/>
                  </a:lnTo>
                  <a:lnTo>
                    <a:pt x="14937003" y="203199"/>
                  </a:lnTo>
                  <a:lnTo>
                    <a:pt x="14887235" y="190499"/>
                  </a:lnTo>
                  <a:close/>
                </a:path>
                <a:path w="18288000" h="2374900">
                  <a:moveTo>
                    <a:pt x="14737427" y="177799"/>
                  </a:moveTo>
                  <a:lnTo>
                    <a:pt x="7421456" y="177799"/>
                  </a:lnTo>
                  <a:lnTo>
                    <a:pt x="7367030" y="190499"/>
                  </a:lnTo>
                  <a:lnTo>
                    <a:pt x="14787446" y="190499"/>
                  </a:lnTo>
                  <a:lnTo>
                    <a:pt x="14737427" y="177799"/>
                  </a:lnTo>
                  <a:close/>
                </a:path>
                <a:path w="18288000" h="2374900">
                  <a:moveTo>
                    <a:pt x="14637143" y="165099"/>
                  </a:moveTo>
                  <a:lnTo>
                    <a:pt x="7584993" y="165099"/>
                  </a:lnTo>
                  <a:lnTo>
                    <a:pt x="7530439" y="177799"/>
                  </a:lnTo>
                  <a:lnTo>
                    <a:pt x="14687326" y="177799"/>
                  </a:lnTo>
                  <a:lnTo>
                    <a:pt x="14637143" y="165099"/>
                  </a:lnTo>
                  <a:close/>
                </a:path>
                <a:path w="18288000" h="2374900">
                  <a:moveTo>
                    <a:pt x="14486110" y="152399"/>
                  </a:moveTo>
                  <a:lnTo>
                    <a:pt x="7694225" y="152399"/>
                  </a:lnTo>
                  <a:lnTo>
                    <a:pt x="7639588" y="165099"/>
                  </a:lnTo>
                  <a:lnTo>
                    <a:pt x="14536535" y="165099"/>
                  </a:lnTo>
                  <a:lnTo>
                    <a:pt x="14486110" y="152399"/>
                  </a:lnTo>
                  <a:close/>
                </a:path>
                <a:path w="18288000" h="2374900">
                  <a:moveTo>
                    <a:pt x="14385021" y="139699"/>
                  </a:moveTo>
                  <a:lnTo>
                    <a:pt x="7858373" y="139699"/>
                  </a:lnTo>
                  <a:lnTo>
                    <a:pt x="7803617" y="152399"/>
                  </a:lnTo>
                  <a:lnTo>
                    <a:pt x="14435605" y="152399"/>
                  </a:lnTo>
                  <a:lnTo>
                    <a:pt x="14385021" y="139699"/>
                  </a:lnTo>
                  <a:close/>
                </a:path>
                <a:path w="18288000" h="2374900">
                  <a:moveTo>
                    <a:pt x="14232800" y="126999"/>
                  </a:moveTo>
                  <a:lnTo>
                    <a:pt x="8022867" y="126999"/>
                  </a:lnTo>
                  <a:lnTo>
                    <a:pt x="7967998" y="139699"/>
                  </a:lnTo>
                  <a:lnTo>
                    <a:pt x="14283618" y="139699"/>
                  </a:lnTo>
                  <a:lnTo>
                    <a:pt x="14232800" y="126999"/>
                  </a:lnTo>
                  <a:close/>
                </a:path>
                <a:path w="18288000" h="2374900">
                  <a:moveTo>
                    <a:pt x="14079885" y="114299"/>
                  </a:moveTo>
                  <a:lnTo>
                    <a:pt x="8187693" y="114299"/>
                  </a:lnTo>
                  <a:lnTo>
                    <a:pt x="8132715" y="126999"/>
                  </a:lnTo>
                  <a:lnTo>
                    <a:pt x="14130933" y="126999"/>
                  </a:lnTo>
                  <a:lnTo>
                    <a:pt x="14079885" y="114299"/>
                  </a:lnTo>
                  <a:close/>
                </a:path>
                <a:path w="18288000" h="2374900">
                  <a:moveTo>
                    <a:pt x="13926291" y="101599"/>
                  </a:moveTo>
                  <a:lnTo>
                    <a:pt x="8352834" y="101599"/>
                  </a:lnTo>
                  <a:lnTo>
                    <a:pt x="8297753" y="114299"/>
                  </a:lnTo>
                  <a:lnTo>
                    <a:pt x="13977564" y="114299"/>
                  </a:lnTo>
                  <a:lnTo>
                    <a:pt x="13926291" y="101599"/>
                  </a:lnTo>
                  <a:close/>
                </a:path>
                <a:path w="18288000" h="2374900">
                  <a:moveTo>
                    <a:pt x="13720466" y="88899"/>
                  </a:moveTo>
                  <a:lnTo>
                    <a:pt x="8518275" y="88899"/>
                  </a:lnTo>
                  <a:lnTo>
                    <a:pt x="8463096" y="101599"/>
                  </a:lnTo>
                  <a:lnTo>
                    <a:pt x="13772031" y="101599"/>
                  </a:lnTo>
                  <a:lnTo>
                    <a:pt x="13720466" y="88899"/>
                  </a:lnTo>
                  <a:close/>
                </a:path>
                <a:path w="18288000" h="2374900">
                  <a:moveTo>
                    <a:pt x="13565341" y="76199"/>
                  </a:moveTo>
                  <a:lnTo>
                    <a:pt x="8739304" y="76199"/>
                  </a:lnTo>
                  <a:lnTo>
                    <a:pt x="8684001" y="88899"/>
                  </a:lnTo>
                  <a:lnTo>
                    <a:pt x="13617121" y="88899"/>
                  </a:lnTo>
                  <a:lnTo>
                    <a:pt x="13565341" y="76199"/>
                  </a:lnTo>
                  <a:close/>
                </a:path>
                <a:path w="18288000" h="2374900">
                  <a:moveTo>
                    <a:pt x="13357527" y="63499"/>
                  </a:moveTo>
                  <a:lnTo>
                    <a:pt x="8960803" y="63499"/>
                  </a:lnTo>
                  <a:lnTo>
                    <a:pt x="8905386" y="76199"/>
                  </a:lnTo>
                  <a:lnTo>
                    <a:pt x="13409584" y="76199"/>
                  </a:lnTo>
                  <a:lnTo>
                    <a:pt x="13357527" y="63499"/>
                  </a:lnTo>
                  <a:close/>
                </a:path>
                <a:path w="18288000" h="2374900">
                  <a:moveTo>
                    <a:pt x="13096229" y="50799"/>
                  </a:moveTo>
                  <a:lnTo>
                    <a:pt x="9184183" y="50799"/>
                  </a:lnTo>
                  <a:lnTo>
                    <a:pt x="9128378" y="63499"/>
                  </a:lnTo>
                  <a:lnTo>
                    <a:pt x="13148622" y="63499"/>
                  </a:lnTo>
                  <a:lnTo>
                    <a:pt x="13096229" y="50799"/>
                  </a:lnTo>
                  <a:close/>
                </a:path>
                <a:path w="18288000" h="2374900">
                  <a:moveTo>
                    <a:pt x="12833293" y="38099"/>
                  </a:moveTo>
                  <a:lnTo>
                    <a:pt x="9462776" y="38099"/>
                  </a:lnTo>
                  <a:lnTo>
                    <a:pt x="9407116" y="50799"/>
                  </a:lnTo>
                  <a:lnTo>
                    <a:pt x="12886008" y="50799"/>
                  </a:lnTo>
                  <a:lnTo>
                    <a:pt x="12833293" y="38099"/>
                  </a:lnTo>
                  <a:close/>
                </a:path>
                <a:path w="18288000" h="2374900">
                  <a:moveTo>
                    <a:pt x="12568782" y="25399"/>
                  </a:moveTo>
                  <a:lnTo>
                    <a:pt x="9796074" y="25399"/>
                  </a:lnTo>
                  <a:lnTo>
                    <a:pt x="9740605" y="38099"/>
                  </a:lnTo>
                  <a:lnTo>
                    <a:pt x="12621807" y="38099"/>
                  </a:lnTo>
                  <a:lnTo>
                    <a:pt x="12568782" y="25399"/>
                  </a:lnTo>
                  <a:close/>
                </a:path>
                <a:path w="18288000" h="2374900">
                  <a:moveTo>
                    <a:pt x="12142455" y="12699"/>
                  </a:moveTo>
                  <a:lnTo>
                    <a:pt x="10183382" y="12699"/>
                  </a:lnTo>
                  <a:lnTo>
                    <a:pt x="10128160" y="25399"/>
                  </a:lnTo>
                  <a:lnTo>
                    <a:pt x="12195948" y="25399"/>
                  </a:lnTo>
                  <a:lnTo>
                    <a:pt x="12142455" y="12699"/>
                  </a:lnTo>
                  <a:close/>
                </a:path>
                <a:path w="18288000" h="2374900">
                  <a:moveTo>
                    <a:pt x="11333618" y="0"/>
                  </a:moveTo>
                  <a:lnTo>
                    <a:pt x="11006941" y="0"/>
                  </a:lnTo>
                  <a:lnTo>
                    <a:pt x="10952334" y="12699"/>
                  </a:lnTo>
                  <a:lnTo>
                    <a:pt x="11387898" y="12699"/>
                  </a:lnTo>
                  <a:lnTo>
                    <a:pt x="11333618" y="0"/>
                  </a:lnTo>
                  <a:close/>
                </a:path>
              </a:pathLst>
            </a:custGeom>
            <a:solidFill>
              <a:srgbClr val="5457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5295239"/>
              <a:ext cx="18288000" cy="1781175"/>
            </a:xfrm>
            <a:custGeom>
              <a:avLst/>
              <a:gdLst/>
              <a:ahLst/>
              <a:cxnLst/>
              <a:rect l="l" t="t" r="r" b="b"/>
              <a:pathLst>
                <a:path w="18288000" h="1781175">
                  <a:moveTo>
                    <a:pt x="204254" y="1708035"/>
                  </a:moveTo>
                  <a:lnTo>
                    <a:pt x="188048" y="1662061"/>
                  </a:lnTo>
                  <a:lnTo>
                    <a:pt x="0" y="1729168"/>
                  </a:lnTo>
                  <a:lnTo>
                    <a:pt x="0" y="1781022"/>
                  </a:lnTo>
                  <a:lnTo>
                    <a:pt x="204254" y="1708035"/>
                  </a:lnTo>
                  <a:close/>
                </a:path>
                <a:path w="18288000" h="1781175">
                  <a:moveTo>
                    <a:pt x="1409484" y="1323936"/>
                  </a:moveTo>
                  <a:lnTo>
                    <a:pt x="1395895" y="1277073"/>
                  </a:lnTo>
                  <a:lnTo>
                    <a:pt x="1117053" y="1359547"/>
                  </a:lnTo>
                  <a:lnTo>
                    <a:pt x="742937" y="1475930"/>
                  </a:lnTo>
                  <a:lnTo>
                    <a:pt x="757745" y="1522349"/>
                  </a:lnTo>
                  <a:lnTo>
                    <a:pt x="1131150" y="1406207"/>
                  </a:lnTo>
                  <a:lnTo>
                    <a:pt x="1409484" y="1323936"/>
                  </a:lnTo>
                  <a:close/>
                </a:path>
                <a:path w="18288000" h="1781175">
                  <a:moveTo>
                    <a:pt x="2632976" y="1002004"/>
                  </a:moveTo>
                  <a:lnTo>
                    <a:pt x="2621673" y="954646"/>
                  </a:lnTo>
                  <a:lnTo>
                    <a:pt x="2442870" y="997940"/>
                  </a:lnTo>
                  <a:lnTo>
                    <a:pt x="1959749" y="1121105"/>
                  </a:lnTo>
                  <a:lnTo>
                    <a:pt x="1972208" y="1168209"/>
                  </a:lnTo>
                  <a:lnTo>
                    <a:pt x="2454516" y="1045235"/>
                  </a:lnTo>
                  <a:lnTo>
                    <a:pt x="2632976" y="1002004"/>
                  </a:lnTo>
                  <a:close/>
                </a:path>
                <a:path w="18288000" h="1781175">
                  <a:moveTo>
                    <a:pt x="3869652" y="734085"/>
                  </a:moveTo>
                  <a:lnTo>
                    <a:pt x="3860215" y="686244"/>
                  </a:lnTo>
                  <a:lnTo>
                    <a:pt x="3784244" y="701230"/>
                  </a:lnTo>
                  <a:lnTo>
                    <a:pt x="3191954" y="824395"/>
                  </a:lnTo>
                  <a:lnTo>
                    <a:pt x="3202292" y="872070"/>
                  </a:lnTo>
                  <a:lnTo>
                    <a:pt x="3741788" y="759383"/>
                  </a:lnTo>
                  <a:lnTo>
                    <a:pt x="3869652" y="734085"/>
                  </a:lnTo>
                  <a:close/>
                </a:path>
                <a:path w="18288000" h="1781175">
                  <a:moveTo>
                    <a:pt x="5115852" y="514578"/>
                  </a:moveTo>
                  <a:lnTo>
                    <a:pt x="5108283" y="466420"/>
                  </a:lnTo>
                  <a:lnTo>
                    <a:pt x="4435221" y="579018"/>
                  </a:lnTo>
                  <a:lnTo>
                    <a:pt x="4443679" y="627024"/>
                  </a:lnTo>
                  <a:lnTo>
                    <a:pt x="5091760" y="518325"/>
                  </a:lnTo>
                  <a:lnTo>
                    <a:pt x="5115852" y="514578"/>
                  </a:lnTo>
                  <a:close/>
                </a:path>
                <a:path w="18288000" h="1781175">
                  <a:moveTo>
                    <a:pt x="6369202" y="339661"/>
                  </a:moveTo>
                  <a:lnTo>
                    <a:pt x="6363271" y="291338"/>
                  </a:lnTo>
                  <a:lnTo>
                    <a:pt x="6339103" y="294271"/>
                  </a:lnTo>
                  <a:lnTo>
                    <a:pt x="5686704" y="380187"/>
                  </a:lnTo>
                  <a:lnTo>
                    <a:pt x="5693461" y="428510"/>
                  </a:lnTo>
                  <a:lnTo>
                    <a:pt x="6369202" y="339661"/>
                  </a:lnTo>
                  <a:close/>
                </a:path>
                <a:path w="18288000" h="1781175">
                  <a:moveTo>
                    <a:pt x="7627848" y="206883"/>
                  </a:moveTo>
                  <a:lnTo>
                    <a:pt x="7623784" y="158394"/>
                  </a:lnTo>
                  <a:lnTo>
                    <a:pt x="7599375" y="160515"/>
                  </a:lnTo>
                  <a:lnTo>
                    <a:pt x="6944296" y="224866"/>
                  </a:lnTo>
                  <a:lnTo>
                    <a:pt x="6949503" y="273278"/>
                  </a:lnTo>
                  <a:lnTo>
                    <a:pt x="7627848" y="206883"/>
                  </a:lnTo>
                  <a:close/>
                </a:path>
                <a:path w="18288000" h="1781175">
                  <a:moveTo>
                    <a:pt x="8890000" y="114541"/>
                  </a:moveTo>
                  <a:lnTo>
                    <a:pt x="8887625" y="67284"/>
                  </a:lnTo>
                  <a:lnTo>
                    <a:pt x="8887562" y="65900"/>
                  </a:lnTo>
                  <a:lnTo>
                    <a:pt x="8206435" y="110718"/>
                  </a:lnTo>
                  <a:lnTo>
                    <a:pt x="8209699" y="159296"/>
                  </a:lnTo>
                  <a:lnTo>
                    <a:pt x="8890000" y="114541"/>
                  </a:lnTo>
                  <a:close/>
                </a:path>
                <a:path w="18288000" h="1781175">
                  <a:moveTo>
                    <a:pt x="10154590" y="61658"/>
                  </a:moveTo>
                  <a:lnTo>
                    <a:pt x="10153752" y="36525"/>
                  </a:lnTo>
                  <a:lnTo>
                    <a:pt x="10153637" y="33261"/>
                  </a:lnTo>
                  <a:lnTo>
                    <a:pt x="10153574" y="31127"/>
                  </a:lnTo>
                  <a:lnTo>
                    <a:pt x="10153498" y="29057"/>
                  </a:lnTo>
                  <a:lnTo>
                    <a:pt x="10153434" y="27063"/>
                  </a:lnTo>
                  <a:lnTo>
                    <a:pt x="10153307" y="23279"/>
                  </a:lnTo>
                  <a:lnTo>
                    <a:pt x="10153193" y="19761"/>
                  </a:lnTo>
                  <a:lnTo>
                    <a:pt x="10153078" y="16535"/>
                  </a:lnTo>
                  <a:lnTo>
                    <a:pt x="10152964" y="12928"/>
                  </a:lnTo>
                  <a:lnTo>
                    <a:pt x="9471025" y="36525"/>
                  </a:lnTo>
                  <a:lnTo>
                    <a:pt x="9472295" y="61658"/>
                  </a:lnTo>
                  <a:lnTo>
                    <a:pt x="9472397" y="63741"/>
                  </a:lnTo>
                  <a:lnTo>
                    <a:pt x="9472473" y="65239"/>
                  </a:lnTo>
                  <a:lnTo>
                    <a:pt x="9472549" y="66814"/>
                  </a:lnTo>
                  <a:lnTo>
                    <a:pt x="9472625" y="68453"/>
                  </a:lnTo>
                  <a:lnTo>
                    <a:pt x="9472714" y="70180"/>
                  </a:lnTo>
                  <a:lnTo>
                    <a:pt x="9472803" y="71970"/>
                  </a:lnTo>
                  <a:lnTo>
                    <a:pt x="9472905" y="73825"/>
                  </a:lnTo>
                  <a:lnTo>
                    <a:pt x="9472993" y="75755"/>
                  </a:lnTo>
                  <a:lnTo>
                    <a:pt x="9473095" y="77749"/>
                  </a:lnTo>
                  <a:lnTo>
                    <a:pt x="9473197" y="79806"/>
                  </a:lnTo>
                  <a:lnTo>
                    <a:pt x="9473311" y="81927"/>
                  </a:lnTo>
                  <a:lnTo>
                    <a:pt x="9473413" y="84124"/>
                  </a:lnTo>
                  <a:lnTo>
                    <a:pt x="9473463" y="85178"/>
                  </a:lnTo>
                  <a:lnTo>
                    <a:pt x="10154590" y="61658"/>
                  </a:lnTo>
                  <a:close/>
                </a:path>
                <a:path w="18288000" h="1781175">
                  <a:moveTo>
                    <a:pt x="11419992" y="444"/>
                  </a:moveTo>
                  <a:lnTo>
                    <a:pt x="11417440" y="444"/>
                  </a:lnTo>
                  <a:lnTo>
                    <a:pt x="11339906" y="0"/>
                  </a:lnTo>
                  <a:lnTo>
                    <a:pt x="10996917" y="0"/>
                  </a:lnTo>
                  <a:lnTo>
                    <a:pt x="10738053" y="2032"/>
                  </a:lnTo>
                  <a:lnTo>
                    <a:pt x="10738053" y="50761"/>
                  </a:lnTo>
                  <a:lnTo>
                    <a:pt x="11007192" y="48742"/>
                  </a:lnTo>
                  <a:lnTo>
                    <a:pt x="11295939" y="48615"/>
                  </a:lnTo>
                  <a:lnTo>
                    <a:pt x="11419992" y="49199"/>
                  </a:lnTo>
                  <a:lnTo>
                    <a:pt x="11419992" y="48552"/>
                  </a:lnTo>
                  <a:lnTo>
                    <a:pt x="11419992" y="444"/>
                  </a:lnTo>
                  <a:close/>
                </a:path>
                <a:path w="18288000" h="1781175">
                  <a:moveTo>
                    <a:pt x="12686208" y="30022"/>
                  </a:moveTo>
                  <a:lnTo>
                    <a:pt x="12004269" y="8699"/>
                  </a:lnTo>
                  <a:lnTo>
                    <a:pt x="12003456" y="57429"/>
                  </a:lnTo>
                  <a:lnTo>
                    <a:pt x="12684582" y="78752"/>
                  </a:lnTo>
                  <a:lnTo>
                    <a:pt x="12686208" y="30022"/>
                  </a:lnTo>
                  <a:close/>
                </a:path>
                <a:path w="18288000" h="1781175">
                  <a:moveTo>
                    <a:pt x="13951611" y="104381"/>
                  </a:moveTo>
                  <a:lnTo>
                    <a:pt x="13294894" y="59956"/>
                  </a:lnTo>
                  <a:lnTo>
                    <a:pt x="13270484" y="58572"/>
                  </a:lnTo>
                  <a:lnTo>
                    <a:pt x="13268046" y="107226"/>
                  </a:lnTo>
                  <a:lnTo>
                    <a:pt x="13947534" y="153035"/>
                  </a:lnTo>
                  <a:lnTo>
                    <a:pt x="13951611" y="104381"/>
                  </a:lnTo>
                  <a:close/>
                </a:path>
                <a:path w="18288000" h="1781175">
                  <a:moveTo>
                    <a:pt x="15212937" y="227393"/>
                  </a:moveTo>
                  <a:lnTo>
                    <a:pt x="14611388" y="162318"/>
                  </a:lnTo>
                  <a:lnTo>
                    <a:pt x="14534261" y="154825"/>
                  </a:lnTo>
                  <a:lnTo>
                    <a:pt x="14529372" y="203314"/>
                  </a:lnTo>
                  <a:lnTo>
                    <a:pt x="14606499" y="210807"/>
                  </a:lnTo>
                  <a:lnTo>
                    <a:pt x="15207247" y="275793"/>
                  </a:lnTo>
                  <a:lnTo>
                    <a:pt x="15212937" y="227393"/>
                  </a:lnTo>
                  <a:close/>
                </a:path>
                <a:path w="18288000" h="1781175">
                  <a:moveTo>
                    <a:pt x="16467760" y="404507"/>
                  </a:moveTo>
                  <a:lnTo>
                    <a:pt x="15975191" y="327977"/>
                  </a:lnTo>
                  <a:lnTo>
                    <a:pt x="15793149" y="301993"/>
                  </a:lnTo>
                  <a:lnTo>
                    <a:pt x="15785821" y="350240"/>
                  </a:lnTo>
                  <a:lnTo>
                    <a:pt x="15968206" y="376212"/>
                  </a:lnTo>
                  <a:lnTo>
                    <a:pt x="16459619" y="452666"/>
                  </a:lnTo>
                  <a:lnTo>
                    <a:pt x="16467760" y="404507"/>
                  </a:lnTo>
                  <a:close/>
                </a:path>
                <a:path w="18288000" h="1781175">
                  <a:moveTo>
                    <a:pt x="17712005" y="644271"/>
                  </a:moveTo>
                  <a:lnTo>
                    <a:pt x="17329049" y="562864"/>
                  </a:lnTo>
                  <a:lnTo>
                    <a:pt x="17043908" y="506768"/>
                  </a:lnTo>
                  <a:lnTo>
                    <a:pt x="17034142" y="554609"/>
                  </a:lnTo>
                  <a:lnTo>
                    <a:pt x="17319384" y="610654"/>
                  </a:lnTo>
                  <a:lnTo>
                    <a:pt x="17701425" y="691857"/>
                  </a:lnTo>
                  <a:lnTo>
                    <a:pt x="17712005" y="644271"/>
                  </a:lnTo>
                  <a:close/>
                </a:path>
                <a:path w="18288000" h="1781175">
                  <a:moveTo>
                    <a:pt x="18288000" y="780948"/>
                  </a:moveTo>
                  <a:lnTo>
                    <a:pt x="18281638" y="779322"/>
                  </a:lnTo>
                  <a:lnTo>
                    <a:pt x="18269433" y="826516"/>
                  </a:lnTo>
                  <a:lnTo>
                    <a:pt x="18288000" y="831253"/>
                  </a:lnTo>
                  <a:lnTo>
                    <a:pt x="18288000" y="7809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52345" y="4286503"/>
              <a:ext cx="2589784" cy="258978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0327" y="4967859"/>
              <a:ext cx="2589784" cy="258978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44134" y="4257802"/>
              <a:ext cx="2589784" cy="25897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57003" y="4083558"/>
              <a:ext cx="2589783" cy="258978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96795" y="5444490"/>
              <a:ext cx="1497330" cy="1497330"/>
            </a:xfrm>
            <a:custGeom>
              <a:avLst/>
              <a:gdLst/>
              <a:ahLst/>
              <a:cxnLst/>
              <a:rect l="l" t="t" r="r" b="b"/>
              <a:pathLst>
                <a:path w="1497329" h="1497329">
                  <a:moveTo>
                    <a:pt x="748411" y="0"/>
                  </a:moveTo>
                  <a:lnTo>
                    <a:pt x="701075" y="1472"/>
                  </a:lnTo>
                  <a:lnTo>
                    <a:pt x="654522" y="5830"/>
                  </a:lnTo>
                  <a:lnTo>
                    <a:pt x="608840" y="12986"/>
                  </a:lnTo>
                  <a:lnTo>
                    <a:pt x="564116" y="22854"/>
                  </a:lnTo>
                  <a:lnTo>
                    <a:pt x="520438" y="35344"/>
                  </a:lnTo>
                  <a:lnTo>
                    <a:pt x="477894" y="50370"/>
                  </a:lnTo>
                  <a:lnTo>
                    <a:pt x="436571" y="67844"/>
                  </a:lnTo>
                  <a:lnTo>
                    <a:pt x="396557" y="87678"/>
                  </a:lnTo>
                  <a:lnTo>
                    <a:pt x="357939" y="109785"/>
                  </a:lnTo>
                  <a:lnTo>
                    <a:pt x="320806" y="134076"/>
                  </a:lnTo>
                  <a:lnTo>
                    <a:pt x="285244" y="160466"/>
                  </a:lnTo>
                  <a:lnTo>
                    <a:pt x="251341" y="188865"/>
                  </a:lnTo>
                  <a:lnTo>
                    <a:pt x="219186" y="219186"/>
                  </a:lnTo>
                  <a:lnTo>
                    <a:pt x="188865" y="251341"/>
                  </a:lnTo>
                  <a:lnTo>
                    <a:pt x="160466" y="285244"/>
                  </a:lnTo>
                  <a:lnTo>
                    <a:pt x="134076" y="320806"/>
                  </a:lnTo>
                  <a:lnTo>
                    <a:pt x="109785" y="357939"/>
                  </a:lnTo>
                  <a:lnTo>
                    <a:pt x="87678" y="396557"/>
                  </a:lnTo>
                  <a:lnTo>
                    <a:pt x="67844" y="436571"/>
                  </a:lnTo>
                  <a:lnTo>
                    <a:pt x="50370" y="477894"/>
                  </a:lnTo>
                  <a:lnTo>
                    <a:pt x="35344" y="520438"/>
                  </a:lnTo>
                  <a:lnTo>
                    <a:pt x="22854" y="564116"/>
                  </a:lnTo>
                  <a:lnTo>
                    <a:pt x="12986" y="608840"/>
                  </a:lnTo>
                  <a:lnTo>
                    <a:pt x="5830" y="654522"/>
                  </a:lnTo>
                  <a:lnTo>
                    <a:pt x="1472" y="701075"/>
                  </a:lnTo>
                  <a:lnTo>
                    <a:pt x="0" y="748411"/>
                  </a:lnTo>
                  <a:lnTo>
                    <a:pt x="1472" y="795747"/>
                  </a:lnTo>
                  <a:lnTo>
                    <a:pt x="5830" y="842301"/>
                  </a:lnTo>
                  <a:lnTo>
                    <a:pt x="12986" y="887986"/>
                  </a:lnTo>
                  <a:lnTo>
                    <a:pt x="22854" y="932713"/>
                  </a:lnTo>
                  <a:lnTo>
                    <a:pt x="35344" y="976395"/>
                  </a:lnTo>
                  <a:lnTo>
                    <a:pt x="50370" y="1018944"/>
                  </a:lnTo>
                  <a:lnTo>
                    <a:pt x="67844" y="1060273"/>
                  </a:lnTo>
                  <a:lnTo>
                    <a:pt x="87678" y="1100293"/>
                  </a:lnTo>
                  <a:lnTo>
                    <a:pt x="109785" y="1138917"/>
                  </a:lnTo>
                  <a:lnTo>
                    <a:pt x="134076" y="1176057"/>
                  </a:lnTo>
                  <a:lnTo>
                    <a:pt x="160466" y="1211626"/>
                  </a:lnTo>
                  <a:lnTo>
                    <a:pt x="188865" y="1245536"/>
                  </a:lnTo>
                  <a:lnTo>
                    <a:pt x="219186" y="1277699"/>
                  </a:lnTo>
                  <a:lnTo>
                    <a:pt x="251341" y="1308027"/>
                  </a:lnTo>
                  <a:lnTo>
                    <a:pt x="285244" y="1336433"/>
                  </a:lnTo>
                  <a:lnTo>
                    <a:pt x="320806" y="1362830"/>
                  </a:lnTo>
                  <a:lnTo>
                    <a:pt x="357939" y="1387128"/>
                  </a:lnTo>
                  <a:lnTo>
                    <a:pt x="396557" y="1409241"/>
                  </a:lnTo>
                  <a:lnTo>
                    <a:pt x="436571" y="1429081"/>
                  </a:lnTo>
                  <a:lnTo>
                    <a:pt x="477894" y="1446561"/>
                  </a:lnTo>
                  <a:lnTo>
                    <a:pt x="520438" y="1461592"/>
                  </a:lnTo>
                  <a:lnTo>
                    <a:pt x="564116" y="1474086"/>
                  </a:lnTo>
                  <a:lnTo>
                    <a:pt x="608840" y="1483957"/>
                  </a:lnTo>
                  <a:lnTo>
                    <a:pt x="654522" y="1491116"/>
                  </a:lnTo>
                  <a:lnTo>
                    <a:pt x="701075" y="1495476"/>
                  </a:lnTo>
                  <a:lnTo>
                    <a:pt x="748411" y="1496949"/>
                  </a:lnTo>
                  <a:lnTo>
                    <a:pt x="795747" y="1495476"/>
                  </a:lnTo>
                  <a:lnTo>
                    <a:pt x="842301" y="1491116"/>
                  </a:lnTo>
                  <a:lnTo>
                    <a:pt x="887986" y="1483957"/>
                  </a:lnTo>
                  <a:lnTo>
                    <a:pt x="932713" y="1474086"/>
                  </a:lnTo>
                  <a:lnTo>
                    <a:pt x="976395" y="1461592"/>
                  </a:lnTo>
                  <a:lnTo>
                    <a:pt x="1018944" y="1446561"/>
                  </a:lnTo>
                  <a:lnTo>
                    <a:pt x="1060273" y="1429081"/>
                  </a:lnTo>
                  <a:lnTo>
                    <a:pt x="1100293" y="1409241"/>
                  </a:lnTo>
                  <a:lnTo>
                    <a:pt x="1138917" y="1387128"/>
                  </a:lnTo>
                  <a:lnTo>
                    <a:pt x="1176057" y="1362830"/>
                  </a:lnTo>
                  <a:lnTo>
                    <a:pt x="1211626" y="1336433"/>
                  </a:lnTo>
                  <a:lnTo>
                    <a:pt x="1245536" y="1308027"/>
                  </a:lnTo>
                  <a:lnTo>
                    <a:pt x="1277699" y="1277699"/>
                  </a:lnTo>
                  <a:lnTo>
                    <a:pt x="1308027" y="1245536"/>
                  </a:lnTo>
                  <a:lnTo>
                    <a:pt x="1336433" y="1211626"/>
                  </a:lnTo>
                  <a:lnTo>
                    <a:pt x="1362830" y="1176057"/>
                  </a:lnTo>
                  <a:lnTo>
                    <a:pt x="1387128" y="1138917"/>
                  </a:lnTo>
                  <a:lnTo>
                    <a:pt x="1409241" y="1100293"/>
                  </a:lnTo>
                  <a:lnTo>
                    <a:pt x="1429081" y="1060273"/>
                  </a:lnTo>
                  <a:lnTo>
                    <a:pt x="1446561" y="1018944"/>
                  </a:lnTo>
                  <a:lnTo>
                    <a:pt x="1461592" y="976395"/>
                  </a:lnTo>
                  <a:lnTo>
                    <a:pt x="1474086" y="932713"/>
                  </a:lnTo>
                  <a:lnTo>
                    <a:pt x="1483957" y="887986"/>
                  </a:lnTo>
                  <a:lnTo>
                    <a:pt x="1491116" y="842301"/>
                  </a:lnTo>
                  <a:lnTo>
                    <a:pt x="1495476" y="795747"/>
                  </a:lnTo>
                  <a:lnTo>
                    <a:pt x="1496949" y="748411"/>
                  </a:lnTo>
                  <a:lnTo>
                    <a:pt x="1495476" y="701075"/>
                  </a:lnTo>
                  <a:lnTo>
                    <a:pt x="1491116" y="654522"/>
                  </a:lnTo>
                  <a:lnTo>
                    <a:pt x="1483957" y="608840"/>
                  </a:lnTo>
                  <a:lnTo>
                    <a:pt x="1474086" y="564116"/>
                  </a:lnTo>
                  <a:lnTo>
                    <a:pt x="1461592" y="520438"/>
                  </a:lnTo>
                  <a:lnTo>
                    <a:pt x="1446561" y="477894"/>
                  </a:lnTo>
                  <a:lnTo>
                    <a:pt x="1429081" y="436571"/>
                  </a:lnTo>
                  <a:lnTo>
                    <a:pt x="1409241" y="396557"/>
                  </a:lnTo>
                  <a:lnTo>
                    <a:pt x="1387128" y="357939"/>
                  </a:lnTo>
                  <a:lnTo>
                    <a:pt x="1362830" y="320806"/>
                  </a:lnTo>
                  <a:lnTo>
                    <a:pt x="1336433" y="285244"/>
                  </a:lnTo>
                  <a:lnTo>
                    <a:pt x="1308027" y="251341"/>
                  </a:lnTo>
                  <a:lnTo>
                    <a:pt x="1277699" y="219186"/>
                  </a:lnTo>
                  <a:lnTo>
                    <a:pt x="1245536" y="188865"/>
                  </a:lnTo>
                  <a:lnTo>
                    <a:pt x="1211626" y="160466"/>
                  </a:lnTo>
                  <a:lnTo>
                    <a:pt x="1176057" y="134076"/>
                  </a:lnTo>
                  <a:lnTo>
                    <a:pt x="1138917" y="109785"/>
                  </a:lnTo>
                  <a:lnTo>
                    <a:pt x="1100293" y="87678"/>
                  </a:lnTo>
                  <a:lnTo>
                    <a:pt x="1060273" y="67844"/>
                  </a:lnTo>
                  <a:lnTo>
                    <a:pt x="1018944" y="50370"/>
                  </a:lnTo>
                  <a:lnTo>
                    <a:pt x="976395" y="35344"/>
                  </a:lnTo>
                  <a:lnTo>
                    <a:pt x="932713" y="22854"/>
                  </a:lnTo>
                  <a:lnTo>
                    <a:pt x="887986" y="12986"/>
                  </a:lnTo>
                  <a:lnTo>
                    <a:pt x="842301" y="5830"/>
                  </a:lnTo>
                  <a:lnTo>
                    <a:pt x="795747" y="1472"/>
                  </a:lnTo>
                  <a:lnTo>
                    <a:pt x="748411" y="0"/>
                  </a:lnTo>
                  <a:close/>
                </a:path>
              </a:pathLst>
            </a:custGeom>
            <a:solidFill>
              <a:srgbClr val="DF04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796795" y="5444490"/>
              <a:ext cx="1497330" cy="1497330"/>
            </a:xfrm>
            <a:custGeom>
              <a:avLst/>
              <a:gdLst/>
              <a:ahLst/>
              <a:cxnLst/>
              <a:rect l="l" t="t" r="r" b="b"/>
              <a:pathLst>
                <a:path w="1497329" h="1497329">
                  <a:moveTo>
                    <a:pt x="748411" y="0"/>
                  </a:moveTo>
                  <a:lnTo>
                    <a:pt x="701075" y="1472"/>
                  </a:lnTo>
                  <a:lnTo>
                    <a:pt x="654522" y="5830"/>
                  </a:lnTo>
                  <a:lnTo>
                    <a:pt x="608840" y="12986"/>
                  </a:lnTo>
                  <a:lnTo>
                    <a:pt x="564116" y="22854"/>
                  </a:lnTo>
                  <a:lnTo>
                    <a:pt x="520438" y="35344"/>
                  </a:lnTo>
                  <a:lnTo>
                    <a:pt x="477894" y="50370"/>
                  </a:lnTo>
                  <a:lnTo>
                    <a:pt x="436571" y="67844"/>
                  </a:lnTo>
                  <a:lnTo>
                    <a:pt x="396557" y="87678"/>
                  </a:lnTo>
                  <a:lnTo>
                    <a:pt x="357939" y="109785"/>
                  </a:lnTo>
                  <a:lnTo>
                    <a:pt x="320806" y="134076"/>
                  </a:lnTo>
                  <a:lnTo>
                    <a:pt x="285244" y="160466"/>
                  </a:lnTo>
                  <a:lnTo>
                    <a:pt x="251341" y="188865"/>
                  </a:lnTo>
                  <a:lnTo>
                    <a:pt x="219186" y="219186"/>
                  </a:lnTo>
                  <a:lnTo>
                    <a:pt x="188865" y="251341"/>
                  </a:lnTo>
                  <a:lnTo>
                    <a:pt x="160466" y="285244"/>
                  </a:lnTo>
                  <a:lnTo>
                    <a:pt x="134076" y="320806"/>
                  </a:lnTo>
                  <a:lnTo>
                    <a:pt x="109785" y="357939"/>
                  </a:lnTo>
                  <a:lnTo>
                    <a:pt x="87678" y="396557"/>
                  </a:lnTo>
                  <a:lnTo>
                    <a:pt x="67844" y="436571"/>
                  </a:lnTo>
                  <a:lnTo>
                    <a:pt x="50370" y="477894"/>
                  </a:lnTo>
                  <a:lnTo>
                    <a:pt x="35344" y="520438"/>
                  </a:lnTo>
                  <a:lnTo>
                    <a:pt x="22854" y="564116"/>
                  </a:lnTo>
                  <a:lnTo>
                    <a:pt x="12986" y="608840"/>
                  </a:lnTo>
                  <a:lnTo>
                    <a:pt x="5830" y="654522"/>
                  </a:lnTo>
                  <a:lnTo>
                    <a:pt x="1472" y="701075"/>
                  </a:lnTo>
                  <a:lnTo>
                    <a:pt x="0" y="748411"/>
                  </a:lnTo>
                  <a:lnTo>
                    <a:pt x="1472" y="795747"/>
                  </a:lnTo>
                  <a:lnTo>
                    <a:pt x="5830" y="842301"/>
                  </a:lnTo>
                  <a:lnTo>
                    <a:pt x="12986" y="887986"/>
                  </a:lnTo>
                  <a:lnTo>
                    <a:pt x="22854" y="932713"/>
                  </a:lnTo>
                  <a:lnTo>
                    <a:pt x="35344" y="976395"/>
                  </a:lnTo>
                  <a:lnTo>
                    <a:pt x="50370" y="1018944"/>
                  </a:lnTo>
                  <a:lnTo>
                    <a:pt x="67844" y="1060273"/>
                  </a:lnTo>
                  <a:lnTo>
                    <a:pt x="87678" y="1100293"/>
                  </a:lnTo>
                  <a:lnTo>
                    <a:pt x="109785" y="1138917"/>
                  </a:lnTo>
                  <a:lnTo>
                    <a:pt x="134076" y="1176057"/>
                  </a:lnTo>
                  <a:lnTo>
                    <a:pt x="160466" y="1211626"/>
                  </a:lnTo>
                  <a:lnTo>
                    <a:pt x="188865" y="1245536"/>
                  </a:lnTo>
                  <a:lnTo>
                    <a:pt x="219186" y="1277699"/>
                  </a:lnTo>
                  <a:lnTo>
                    <a:pt x="251341" y="1308027"/>
                  </a:lnTo>
                  <a:lnTo>
                    <a:pt x="285244" y="1336433"/>
                  </a:lnTo>
                  <a:lnTo>
                    <a:pt x="320806" y="1362830"/>
                  </a:lnTo>
                  <a:lnTo>
                    <a:pt x="357939" y="1387128"/>
                  </a:lnTo>
                  <a:lnTo>
                    <a:pt x="396557" y="1409241"/>
                  </a:lnTo>
                  <a:lnTo>
                    <a:pt x="436571" y="1429081"/>
                  </a:lnTo>
                  <a:lnTo>
                    <a:pt x="477894" y="1446561"/>
                  </a:lnTo>
                  <a:lnTo>
                    <a:pt x="520438" y="1461592"/>
                  </a:lnTo>
                  <a:lnTo>
                    <a:pt x="564116" y="1474086"/>
                  </a:lnTo>
                  <a:lnTo>
                    <a:pt x="608840" y="1483957"/>
                  </a:lnTo>
                  <a:lnTo>
                    <a:pt x="654522" y="1491116"/>
                  </a:lnTo>
                  <a:lnTo>
                    <a:pt x="701075" y="1495476"/>
                  </a:lnTo>
                  <a:lnTo>
                    <a:pt x="748411" y="1496949"/>
                  </a:lnTo>
                  <a:lnTo>
                    <a:pt x="795747" y="1495476"/>
                  </a:lnTo>
                  <a:lnTo>
                    <a:pt x="842301" y="1491116"/>
                  </a:lnTo>
                  <a:lnTo>
                    <a:pt x="887986" y="1483957"/>
                  </a:lnTo>
                  <a:lnTo>
                    <a:pt x="932713" y="1474086"/>
                  </a:lnTo>
                  <a:lnTo>
                    <a:pt x="976395" y="1461592"/>
                  </a:lnTo>
                  <a:lnTo>
                    <a:pt x="1018944" y="1446561"/>
                  </a:lnTo>
                  <a:lnTo>
                    <a:pt x="1060273" y="1429081"/>
                  </a:lnTo>
                  <a:lnTo>
                    <a:pt x="1100293" y="1409241"/>
                  </a:lnTo>
                  <a:lnTo>
                    <a:pt x="1138917" y="1387128"/>
                  </a:lnTo>
                  <a:lnTo>
                    <a:pt x="1176057" y="1362830"/>
                  </a:lnTo>
                  <a:lnTo>
                    <a:pt x="1211626" y="1336433"/>
                  </a:lnTo>
                  <a:lnTo>
                    <a:pt x="1245536" y="1308027"/>
                  </a:lnTo>
                  <a:lnTo>
                    <a:pt x="1277699" y="1277699"/>
                  </a:lnTo>
                  <a:lnTo>
                    <a:pt x="1308027" y="1245536"/>
                  </a:lnTo>
                  <a:lnTo>
                    <a:pt x="1336433" y="1211626"/>
                  </a:lnTo>
                  <a:lnTo>
                    <a:pt x="1362830" y="1176057"/>
                  </a:lnTo>
                  <a:lnTo>
                    <a:pt x="1387128" y="1138917"/>
                  </a:lnTo>
                  <a:lnTo>
                    <a:pt x="1409241" y="1100293"/>
                  </a:lnTo>
                  <a:lnTo>
                    <a:pt x="1429081" y="1060273"/>
                  </a:lnTo>
                  <a:lnTo>
                    <a:pt x="1446561" y="1018944"/>
                  </a:lnTo>
                  <a:lnTo>
                    <a:pt x="1461592" y="976395"/>
                  </a:lnTo>
                  <a:lnTo>
                    <a:pt x="1474086" y="932713"/>
                  </a:lnTo>
                  <a:lnTo>
                    <a:pt x="1483957" y="887986"/>
                  </a:lnTo>
                  <a:lnTo>
                    <a:pt x="1491116" y="842301"/>
                  </a:lnTo>
                  <a:lnTo>
                    <a:pt x="1495476" y="795747"/>
                  </a:lnTo>
                  <a:lnTo>
                    <a:pt x="1496949" y="748411"/>
                  </a:lnTo>
                  <a:lnTo>
                    <a:pt x="1495476" y="701075"/>
                  </a:lnTo>
                  <a:lnTo>
                    <a:pt x="1491116" y="654522"/>
                  </a:lnTo>
                  <a:lnTo>
                    <a:pt x="1483957" y="608840"/>
                  </a:lnTo>
                  <a:lnTo>
                    <a:pt x="1474086" y="564116"/>
                  </a:lnTo>
                  <a:lnTo>
                    <a:pt x="1461592" y="520438"/>
                  </a:lnTo>
                  <a:lnTo>
                    <a:pt x="1446561" y="477894"/>
                  </a:lnTo>
                  <a:lnTo>
                    <a:pt x="1429081" y="436571"/>
                  </a:lnTo>
                  <a:lnTo>
                    <a:pt x="1409241" y="396557"/>
                  </a:lnTo>
                  <a:lnTo>
                    <a:pt x="1387128" y="357939"/>
                  </a:lnTo>
                  <a:lnTo>
                    <a:pt x="1362830" y="320806"/>
                  </a:lnTo>
                  <a:lnTo>
                    <a:pt x="1336433" y="285244"/>
                  </a:lnTo>
                  <a:lnTo>
                    <a:pt x="1308027" y="251341"/>
                  </a:lnTo>
                  <a:lnTo>
                    <a:pt x="1277699" y="219186"/>
                  </a:lnTo>
                  <a:lnTo>
                    <a:pt x="1245536" y="188865"/>
                  </a:lnTo>
                  <a:lnTo>
                    <a:pt x="1211626" y="160466"/>
                  </a:lnTo>
                  <a:lnTo>
                    <a:pt x="1176057" y="134076"/>
                  </a:lnTo>
                  <a:lnTo>
                    <a:pt x="1138917" y="109785"/>
                  </a:lnTo>
                  <a:lnTo>
                    <a:pt x="1100293" y="87678"/>
                  </a:lnTo>
                  <a:lnTo>
                    <a:pt x="1060273" y="67844"/>
                  </a:lnTo>
                  <a:lnTo>
                    <a:pt x="1018944" y="50370"/>
                  </a:lnTo>
                  <a:lnTo>
                    <a:pt x="976395" y="35344"/>
                  </a:lnTo>
                  <a:lnTo>
                    <a:pt x="932713" y="22854"/>
                  </a:lnTo>
                  <a:lnTo>
                    <a:pt x="887986" y="12986"/>
                  </a:lnTo>
                  <a:lnTo>
                    <a:pt x="842301" y="5830"/>
                  </a:lnTo>
                  <a:lnTo>
                    <a:pt x="795747" y="1472"/>
                  </a:lnTo>
                  <a:lnTo>
                    <a:pt x="748411" y="0"/>
                  </a:lnTo>
                  <a:close/>
                </a:path>
              </a:pathLst>
            </a:custGeom>
            <a:ln w="1143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190488" y="4804409"/>
              <a:ext cx="1497330" cy="1497330"/>
            </a:xfrm>
            <a:custGeom>
              <a:avLst/>
              <a:gdLst/>
              <a:ahLst/>
              <a:cxnLst/>
              <a:rect l="l" t="t" r="r" b="b"/>
              <a:pathLst>
                <a:path w="1497329" h="1497329">
                  <a:moveTo>
                    <a:pt x="748538" y="0"/>
                  </a:moveTo>
                  <a:lnTo>
                    <a:pt x="701201" y="1472"/>
                  </a:lnTo>
                  <a:lnTo>
                    <a:pt x="654647" y="5830"/>
                  </a:lnTo>
                  <a:lnTo>
                    <a:pt x="608962" y="12986"/>
                  </a:lnTo>
                  <a:lnTo>
                    <a:pt x="564235" y="22854"/>
                  </a:lnTo>
                  <a:lnTo>
                    <a:pt x="520553" y="35344"/>
                  </a:lnTo>
                  <a:lnTo>
                    <a:pt x="478004" y="50370"/>
                  </a:lnTo>
                  <a:lnTo>
                    <a:pt x="436675" y="67844"/>
                  </a:lnTo>
                  <a:lnTo>
                    <a:pt x="396655" y="87678"/>
                  </a:lnTo>
                  <a:lnTo>
                    <a:pt x="358031" y="109785"/>
                  </a:lnTo>
                  <a:lnTo>
                    <a:pt x="320891" y="134076"/>
                  </a:lnTo>
                  <a:lnTo>
                    <a:pt x="285322" y="160466"/>
                  </a:lnTo>
                  <a:lnTo>
                    <a:pt x="251412" y="188865"/>
                  </a:lnTo>
                  <a:lnTo>
                    <a:pt x="219249" y="219186"/>
                  </a:lnTo>
                  <a:lnTo>
                    <a:pt x="188921" y="251341"/>
                  </a:lnTo>
                  <a:lnTo>
                    <a:pt x="160515" y="285244"/>
                  </a:lnTo>
                  <a:lnTo>
                    <a:pt x="134118" y="320806"/>
                  </a:lnTo>
                  <a:lnTo>
                    <a:pt x="109820" y="357939"/>
                  </a:lnTo>
                  <a:lnTo>
                    <a:pt x="87707" y="396557"/>
                  </a:lnTo>
                  <a:lnTo>
                    <a:pt x="67867" y="436571"/>
                  </a:lnTo>
                  <a:lnTo>
                    <a:pt x="50387" y="477894"/>
                  </a:lnTo>
                  <a:lnTo>
                    <a:pt x="35356" y="520438"/>
                  </a:lnTo>
                  <a:lnTo>
                    <a:pt x="22862" y="564116"/>
                  </a:lnTo>
                  <a:lnTo>
                    <a:pt x="12991" y="608840"/>
                  </a:lnTo>
                  <a:lnTo>
                    <a:pt x="5832" y="654522"/>
                  </a:lnTo>
                  <a:lnTo>
                    <a:pt x="1472" y="701075"/>
                  </a:lnTo>
                  <a:lnTo>
                    <a:pt x="0" y="748411"/>
                  </a:lnTo>
                  <a:lnTo>
                    <a:pt x="1472" y="795747"/>
                  </a:lnTo>
                  <a:lnTo>
                    <a:pt x="5832" y="842301"/>
                  </a:lnTo>
                  <a:lnTo>
                    <a:pt x="12991" y="887986"/>
                  </a:lnTo>
                  <a:lnTo>
                    <a:pt x="22862" y="932713"/>
                  </a:lnTo>
                  <a:lnTo>
                    <a:pt x="35356" y="976395"/>
                  </a:lnTo>
                  <a:lnTo>
                    <a:pt x="50387" y="1018944"/>
                  </a:lnTo>
                  <a:lnTo>
                    <a:pt x="67867" y="1060273"/>
                  </a:lnTo>
                  <a:lnTo>
                    <a:pt x="87707" y="1100293"/>
                  </a:lnTo>
                  <a:lnTo>
                    <a:pt x="109820" y="1138917"/>
                  </a:lnTo>
                  <a:lnTo>
                    <a:pt x="134118" y="1176057"/>
                  </a:lnTo>
                  <a:lnTo>
                    <a:pt x="160515" y="1211626"/>
                  </a:lnTo>
                  <a:lnTo>
                    <a:pt x="188921" y="1245536"/>
                  </a:lnTo>
                  <a:lnTo>
                    <a:pt x="219249" y="1277699"/>
                  </a:lnTo>
                  <a:lnTo>
                    <a:pt x="251412" y="1308027"/>
                  </a:lnTo>
                  <a:lnTo>
                    <a:pt x="285322" y="1336433"/>
                  </a:lnTo>
                  <a:lnTo>
                    <a:pt x="320891" y="1362830"/>
                  </a:lnTo>
                  <a:lnTo>
                    <a:pt x="358031" y="1387128"/>
                  </a:lnTo>
                  <a:lnTo>
                    <a:pt x="396655" y="1409241"/>
                  </a:lnTo>
                  <a:lnTo>
                    <a:pt x="436675" y="1429081"/>
                  </a:lnTo>
                  <a:lnTo>
                    <a:pt x="478004" y="1446561"/>
                  </a:lnTo>
                  <a:lnTo>
                    <a:pt x="520553" y="1461592"/>
                  </a:lnTo>
                  <a:lnTo>
                    <a:pt x="564235" y="1474086"/>
                  </a:lnTo>
                  <a:lnTo>
                    <a:pt x="608962" y="1483957"/>
                  </a:lnTo>
                  <a:lnTo>
                    <a:pt x="654647" y="1491116"/>
                  </a:lnTo>
                  <a:lnTo>
                    <a:pt x="701201" y="1495476"/>
                  </a:lnTo>
                  <a:lnTo>
                    <a:pt x="748538" y="1496949"/>
                  </a:lnTo>
                  <a:lnTo>
                    <a:pt x="795874" y="1495476"/>
                  </a:lnTo>
                  <a:lnTo>
                    <a:pt x="842428" y="1491116"/>
                  </a:lnTo>
                  <a:lnTo>
                    <a:pt x="888113" y="1483957"/>
                  </a:lnTo>
                  <a:lnTo>
                    <a:pt x="932840" y="1474086"/>
                  </a:lnTo>
                  <a:lnTo>
                    <a:pt x="976522" y="1461592"/>
                  </a:lnTo>
                  <a:lnTo>
                    <a:pt x="1019071" y="1446561"/>
                  </a:lnTo>
                  <a:lnTo>
                    <a:pt x="1060400" y="1429081"/>
                  </a:lnTo>
                  <a:lnTo>
                    <a:pt x="1100420" y="1409241"/>
                  </a:lnTo>
                  <a:lnTo>
                    <a:pt x="1139044" y="1387128"/>
                  </a:lnTo>
                  <a:lnTo>
                    <a:pt x="1176184" y="1362830"/>
                  </a:lnTo>
                  <a:lnTo>
                    <a:pt x="1211753" y="1336433"/>
                  </a:lnTo>
                  <a:lnTo>
                    <a:pt x="1245663" y="1308027"/>
                  </a:lnTo>
                  <a:lnTo>
                    <a:pt x="1277826" y="1277699"/>
                  </a:lnTo>
                  <a:lnTo>
                    <a:pt x="1308154" y="1245536"/>
                  </a:lnTo>
                  <a:lnTo>
                    <a:pt x="1336560" y="1211626"/>
                  </a:lnTo>
                  <a:lnTo>
                    <a:pt x="1362957" y="1176057"/>
                  </a:lnTo>
                  <a:lnTo>
                    <a:pt x="1387255" y="1138917"/>
                  </a:lnTo>
                  <a:lnTo>
                    <a:pt x="1409368" y="1100293"/>
                  </a:lnTo>
                  <a:lnTo>
                    <a:pt x="1429208" y="1060273"/>
                  </a:lnTo>
                  <a:lnTo>
                    <a:pt x="1446688" y="1018944"/>
                  </a:lnTo>
                  <a:lnTo>
                    <a:pt x="1461719" y="976395"/>
                  </a:lnTo>
                  <a:lnTo>
                    <a:pt x="1474213" y="932713"/>
                  </a:lnTo>
                  <a:lnTo>
                    <a:pt x="1484084" y="887986"/>
                  </a:lnTo>
                  <a:lnTo>
                    <a:pt x="1491243" y="842301"/>
                  </a:lnTo>
                  <a:lnTo>
                    <a:pt x="1495603" y="795747"/>
                  </a:lnTo>
                  <a:lnTo>
                    <a:pt x="1497076" y="748411"/>
                  </a:lnTo>
                  <a:lnTo>
                    <a:pt x="1495603" y="701075"/>
                  </a:lnTo>
                  <a:lnTo>
                    <a:pt x="1491243" y="654522"/>
                  </a:lnTo>
                  <a:lnTo>
                    <a:pt x="1484084" y="608840"/>
                  </a:lnTo>
                  <a:lnTo>
                    <a:pt x="1474213" y="564116"/>
                  </a:lnTo>
                  <a:lnTo>
                    <a:pt x="1461719" y="520438"/>
                  </a:lnTo>
                  <a:lnTo>
                    <a:pt x="1446688" y="477894"/>
                  </a:lnTo>
                  <a:lnTo>
                    <a:pt x="1429208" y="436571"/>
                  </a:lnTo>
                  <a:lnTo>
                    <a:pt x="1409368" y="396557"/>
                  </a:lnTo>
                  <a:lnTo>
                    <a:pt x="1387255" y="357939"/>
                  </a:lnTo>
                  <a:lnTo>
                    <a:pt x="1362957" y="320806"/>
                  </a:lnTo>
                  <a:lnTo>
                    <a:pt x="1336560" y="285244"/>
                  </a:lnTo>
                  <a:lnTo>
                    <a:pt x="1308154" y="251341"/>
                  </a:lnTo>
                  <a:lnTo>
                    <a:pt x="1277826" y="219186"/>
                  </a:lnTo>
                  <a:lnTo>
                    <a:pt x="1245663" y="188865"/>
                  </a:lnTo>
                  <a:lnTo>
                    <a:pt x="1211753" y="160466"/>
                  </a:lnTo>
                  <a:lnTo>
                    <a:pt x="1176184" y="134076"/>
                  </a:lnTo>
                  <a:lnTo>
                    <a:pt x="1139044" y="109785"/>
                  </a:lnTo>
                  <a:lnTo>
                    <a:pt x="1100420" y="87678"/>
                  </a:lnTo>
                  <a:lnTo>
                    <a:pt x="1060400" y="67844"/>
                  </a:lnTo>
                  <a:lnTo>
                    <a:pt x="1019071" y="50370"/>
                  </a:lnTo>
                  <a:lnTo>
                    <a:pt x="976522" y="35344"/>
                  </a:lnTo>
                  <a:lnTo>
                    <a:pt x="932840" y="22854"/>
                  </a:lnTo>
                  <a:lnTo>
                    <a:pt x="888113" y="12986"/>
                  </a:lnTo>
                  <a:lnTo>
                    <a:pt x="842428" y="5830"/>
                  </a:lnTo>
                  <a:lnTo>
                    <a:pt x="795874" y="1472"/>
                  </a:lnTo>
                  <a:lnTo>
                    <a:pt x="748538" y="0"/>
                  </a:lnTo>
                  <a:close/>
                </a:path>
              </a:pathLst>
            </a:custGeom>
            <a:solidFill>
              <a:srgbClr val="DF04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190488" y="4804409"/>
              <a:ext cx="1497330" cy="1497330"/>
            </a:xfrm>
            <a:custGeom>
              <a:avLst/>
              <a:gdLst/>
              <a:ahLst/>
              <a:cxnLst/>
              <a:rect l="l" t="t" r="r" b="b"/>
              <a:pathLst>
                <a:path w="1497329" h="1497329">
                  <a:moveTo>
                    <a:pt x="748538" y="0"/>
                  </a:moveTo>
                  <a:lnTo>
                    <a:pt x="701201" y="1472"/>
                  </a:lnTo>
                  <a:lnTo>
                    <a:pt x="654647" y="5830"/>
                  </a:lnTo>
                  <a:lnTo>
                    <a:pt x="608962" y="12986"/>
                  </a:lnTo>
                  <a:lnTo>
                    <a:pt x="564235" y="22854"/>
                  </a:lnTo>
                  <a:lnTo>
                    <a:pt x="520553" y="35344"/>
                  </a:lnTo>
                  <a:lnTo>
                    <a:pt x="478004" y="50370"/>
                  </a:lnTo>
                  <a:lnTo>
                    <a:pt x="436675" y="67844"/>
                  </a:lnTo>
                  <a:lnTo>
                    <a:pt x="396655" y="87678"/>
                  </a:lnTo>
                  <a:lnTo>
                    <a:pt x="358031" y="109785"/>
                  </a:lnTo>
                  <a:lnTo>
                    <a:pt x="320891" y="134076"/>
                  </a:lnTo>
                  <a:lnTo>
                    <a:pt x="285322" y="160466"/>
                  </a:lnTo>
                  <a:lnTo>
                    <a:pt x="251412" y="188865"/>
                  </a:lnTo>
                  <a:lnTo>
                    <a:pt x="219249" y="219186"/>
                  </a:lnTo>
                  <a:lnTo>
                    <a:pt x="188921" y="251341"/>
                  </a:lnTo>
                  <a:lnTo>
                    <a:pt x="160515" y="285244"/>
                  </a:lnTo>
                  <a:lnTo>
                    <a:pt x="134118" y="320806"/>
                  </a:lnTo>
                  <a:lnTo>
                    <a:pt x="109820" y="357939"/>
                  </a:lnTo>
                  <a:lnTo>
                    <a:pt x="87707" y="396557"/>
                  </a:lnTo>
                  <a:lnTo>
                    <a:pt x="67867" y="436571"/>
                  </a:lnTo>
                  <a:lnTo>
                    <a:pt x="50387" y="477894"/>
                  </a:lnTo>
                  <a:lnTo>
                    <a:pt x="35356" y="520438"/>
                  </a:lnTo>
                  <a:lnTo>
                    <a:pt x="22862" y="564116"/>
                  </a:lnTo>
                  <a:lnTo>
                    <a:pt x="12991" y="608840"/>
                  </a:lnTo>
                  <a:lnTo>
                    <a:pt x="5832" y="654522"/>
                  </a:lnTo>
                  <a:lnTo>
                    <a:pt x="1472" y="701075"/>
                  </a:lnTo>
                  <a:lnTo>
                    <a:pt x="0" y="748411"/>
                  </a:lnTo>
                  <a:lnTo>
                    <a:pt x="1472" y="795747"/>
                  </a:lnTo>
                  <a:lnTo>
                    <a:pt x="5832" y="842301"/>
                  </a:lnTo>
                  <a:lnTo>
                    <a:pt x="12991" y="887986"/>
                  </a:lnTo>
                  <a:lnTo>
                    <a:pt x="22862" y="932713"/>
                  </a:lnTo>
                  <a:lnTo>
                    <a:pt x="35356" y="976395"/>
                  </a:lnTo>
                  <a:lnTo>
                    <a:pt x="50387" y="1018944"/>
                  </a:lnTo>
                  <a:lnTo>
                    <a:pt x="67867" y="1060273"/>
                  </a:lnTo>
                  <a:lnTo>
                    <a:pt x="87707" y="1100293"/>
                  </a:lnTo>
                  <a:lnTo>
                    <a:pt x="109820" y="1138917"/>
                  </a:lnTo>
                  <a:lnTo>
                    <a:pt x="134118" y="1176057"/>
                  </a:lnTo>
                  <a:lnTo>
                    <a:pt x="160515" y="1211626"/>
                  </a:lnTo>
                  <a:lnTo>
                    <a:pt x="188921" y="1245536"/>
                  </a:lnTo>
                  <a:lnTo>
                    <a:pt x="219249" y="1277699"/>
                  </a:lnTo>
                  <a:lnTo>
                    <a:pt x="251412" y="1308027"/>
                  </a:lnTo>
                  <a:lnTo>
                    <a:pt x="285322" y="1336433"/>
                  </a:lnTo>
                  <a:lnTo>
                    <a:pt x="320891" y="1362830"/>
                  </a:lnTo>
                  <a:lnTo>
                    <a:pt x="358031" y="1387128"/>
                  </a:lnTo>
                  <a:lnTo>
                    <a:pt x="396655" y="1409241"/>
                  </a:lnTo>
                  <a:lnTo>
                    <a:pt x="436675" y="1429081"/>
                  </a:lnTo>
                  <a:lnTo>
                    <a:pt x="478004" y="1446561"/>
                  </a:lnTo>
                  <a:lnTo>
                    <a:pt x="520553" y="1461592"/>
                  </a:lnTo>
                  <a:lnTo>
                    <a:pt x="564235" y="1474086"/>
                  </a:lnTo>
                  <a:lnTo>
                    <a:pt x="608962" y="1483957"/>
                  </a:lnTo>
                  <a:lnTo>
                    <a:pt x="654647" y="1491116"/>
                  </a:lnTo>
                  <a:lnTo>
                    <a:pt x="701201" y="1495476"/>
                  </a:lnTo>
                  <a:lnTo>
                    <a:pt x="748538" y="1496949"/>
                  </a:lnTo>
                  <a:lnTo>
                    <a:pt x="795874" y="1495476"/>
                  </a:lnTo>
                  <a:lnTo>
                    <a:pt x="842428" y="1491116"/>
                  </a:lnTo>
                  <a:lnTo>
                    <a:pt x="888113" y="1483957"/>
                  </a:lnTo>
                  <a:lnTo>
                    <a:pt x="932840" y="1474086"/>
                  </a:lnTo>
                  <a:lnTo>
                    <a:pt x="976522" y="1461592"/>
                  </a:lnTo>
                  <a:lnTo>
                    <a:pt x="1019071" y="1446561"/>
                  </a:lnTo>
                  <a:lnTo>
                    <a:pt x="1060400" y="1429081"/>
                  </a:lnTo>
                  <a:lnTo>
                    <a:pt x="1100420" y="1409241"/>
                  </a:lnTo>
                  <a:lnTo>
                    <a:pt x="1139044" y="1387128"/>
                  </a:lnTo>
                  <a:lnTo>
                    <a:pt x="1176184" y="1362830"/>
                  </a:lnTo>
                  <a:lnTo>
                    <a:pt x="1211753" y="1336433"/>
                  </a:lnTo>
                  <a:lnTo>
                    <a:pt x="1245663" y="1308027"/>
                  </a:lnTo>
                  <a:lnTo>
                    <a:pt x="1277826" y="1277699"/>
                  </a:lnTo>
                  <a:lnTo>
                    <a:pt x="1308154" y="1245536"/>
                  </a:lnTo>
                  <a:lnTo>
                    <a:pt x="1336560" y="1211626"/>
                  </a:lnTo>
                  <a:lnTo>
                    <a:pt x="1362957" y="1176057"/>
                  </a:lnTo>
                  <a:lnTo>
                    <a:pt x="1387255" y="1138917"/>
                  </a:lnTo>
                  <a:lnTo>
                    <a:pt x="1409368" y="1100293"/>
                  </a:lnTo>
                  <a:lnTo>
                    <a:pt x="1429208" y="1060273"/>
                  </a:lnTo>
                  <a:lnTo>
                    <a:pt x="1446688" y="1018944"/>
                  </a:lnTo>
                  <a:lnTo>
                    <a:pt x="1461719" y="976395"/>
                  </a:lnTo>
                  <a:lnTo>
                    <a:pt x="1474213" y="932713"/>
                  </a:lnTo>
                  <a:lnTo>
                    <a:pt x="1484084" y="887986"/>
                  </a:lnTo>
                  <a:lnTo>
                    <a:pt x="1491243" y="842301"/>
                  </a:lnTo>
                  <a:lnTo>
                    <a:pt x="1495603" y="795747"/>
                  </a:lnTo>
                  <a:lnTo>
                    <a:pt x="1497076" y="748411"/>
                  </a:lnTo>
                  <a:lnTo>
                    <a:pt x="1495603" y="701075"/>
                  </a:lnTo>
                  <a:lnTo>
                    <a:pt x="1491243" y="654522"/>
                  </a:lnTo>
                  <a:lnTo>
                    <a:pt x="1484084" y="608840"/>
                  </a:lnTo>
                  <a:lnTo>
                    <a:pt x="1474213" y="564116"/>
                  </a:lnTo>
                  <a:lnTo>
                    <a:pt x="1461719" y="520438"/>
                  </a:lnTo>
                  <a:lnTo>
                    <a:pt x="1446688" y="477894"/>
                  </a:lnTo>
                  <a:lnTo>
                    <a:pt x="1429208" y="436571"/>
                  </a:lnTo>
                  <a:lnTo>
                    <a:pt x="1409368" y="396557"/>
                  </a:lnTo>
                  <a:lnTo>
                    <a:pt x="1387255" y="357939"/>
                  </a:lnTo>
                  <a:lnTo>
                    <a:pt x="1362957" y="320806"/>
                  </a:lnTo>
                  <a:lnTo>
                    <a:pt x="1336560" y="285244"/>
                  </a:lnTo>
                  <a:lnTo>
                    <a:pt x="1308154" y="251341"/>
                  </a:lnTo>
                  <a:lnTo>
                    <a:pt x="1277826" y="219186"/>
                  </a:lnTo>
                  <a:lnTo>
                    <a:pt x="1245663" y="188865"/>
                  </a:lnTo>
                  <a:lnTo>
                    <a:pt x="1211753" y="160466"/>
                  </a:lnTo>
                  <a:lnTo>
                    <a:pt x="1176184" y="134076"/>
                  </a:lnTo>
                  <a:lnTo>
                    <a:pt x="1139044" y="109785"/>
                  </a:lnTo>
                  <a:lnTo>
                    <a:pt x="1100420" y="87678"/>
                  </a:lnTo>
                  <a:lnTo>
                    <a:pt x="1060400" y="67844"/>
                  </a:lnTo>
                  <a:lnTo>
                    <a:pt x="1019071" y="50370"/>
                  </a:lnTo>
                  <a:lnTo>
                    <a:pt x="976522" y="35344"/>
                  </a:lnTo>
                  <a:lnTo>
                    <a:pt x="932840" y="22854"/>
                  </a:lnTo>
                  <a:lnTo>
                    <a:pt x="888113" y="12986"/>
                  </a:lnTo>
                  <a:lnTo>
                    <a:pt x="842428" y="5830"/>
                  </a:lnTo>
                  <a:lnTo>
                    <a:pt x="795874" y="1472"/>
                  </a:lnTo>
                  <a:lnTo>
                    <a:pt x="748538" y="0"/>
                  </a:lnTo>
                  <a:close/>
                </a:path>
              </a:pathLst>
            </a:custGeom>
            <a:ln w="1143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536046" y="4598415"/>
              <a:ext cx="1497330" cy="1497330"/>
            </a:xfrm>
            <a:custGeom>
              <a:avLst/>
              <a:gdLst/>
              <a:ahLst/>
              <a:cxnLst/>
              <a:rect l="l" t="t" r="r" b="b"/>
              <a:pathLst>
                <a:path w="1497329" h="1497329">
                  <a:moveTo>
                    <a:pt x="748537" y="0"/>
                  </a:moveTo>
                  <a:lnTo>
                    <a:pt x="701201" y="1472"/>
                  </a:lnTo>
                  <a:lnTo>
                    <a:pt x="654647" y="5832"/>
                  </a:lnTo>
                  <a:lnTo>
                    <a:pt x="608962" y="12991"/>
                  </a:lnTo>
                  <a:lnTo>
                    <a:pt x="564235" y="22862"/>
                  </a:lnTo>
                  <a:lnTo>
                    <a:pt x="520553" y="35356"/>
                  </a:lnTo>
                  <a:lnTo>
                    <a:pt x="478004" y="50387"/>
                  </a:lnTo>
                  <a:lnTo>
                    <a:pt x="436675" y="67867"/>
                  </a:lnTo>
                  <a:lnTo>
                    <a:pt x="396655" y="87707"/>
                  </a:lnTo>
                  <a:lnTo>
                    <a:pt x="358031" y="109820"/>
                  </a:lnTo>
                  <a:lnTo>
                    <a:pt x="320891" y="134118"/>
                  </a:lnTo>
                  <a:lnTo>
                    <a:pt x="285322" y="160515"/>
                  </a:lnTo>
                  <a:lnTo>
                    <a:pt x="251412" y="188921"/>
                  </a:lnTo>
                  <a:lnTo>
                    <a:pt x="219249" y="219249"/>
                  </a:lnTo>
                  <a:lnTo>
                    <a:pt x="188921" y="251412"/>
                  </a:lnTo>
                  <a:lnTo>
                    <a:pt x="160515" y="285322"/>
                  </a:lnTo>
                  <a:lnTo>
                    <a:pt x="134118" y="320891"/>
                  </a:lnTo>
                  <a:lnTo>
                    <a:pt x="109820" y="358031"/>
                  </a:lnTo>
                  <a:lnTo>
                    <a:pt x="87707" y="396655"/>
                  </a:lnTo>
                  <a:lnTo>
                    <a:pt x="67867" y="436675"/>
                  </a:lnTo>
                  <a:lnTo>
                    <a:pt x="50387" y="478004"/>
                  </a:lnTo>
                  <a:lnTo>
                    <a:pt x="35356" y="520553"/>
                  </a:lnTo>
                  <a:lnTo>
                    <a:pt x="22862" y="564235"/>
                  </a:lnTo>
                  <a:lnTo>
                    <a:pt x="12991" y="608962"/>
                  </a:lnTo>
                  <a:lnTo>
                    <a:pt x="5832" y="654647"/>
                  </a:lnTo>
                  <a:lnTo>
                    <a:pt x="1472" y="701201"/>
                  </a:lnTo>
                  <a:lnTo>
                    <a:pt x="0" y="748538"/>
                  </a:lnTo>
                  <a:lnTo>
                    <a:pt x="1472" y="795873"/>
                  </a:lnTo>
                  <a:lnTo>
                    <a:pt x="5832" y="842426"/>
                  </a:lnTo>
                  <a:lnTo>
                    <a:pt x="12991" y="888108"/>
                  </a:lnTo>
                  <a:lnTo>
                    <a:pt x="22862" y="932832"/>
                  </a:lnTo>
                  <a:lnTo>
                    <a:pt x="35356" y="976510"/>
                  </a:lnTo>
                  <a:lnTo>
                    <a:pt x="50387" y="1019054"/>
                  </a:lnTo>
                  <a:lnTo>
                    <a:pt x="67867" y="1060377"/>
                  </a:lnTo>
                  <a:lnTo>
                    <a:pt x="87707" y="1100391"/>
                  </a:lnTo>
                  <a:lnTo>
                    <a:pt x="109820" y="1139009"/>
                  </a:lnTo>
                  <a:lnTo>
                    <a:pt x="134118" y="1176142"/>
                  </a:lnTo>
                  <a:lnTo>
                    <a:pt x="160515" y="1211704"/>
                  </a:lnTo>
                  <a:lnTo>
                    <a:pt x="188921" y="1245607"/>
                  </a:lnTo>
                  <a:lnTo>
                    <a:pt x="219249" y="1277762"/>
                  </a:lnTo>
                  <a:lnTo>
                    <a:pt x="251412" y="1308083"/>
                  </a:lnTo>
                  <a:lnTo>
                    <a:pt x="285322" y="1336482"/>
                  </a:lnTo>
                  <a:lnTo>
                    <a:pt x="320891" y="1362872"/>
                  </a:lnTo>
                  <a:lnTo>
                    <a:pt x="358031" y="1387163"/>
                  </a:lnTo>
                  <a:lnTo>
                    <a:pt x="396655" y="1409270"/>
                  </a:lnTo>
                  <a:lnTo>
                    <a:pt x="436675" y="1429104"/>
                  </a:lnTo>
                  <a:lnTo>
                    <a:pt x="478004" y="1446578"/>
                  </a:lnTo>
                  <a:lnTo>
                    <a:pt x="520553" y="1461604"/>
                  </a:lnTo>
                  <a:lnTo>
                    <a:pt x="564235" y="1474094"/>
                  </a:lnTo>
                  <a:lnTo>
                    <a:pt x="608962" y="1483962"/>
                  </a:lnTo>
                  <a:lnTo>
                    <a:pt x="654647" y="1491118"/>
                  </a:lnTo>
                  <a:lnTo>
                    <a:pt x="701201" y="1495476"/>
                  </a:lnTo>
                  <a:lnTo>
                    <a:pt x="748537" y="1496949"/>
                  </a:lnTo>
                  <a:lnTo>
                    <a:pt x="795873" y="1495476"/>
                  </a:lnTo>
                  <a:lnTo>
                    <a:pt x="842426" y="1491118"/>
                  </a:lnTo>
                  <a:lnTo>
                    <a:pt x="888108" y="1483962"/>
                  </a:lnTo>
                  <a:lnTo>
                    <a:pt x="932832" y="1474094"/>
                  </a:lnTo>
                  <a:lnTo>
                    <a:pt x="976510" y="1461604"/>
                  </a:lnTo>
                  <a:lnTo>
                    <a:pt x="1019054" y="1446578"/>
                  </a:lnTo>
                  <a:lnTo>
                    <a:pt x="1060377" y="1429104"/>
                  </a:lnTo>
                  <a:lnTo>
                    <a:pt x="1100391" y="1409270"/>
                  </a:lnTo>
                  <a:lnTo>
                    <a:pt x="1139009" y="1387163"/>
                  </a:lnTo>
                  <a:lnTo>
                    <a:pt x="1176142" y="1362872"/>
                  </a:lnTo>
                  <a:lnTo>
                    <a:pt x="1211704" y="1336482"/>
                  </a:lnTo>
                  <a:lnTo>
                    <a:pt x="1245607" y="1308083"/>
                  </a:lnTo>
                  <a:lnTo>
                    <a:pt x="1277762" y="1277762"/>
                  </a:lnTo>
                  <a:lnTo>
                    <a:pt x="1308083" y="1245607"/>
                  </a:lnTo>
                  <a:lnTo>
                    <a:pt x="1336482" y="1211704"/>
                  </a:lnTo>
                  <a:lnTo>
                    <a:pt x="1362872" y="1176142"/>
                  </a:lnTo>
                  <a:lnTo>
                    <a:pt x="1387163" y="1139009"/>
                  </a:lnTo>
                  <a:lnTo>
                    <a:pt x="1409270" y="1100391"/>
                  </a:lnTo>
                  <a:lnTo>
                    <a:pt x="1429104" y="1060377"/>
                  </a:lnTo>
                  <a:lnTo>
                    <a:pt x="1446578" y="1019054"/>
                  </a:lnTo>
                  <a:lnTo>
                    <a:pt x="1461604" y="976510"/>
                  </a:lnTo>
                  <a:lnTo>
                    <a:pt x="1474094" y="932832"/>
                  </a:lnTo>
                  <a:lnTo>
                    <a:pt x="1483962" y="888108"/>
                  </a:lnTo>
                  <a:lnTo>
                    <a:pt x="1491118" y="842426"/>
                  </a:lnTo>
                  <a:lnTo>
                    <a:pt x="1495476" y="795873"/>
                  </a:lnTo>
                  <a:lnTo>
                    <a:pt x="1496949" y="748538"/>
                  </a:lnTo>
                  <a:lnTo>
                    <a:pt x="1495476" y="701201"/>
                  </a:lnTo>
                  <a:lnTo>
                    <a:pt x="1491118" y="654647"/>
                  </a:lnTo>
                  <a:lnTo>
                    <a:pt x="1483962" y="608962"/>
                  </a:lnTo>
                  <a:lnTo>
                    <a:pt x="1474094" y="564235"/>
                  </a:lnTo>
                  <a:lnTo>
                    <a:pt x="1461604" y="520553"/>
                  </a:lnTo>
                  <a:lnTo>
                    <a:pt x="1446578" y="478004"/>
                  </a:lnTo>
                  <a:lnTo>
                    <a:pt x="1429104" y="436675"/>
                  </a:lnTo>
                  <a:lnTo>
                    <a:pt x="1409270" y="396655"/>
                  </a:lnTo>
                  <a:lnTo>
                    <a:pt x="1387163" y="358031"/>
                  </a:lnTo>
                  <a:lnTo>
                    <a:pt x="1362872" y="320891"/>
                  </a:lnTo>
                  <a:lnTo>
                    <a:pt x="1336482" y="285322"/>
                  </a:lnTo>
                  <a:lnTo>
                    <a:pt x="1308083" y="251412"/>
                  </a:lnTo>
                  <a:lnTo>
                    <a:pt x="1277762" y="219249"/>
                  </a:lnTo>
                  <a:lnTo>
                    <a:pt x="1245607" y="188921"/>
                  </a:lnTo>
                  <a:lnTo>
                    <a:pt x="1211704" y="160515"/>
                  </a:lnTo>
                  <a:lnTo>
                    <a:pt x="1176142" y="134118"/>
                  </a:lnTo>
                  <a:lnTo>
                    <a:pt x="1139009" y="109820"/>
                  </a:lnTo>
                  <a:lnTo>
                    <a:pt x="1100391" y="87707"/>
                  </a:lnTo>
                  <a:lnTo>
                    <a:pt x="1060377" y="67867"/>
                  </a:lnTo>
                  <a:lnTo>
                    <a:pt x="1019054" y="50387"/>
                  </a:lnTo>
                  <a:lnTo>
                    <a:pt x="976510" y="35356"/>
                  </a:lnTo>
                  <a:lnTo>
                    <a:pt x="932832" y="22862"/>
                  </a:lnTo>
                  <a:lnTo>
                    <a:pt x="888108" y="12991"/>
                  </a:lnTo>
                  <a:lnTo>
                    <a:pt x="842426" y="5832"/>
                  </a:lnTo>
                  <a:lnTo>
                    <a:pt x="795873" y="1472"/>
                  </a:lnTo>
                  <a:lnTo>
                    <a:pt x="748537" y="0"/>
                  </a:lnTo>
                  <a:close/>
                </a:path>
              </a:pathLst>
            </a:custGeom>
            <a:solidFill>
              <a:srgbClr val="DF04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536046" y="4598415"/>
              <a:ext cx="1497330" cy="1497330"/>
            </a:xfrm>
            <a:custGeom>
              <a:avLst/>
              <a:gdLst/>
              <a:ahLst/>
              <a:cxnLst/>
              <a:rect l="l" t="t" r="r" b="b"/>
              <a:pathLst>
                <a:path w="1497329" h="1497329">
                  <a:moveTo>
                    <a:pt x="748537" y="0"/>
                  </a:moveTo>
                  <a:lnTo>
                    <a:pt x="701201" y="1472"/>
                  </a:lnTo>
                  <a:lnTo>
                    <a:pt x="654647" y="5832"/>
                  </a:lnTo>
                  <a:lnTo>
                    <a:pt x="608962" y="12991"/>
                  </a:lnTo>
                  <a:lnTo>
                    <a:pt x="564235" y="22862"/>
                  </a:lnTo>
                  <a:lnTo>
                    <a:pt x="520553" y="35356"/>
                  </a:lnTo>
                  <a:lnTo>
                    <a:pt x="478004" y="50387"/>
                  </a:lnTo>
                  <a:lnTo>
                    <a:pt x="436675" y="67867"/>
                  </a:lnTo>
                  <a:lnTo>
                    <a:pt x="396655" y="87707"/>
                  </a:lnTo>
                  <a:lnTo>
                    <a:pt x="358031" y="109820"/>
                  </a:lnTo>
                  <a:lnTo>
                    <a:pt x="320891" y="134118"/>
                  </a:lnTo>
                  <a:lnTo>
                    <a:pt x="285322" y="160515"/>
                  </a:lnTo>
                  <a:lnTo>
                    <a:pt x="251412" y="188921"/>
                  </a:lnTo>
                  <a:lnTo>
                    <a:pt x="219249" y="219249"/>
                  </a:lnTo>
                  <a:lnTo>
                    <a:pt x="188921" y="251412"/>
                  </a:lnTo>
                  <a:lnTo>
                    <a:pt x="160515" y="285322"/>
                  </a:lnTo>
                  <a:lnTo>
                    <a:pt x="134118" y="320891"/>
                  </a:lnTo>
                  <a:lnTo>
                    <a:pt x="109820" y="358031"/>
                  </a:lnTo>
                  <a:lnTo>
                    <a:pt x="87707" y="396655"/>
                  </a:lnTo>
                  <a:lnTo>
                    <a:pt x="67867" y="436675"/>
                  </a:lnTo>
                  <a:lnTo>
                    <a:pt x="50387" y="478004"/>
                  </a:lnTo>
                  <a:lnTo>
                    <a:pt x="35356" y="520553"/>
                  </a:lnTo>
                  <a:lnTo>
                    <a:pt x="22862" y="564235"/>
                  </a:lnTo>
                  <a:lnTo>
                    <a:pt x="12991" y="608962"/>
                  </a:lnTo>
                  <a:lnTo>
                    <a:pt x="5832" y="654647"/>
                  </a:lnTo>
                  <a:lnTo>
                    <a:pt x="1472" y="701201"/>
                  </a:lnTo>
                  <a:lnTo>
                    <a:pt x="0" y="748538"/>
                  </a:lnTo>
                  <a:lnTo>
                    <a:pt x="1472" y="795873"/>
                  </a:lnTo>
                  <a:lnTo>
                    <a:pt x="5832" y="842426"/>
                  </a:lnTo>
                  <a:lnTo>
                    <a:pt x="12991" y="888108"/>
                  </a:lnTo>
                  <a:lnTo>
                    <a:pt x="22862" y="932832"/>
                  </a:lnTo>
                  <a:lnTo>
                    <a:pt x="35356" y="976510"/>
                  </a:lnTo>
                  <a:lnTo>
                    <a:pt x="50387" y="1019054"/>
                  </a:lnTo>
                  <a:lnTo>
                    <a:pt x="67867" y="1060377"/>
                  </a:lnTo>
                  <a:lnTo>
                    <a:pt x="87707" y="1100391"/>
                  </a:lnTo>
                  <a:lnTo>
                    <a:pt x="109820" y="1139009"/>
                  </a:lnTo>
                  <a:lnTo>
                    <a:pt x="134118" y="1176142"/>
                  </a:lnTo>
                  <a:lnTo>
                    <a:pt x="160515" y="1211704"/>
                  </a:lnTo>
                  <a:lnTo>
                    <a:pt x="188921" y="1245607"/>
                  </a:lnTo>
                  <a:lnTo>
                    <a:pt x="219249" y="1277762"/>
                  </a:lnTo>
                  <a:lnTo>
                    <a:pt x="251412" y="1308083"/>
                  </a:lnTo>
                  <a:lnTo>
                    <a:pt x="285322" y="1336482"/>
                  </a:lnTo>
                  <a:lnTo>
                    <a:pt x="320891" y="1362872"/>
                  </a:lnTo>
                  <a:lnTo>
                    <a:pt x="358031" y="1387163"/>
                  </a:lnTo>
                  <a:lnTo>
                    <a:pt x="396655" y="1409270"/>
                  </a:lnTo>
                  <a:lnTo>
                    <a:pt x="436675" y="1429104"/>
                  </a:lnTo>
                  <a:lnTo>
                    <a:pt x="478004" y="1446578"/>
                  </a:lnTo>
                  <a:lnTo>
                    <a:pt x="520553" y="1461604"/>
                  </a:lnTo>
                  <a:lnTo>
                    <a:pt x="564235" y="1474094"/>
                  </a:lnTo>
                  <a:lnTo>
                    <a:pt x="608962" y="1483962"/>
                  </a:lnTo>
                  <a:lnTo>
                    <a:pt x="654647" y="1491118"/>
                  </a:lnTo>
                  <a:lnTo>
                    <a:pt x="701201" y="1495476"/>
                  </a:lnTo>
                  <a:lnTo>
                    <a:pt x="748537" y="1496949"/>
                  </a:lnTo>
                  <a:lnTo>
                    <a:pt x="795873" y="1495476"/>
                  </a:lnTo>
                  <a:lnTo>
                    <a:pt x="842426" y="1491118"/>
                  </a:lnTo>
                  <a:lnTo>
                    <a:pt x="888108" y="1483962"/>
                  </a:lnTo>
                  <a:lnTo>
                    <a:pt x="932832" y="1474094"/>
                  </a:lnTo>
                  <a:lnTo>
                    <a:pt x="976510" y="1461604"/>
                  </a:lnTo>
                  <a:lnTo>
                    <a:pt x="1019054" y="1446578"/>
                  </a:lnTo>
                  <a:lnTo>
                    <a:pt x="1060377" y="1429104"/>
                  </a:lnTo>
                  <a:lnTo>
                    <a:pt x="1100391" y="1409270"/>
                  </a:lnTo>
                  <a:lnTo>
                    <a:pt x="1139009" y="1387163"/>
                  </a:lnTo>
                  <a:lnTo>
                    <a:pt x="1176142" y="1362872"/>
                  </a:lnTo>
                  <a:lnTo>
                    <a:pt x="1211704" y="1336482"/>
                  </a:lnTo>
                  <a:lnTo>
                    <a:pt x="1245607" y="1308083"/>
                  </a:lnTo>
                  <a:lnTo>
                    <a:pt x="1277762" y="1277762"/>
                  </a:lnTo>
                  <a:lnTo>
                    <a:pt x="1308083" y="1245607"/>
                  </a:lnTo>
                  <a:lnTo>
                    <a:pt x="1336482" y="1211704"/>
                  </a:lnTo>
                  <a:lnTo>
                    <a:pt x="1362872" y="1176142"/>
                  </a:lnTo>
                  <a:lnTo>
                    <a:pt x="1387163" y="1139009"/>
                  </a:lnTo>
                  <a:lnTo>
                    <a:pt x="1409270" y="1100391"/>
                  </a:lnTo>
                  <a:lnTo>
                    <a:pt x="1429104" y="1060377"/>
                  </a:lnTo>
                  <a:lnTo>
                    <a:pt x="1446578" y="1019054"/>
                  </a:lnTo>
                  <a:lnTo>
                    <a:pt x="1461604" y="976510"/>
                  </a:lnTo>
                  <a:lnTo>
                    <a:pt x="1474094" y="932832"/>
                  </a:lnTo>
                  <a:lnTo>
                    <a:pt x="1483962" y="888108"/>
                  </a:lnTo>
                  <a:lnTo>
                    <a:pt x="1491118" y="842426"/>
                  </a:lnTo>
                  <a:lnTo>
                    <a:pt x="1495476" y="795873"/>
                  </a:lnTo>
                  <a:lnTo>
                    <a:pt x="1496949" y="748538"/>
                  </a:lnTo>
                  <a:lnTo>
                    <a:pt x="1495476" y="701201"/>
                  </a:lnTo>
                  <a:lnTo>
                    <a:pt x="1491118" y="654647"/>
                  </a:lnTo>
                  <a:lnTo>
                    <a:pt x="1483962" y="608962"/>
                  </a:lnTo>
                  <a:lnTo>
                    <a:pt x="1474094" y="564235"/>
                  </a:lnTo>
                  <a:lnTo>
                    <a:pt x="1461604" y="520553"/>
                  </a:lnTo>
                  <a:lnTo>
                    <a:pt x="1446578" y="478004"/>
                  </a:lnTo>
                  <a:lnTo>
                    <a:pt x="1429104" y="436675"/>
                  </a:lnTo>
                  <a:lnTo>
                    <a:pt x="1409270" y="396655"/>
                  </a:lnTo>
                  <a:lnTo>
                    <a:pt x="1387163" y="358031"/>
                  </a:lnTo>
                  <a:lnTo>
                    <a:pt x="1362872" y="320891"/>
                  </a:lnTo>
                  <a:lnTo>
                    <a:pt x="1336482" y="285322"/>
                  </a:lnTo>
                  <a:lnTo>
                    <a:pt x="1308083" y="251412"/>
                  </a:lnTo>
                  <a:lnTo>
                    <a:pt x="1277762" y="219249"/>
                  </a:lnTo>
                  <a:lnTo>
                    <a:pt x="1245607" y="188921"/>
                  </a:lnTo>
                  <a:lnTo>
                    <a:pt x="1211704" y="160515"/>
                  </a:lnTo>
                  <a:lnTo>
                    <a:pt x="1176142" y="134118"/>
                  </a:lnTo>
                  <a:lnTo>
                    <a:pt x="1139009" y="109820"/>
                  </a:lnTo>
                  <a:lnTo>
                    <a:pt x="1100391" y="87707"/>
                  </a:lnTo>
                  <a:lnTo>
                    <a:pt x="1060377" y="67867"/>
                  </a:lnTo>
                  <a:lnTo>
                    <a:pt x="1019054" y="50387"/>
                  </a:lnTo>
                  <a:lnTo>
                    <a:pt x="976510" y="35356"/>
                  </a:lnTo>
                  <a:lnTo>
                    <a:pt x="932832" y="22862"/>
                  </a:lnTo>
                  <a:lnTo>
                    <a:pt x="888108" y="12991"/>
                  </a:lnTo>
                  <a:lnTo>
                    <a:pt x="842426" y="5832"/>
                  </a:lnTo>
                  <a:lnTo>
                    <a:pt x="795873" y="1472"/>
                  </a:lnTo>
                  <a:lnTo>
                    <a:pt x="748537" y="0"/>
                  </a:lnTo>
                  <a:close/>
                </a:path>
              </a:pathLst>
            </a:custGeom>
            <a:ln w="1143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2692" y="4775834"/>
              <a:ext cx="1611249" cy="161124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16938" y="7286573"/>
              <a:ext cx="2237486" cy="300042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095398" y="5702452"/>
              <a:ext cx="901700" cy="902969"/>
            </a:xfrm>
            <a:custGeom>
              <a:avLst/>
              <a:gdLst/>
              <a:ahLst/>
              <a:cxnLst/>
              <a:rect l="l" t="t" r="r" b="b"/>
              <a:pathLst>
                <a:path w="901700" h="902970">
                  <a:moveTo>
                    <a:pt x="355041" y="828941"/>
                  </a:moveTo>
                  <a:lnTo>
                    <a:pt x="341160" y="785749"/>
                  </a:lnTo>
                  <a:lnTo>
                    <a:pt x="304825" y="758901"/>
                  </a:lnTo>
                  <a:lnTo>
                    <a:pt x="304546" y="758393"/>
                  </a:lnTo>
                  <a:lnTo>
                    <a:pt x="296265" y="734555"/>
                  </a:lnTo>
                  <a:lnTo>
                    <a:pt x="293547" y="731507"/>
                  </a:lnTo>
                  <a:lnTo>
                    <a:pt x="287108" y="724281"/>
                  </a:lnTo>
                  <a:lnTo>
                    <a:pt x="279768" y="716038"/>
                  </a:lnTo>
                  <a:lnTo>
                    <a:pt x="257543" y="705065"/>
                  </a:lnTo>
                  <a:lnTo>
                    <a:pt x="231927" y="703440"/>
                  </a:lnTo>
                  <a:lnTo>
                    <a:pt x="220840" y="705967"/>
                  </a:lnTo>
                  <a:lnTo>
                    <a:pt x="210426" y="710361"/>
                  </a:lnTo>
                  <a:lnTo>
                    <a:pt x="200952" y="716508"/>
                  </a:lnTo>
                  <a:lnTo>
                    <a:pt x="192620" y="724281"/>
                  </a:lnTo>
                  <a:lnTo>
                    <a:pt x="176250" y="718654"/>
                  </a:lnTo>
                  <a:lnTo>
                    <a:pt x="168351" y="717219"/>
                  </a:lnTo>
                  <a:lnTo>
                    <a:pt x="159321" y="715581"/>
                  </a:lnTo>
                  <a:lnTo>
                    <a:pt x="142138" y="715098"/>
                  </a:lnTo>
                  <a:lnTo>
                    <a:pt x="124968" y="717219"/>
                  </a:lnTo>
                  <a:lnTo>
                    <a:pt x="118287" y="708710"/>
                  </a:lnTo>
                  <a:lnTo>
                    <a:pt x="110490" y="701281"/>
                  </a:lnTo>
                  <a:lnTo>
                    <a:pt x="101714" y="695058"/>
                  </a:lnTo>
                  <a:lnTo>
                    <a:pt x="92087" y="690143"/>
                  </a:lnTo>
                  <a:lnTo>
                    <a:pt x="94703" y="682574"/>
                  </a:lnTo>
                  <a:lnTo>
                    <a:pt x="98069" y="658901"/>
                  </a:lnTo>
                  <a:lnTo>
                    <a:pt x="91351" y="626275"/>
                  </a:lnTo>
                  <a:lnTo>
                    <a:pt x="73329" y="599655"/>
                  </a:lnTo>
                  <a:lnTo>
                    <a:pt x="46672" y="581710"/>
                  </a:lnTo>
                  <a:lnTo>
                    <a:pt x="14084" y="575119"/>
                  </a:lnTo>
                  <a:lnTo>
                    <a:pt x="6311" y="575119"/>
                  </a:lnTo>
                  <a:lnTo>
                    <a:pt x="0" y="581431"/>
                  </a:lnTo>
                  <a:lnTo>
                    <a:pt x="0" y="597014"/>
                  </a:lnTo>
                  <a:lnTo>
                    <a:pt x="6311" y="603326"/>
                  </a:lnTo>
                  <a:lnTo>
                    <a:pt x="14084" y="603326"/>
                  </a:lnTo>
                  <a:lnTo>
                    <a:pt x="35801" y="607745"/>
                  </a:lnTo>
                  <a:lnTo>
                    <a:pt x="53530" y="619734"/>
                  </a:lnTo>
                  <a:lnTo>
                    <a:pt x="65506" y="637501"/>
                  </a:lnTo>
                  <a:lnTo>
                    <a:pt x="69837" y="658901"/>
                  </a:lnTo>
                  <a:lnTo>
                    <a:pt x="69913" y="659257"/>
                  </a:lnTo>
                  <a:lnTo>
                    <a:pt x="69303" y="666902"/>
                  </a:lnTo>
                  <a:lnTo>
                    <a:pt x="69240" y="667740"/>
                  </a:lnTo>
                  <a:lnTo>
                    <a:pt x="67297" y="675970"/>
                  </a:lnTo>
                  <a:lnTo>
                    <a:pt x="64122" y="683818"/>
                  </a:lnTo>
                  <a:lnTo>
                    <a:pt x="59766" y="691134"/>
                  </a:lnTo>
                  <a:lnTo>
                    <a:pt x="55308" y="697509"/>
                  </a:lnTo>
                  <a:lnTo>
                    <a:pt x="56807" y="705967"/>
                  </a:lnTo>
                  <a:lnTo>
                    <a:pt x="56857" y="706310"/>
                  </a:lnTo>
                  <a:lnTo>
                    <a:pt x="65087" y="712076"/>
                  </a:lnTo>
                  <a:lnTo>
                    <a:pt x="67246" y="712914"/>
                  </a:lnTo>
                  <a:lnTo>
                    <a:pt x="69481" y="713206"/>
                  </a:lnTo>
                  <a:lnTo>
                    <a:pt x="80721" y="716203"/>
                  </a:lnTo>
                  <a:lnTo>
                    <a:pt x="107937" y="745731"/>
                  </a:lnTo>
                  <a:lnTo>
                    <a:pt x="110464" y="766699"/>
                  </a:lnTo>
                  <a:lnTo>
                    <a:pt x="116763" y="773010"/>
                  </a:lnTo>
                  <a:lnTo>
                    <a:pt x="132308" y="773010"/>
                  </a:lnTo>
                  <a:lnTo>
                    <a:pt x="138620" y="766699"/>
                  </a:lnTo>
                  <a:lnTo>
                    <a:pt x="136525" y="744499"/>
                  </a:lnTo>
                  <a:lnTo>
                    <a:pt x="136436" y="744169"/>
                  </a:lnTo>
                  <a:lnTo>
                    <a:pt x="177444" y="748728"/>
                  </a:lnTo>
                  <a:lnTo>
                    <a:pt x="196773" y="758393"/>
                  </a:lnTo>
                  <a:lnTo>
                    <a:pt x="205270" y="756107"/>
                  </a:lnTo>
                  <a:lnTo>
                    <a:pt x="245008" y="731507"/>
                  </a:lnTo>
                  <a:lnTo>
                    <a:pt x="258660" y="736079"/>
                  </a:lnTo>
                  <a:lnTo>
                    <a:pt x="264033" y="739851"/>
                  </a:lnTo>
                  <a:lnTo>
                    <a:pt x="268592" y="744499"/>
                  </a:lnTo>
                  <a:lnTo>
                    <a:pt x="272249" y="749871"/>
                  </a:lnTo>
                  <a:lnTo>
                    <a:pt x="274916" y="755865"/>
                  </a:lnTo>
                  <a:lnTo>
                    <a:pt x="267703" y="756678"/>
                  </a:lnTo>
                  <a:lnTo>
                    <a:pt x="260489" y="758393"/>
                  </a:lnTo>
                  <a:lnTo>
                    <a:pt x="253873" y="760793"/>
                  </a:lnTo>
                  <a:lnTo>
                    <a:pt x="247383" y="764057"/>
                  </a:lnTo>
                  <a:lnTo>
                    <a:pt x="240919" y="768375"/>
                  </a:lnTo>
                  <a:lnTo>
                    <a:pt x="239166" y="777138"/>
                  </a:lnTo>
                  <a:lnTo>
                    <a:pt x="247624" y="789838"/>
                  </a:lnTo>
                  <a:lnTo>
                    <a:pt x="255879" y="791743"/>
                  </a:lnTo>
                  <a:lnTo>
                    <a:pt x="262318" y="787958"/>
                  </a:lnTo>
                  <a:lnTo>
                    <a:pt x="268732" y="785622"/>
                  </a:lnTo>
                  <a:lnTo>
                    <a:pt x="275386" y="784199"/>
                  </a:lnTo>
                  <a:lnTo>
                    <a:pt x="282168" y="783704"/>
                  </a:lnTo>
                  <a:lnTo>
                    <a:pt x="289661" y="784199"/>
                  </a:lnTo>
                  <a:lnTo>
                    <a:pt x="289102" y="784199"/>
                  </a:lnTo>
                  <a:lnTo>
                    <a:pt x="305663" y="791171"/>
                  </a:lnTo>
                  <a:lnTo>
                    <a:pt x="317931" y="803630"/>
                  </a:lnTo>
                  <a:lnTo>
                    <a:pt x="324637" y="819785"/>
                  </a:lnTo>
                  <a:lnTo>
                    <a:pt x="324650" y="837895"/>
                  </a:lnTo>
                  <a:lnTo>
                    <a:pt x="319074" y="852322"/>
                  </a:lnTo>
                  <a:lnTo>
                    <a:pt x="309333" y="863790"/>
                  </a:lnTo>
                  <a:lnTo>
                    <a:pt x="296392" y="871461"/>
                  </a:lnTo>
                  <a:lnTo>
                    <a:pt x="281254" y="874496"/>
                  </a:lnTo>
                  <a:lnTo>
                    <a:pt x="273481" y="874496"/>
                  </a:lnTo>
                  <a:lnTo>
                    <a:pt x="267169" y="880808"/>
                  </a:lnTo>
                  <a:lnTo>
                    <a:pt x="267169" y="896391"/>
                  </a:lnTo>
                  <a:lnTo>
                    <a:pt x="273481" y="902703"/>
                  </a:lnTo>
                  <a:lnTo>
                    <a:pt x="281254" y="902703"/>
                  </a:lnTo>
                  <a:lnTo>
                    <a:pt x="309943" y="896937"/>
                  </a:lnTo>
                  <a:lnTo>
                    <a:pt x="333400" y="881138"/>
                  </a:lnTo>
                  <a:lnTo>
                    <a:pt x="349211" y="857681"/>
                  </a:lnTo>
                  <a:lnTo>
                    <a:pt x="355041" y="828941"/>
                  </a:lnTo>
                  <a:close/>
                </a:path>
                <a:path w="901700" h="902970">
                  <a:moveTo>
                    <a:pt x="409943" y="574941"/>
                  </a:moveTo>
                  <a:lnTo>
                    <a:pt x="403644" y="568629"/>
                  </a:lnTo>
                  <a:lnTo>
                    <a:pt x="395859" y="568629"/>
                  </a:lnTo>
                  <a:lnTo>
                    <a:pt x="388086" y="568629"/>
                  </a:lnTo>
                  <a:lnTo>
                    <a:pt x="381787" y="574941"/>
                  </a:lnTo>
                  <a:lnTo>
                    <a:pt x="381787" y="683056"/>
                  </a:lnTo>
                  <a:lnTo>
                    <a:pt x="388086" y="689368"/>
                  </a:lnTo>
                  <a:lnTo>
                    <a:pt x="403644" y="689368"/>
                  </a:lnTo>
                  <a:lnTo>
                    <a:pt x="409943" y="683056"/>
                  </a:lnTo>
                  <a:lnTo>
                    <a:pt x="409943" y="574941"/>
                  </a:lnTo>
                  <a:close/>
                </a:path>
                <a:path w="901700" h="902970">
                  <a:moveTo>
                    <a:pt x="464642" y="607110"/>
                  </a:moveTo>
                  <a:lnTo>
                    <a:pt x="458343" y="600786"/>
                  </a:lnTo>
                  <a:lnTo>
                    <a:pt x="450570" y="600786"/>
                  </a:lnTo>
                  <a:lnTo>
                    <a:pt x="442798" y="600786"/>
                  </a:lnTo>
                  <a:lnTo>
                    <a:pt x="436486" y="607110"/>
                  </a:lnTo>
                  <a:lnTo>
                    <a:pt x="436486" y="829398"/>
                  </a:lnTo>
                  <a:lnTo>
                    <a:pt x="442798" y="835710"/>
                  </a:lnTo>
                  <a:lnTo>
                    <a:pt x="458343" y="835710"/>
                  </a:lnTo>
                  <a:lnTo>
                    <a:pt x="464642" y="829398"/>
                  </a:lnTo>
                  <a:lnTo>
                    <a:pt x="464642" y="607110"/>
                  </a:lnTo>
                  <a:close/>
                </a:path>
                <a:path w="901700" h="902970">
                  <a:moveTo>
                    <a:pt x="519341" y="574941"/>
                  </a:moveTo>
                  <a:lnTo>
                    <a:pt x="513041" y="568629"/>
                  </a:lnTo>
                  <a:lnTo>
                    <a:pt x="505269" y="568629"/>
                  </a:lnTo>
                  <a:lnTo>
                    <a:pt x="497497" y="568629"/>
                  </a:lnTo>
                  <a:lnTo>
                    <a:pt x="491185" y="574941"/>
                  </a:lnTo>
                  <a:lnTo>
                    <a:pt x="491185" y="683056"/>
                  </a:lnTo>
                  <a:lnTo>
                    <a:pt x="497497" y="689368"/>
                  </a:lnTo>
                  <a:lnTo>
                    <a:pt x="513041" y="689368"/>
                  </a:lnTo>
                  <a:lnTo>
                    <a:pt x="519341" y="683056"/>
                  </a:lnTo>
                  <a:lnTo>
                    <a:pt x="519341" y="574941"/>
                  </a:lnTo>
                  <a:close/>
                </a:path>
                <a:path w="901700" h="902970">
                  <a:moveTo>
                    <a:pt x="637425" y="487451"/>
                  </a:moveTo>
                  <a:lnTo>
                    <a:pt x="634911" y="424916"/>
                  </a:lnTo>
                  <a:lnTo>
                    <a:pt x="634911" y="424662"/>
                  </a:lnTo>
                  <a:lnTo>
                    <a:pt x="626452" y="385051"/>
                  </a:lnTo>
                  <a:lnTo>
                    <a:pt x="626338" y="384492"/>
                  </a:lnTo>
                  <a:lnTo>
                    <a:pt x="626237" y="383997"/>
                  </a:lnTo>
                  <a:lnTo>
                    <a:pt x="626160" y="383641"/>
                  </a:lnTo>
                  <a:lnTo>
                    <a:pt x="626071" y="383247"/>
                  </a:lnTo>
                  <a:lnTo>
                    <a:pt x="626021" y="383019"/>
                  </a:lnTo>
                  <a:lnTo>
                    <a:pt x="614895" y="364451"/>
                  </a:lnTo>
                  <a:lnTo>
                    <a:pt x="609307" y="355142"/>
                  </a:lnTo>
                  <a:lnTo>
                    <a:pt x="609307" y="487451"/>
                  </a:lnTo>
                  <a:lnTo>
                    <a:pt x="609257" y="489991"/>
                  </a:lnTo>
                  <a:lnTo>
                    <a:pt x="603973" y="536956"/>
                  </a:lnTo>
                  <a:lnTo>
                    <a:pt x="578675" y="515594"/>
                  </a:lnTo>
                  <a:lnTo>
                    <a:pt x="548424" y="489991"/>
                  </a:lnTo>
                  <a:lnTo>
                    <a:pt x="556488" y="469950"/>
                  </a:lnTo>
                  <a:lnTo>
                    <a:pt x="563346" y="449478"/>
                  </a:lnTo>
                  <a:lnTo>
                    <a:pt x="568972" y="428637"/>
                  </a:lnTo>
                  <a:lnTo>
                    <a:pt x="572604" y="411060"/>
                  </a:lnTo>
                  <a:lnTo>
                    <a:pt x="572630" y="410933"/>
                  </a:lnTo>
                  <a:lnTo>
                    <a:pt x="572744" y="410349"/>
                  </a:lnTo>
                  <a:lnTo>
                    <a:pt x="572833" y="409943"/>
                  </a:lnTo>
                  <a:lnTo>
                    <a:pt x="573341" y="407479"/>
                  </a:lnTo>
                  <a:lnTo>
                    <a:pt x="574027" y="405828"/>
                  </a:lnTo>
                  <a:lnTo>
                    <a:pt x="574370" y="404088"/>
                  </a:lnTo>
                  <a:lnTo>
                    <a:pt x="574459" y="401904"/>
                  </a:lnTo>
                  <a:lnTo>
                    <a:pt x="575894" y="392988"/>
                  </a:lnTo>
                  <a:lnTo>
                    <a:pt x="576999" y="385051"/>
                  </a:lnTo>
                  <a:lnTo>
                    <a:pt x="577075" y="384492"/>
                  </a:lnTo>
                  <a:lnTo>
                    <a:pt x="577189" y="383641"/>
                  </a:lnTo>
                  <a:lnTo>
                    <a:pt x="578319" y="374078"/>
                  </a:lnTo>
                  <a:lnTo>
                    <a:pt x="579259" y="364451"/>
                  </a:lnTo>
                  <a:lnTo>
                    <a:pt x="593991" y="381406"/>
                  </a:lnTo>
                  <a:lnTo>
                    <a:pt x="603211" y="404088"/>
                  </a:lnTo>
                  <a:lnTo>
                    <a:pt x="607910" y="437451"/>
                  </a:lnTo>
                  <a:lnTo>
                    <a:pt x="607961" y="437832"/>
                  </a:lnTo>
                  <a:lnTo>
                    <a:pt x="609307" y="487451"/>
                  </a:lnTo>
                  <a:lnTo>
                    <a:pt x="609307" y="355142"/>
                  </a:lnTo>
                  <a:lnTo>
                    <a:pt x="608812" y="354317"/>
                  </a:lnTo>
                  <a:lnTo>
                    <a:pt x="606425" y="352196"/>
                  </a:lnTo>
                  <a:lnTo>
                    <a:pt x="581164" y="330111"/>
                  </a:lnTo>
                  <a:lnTo>
                    <a:pt x="581088" y="319176"/>
                  </a:lnTo>
                  <a:lnTo>
                    <a:pt x="577811" y="271094"/>
                  </a:lnTo>
                  <a:lnTo>
                    <a:pt x="568744" y="220611"/>
                  </a:lnTo>
                  <a:lnTo>
                    <a:pt x="555104" y="170319"/>
                  </a:lnTo>
                  <a:lnTo>
                    <a:pt x="553072" y="164617"/>
                  </a:lnTo>
                  <a:lnTo>
                    <a:pt x="553072" y="319176"/>
                  </a:lnTo>
                  <a:lnTo>
                    <a:pt x="552996" y="323126"/>
                  </a:lnTo>
                  <a:lnTo>
                    <a:pt x="550481" y="368655"/>
                  </a:lnTo>
                  <a:lnTo>
                    <a:pt x="548982" y="380974"/>
                  </a:lnTo>
                  <a:lnTo>
                    <a:pt x="548932" y="381406"/>
                  </a:lnTo>
                  <a:lnTo>
                    <a:pt x="548817" y="382358"/>
                  </a:lnTo>
                  <a:lnTo>
                    <a:pt x="548728" y="383019"/>
                  </a:lnTo>
                  <a:lnTo>
                    <a:pt x="548652" y="383641"/>
                  </a:lnTo>
                  <a:lnTo>
                    <a:pt x="548551" y="384492"/>
                  </a:lnTo>
                  <a:lnTo>
                    <a:pt x="548487" y="384987"/>
                  </a:lnTo>
                  <a:lnTo>
                    <a:pt x="543636" y="384505"/>
                  </a:lnTo>
                  <a:lnTo>
                    <a:pt x="543636" y="412978"/>
                  </a:lnTo>
                  <a:lnTo>
                    <a:pt x="535762" y="443865"/>
                  </a:lnTo>
                  <a:lnTo>
                    <a:pt x="525754" y="471868"/>
                  </a:lnTo>
                  <a:lnTo>
                    <a:pt x="513740" y="496430"/>
                  </a:lnTo>
                  <a:lnTo>
                    <a:pt x="499846" y="517004"/>
                  </a:lnTo>
                  <a:lnTo>
                    <a:pt x="464642" y="517004"/>
                  </a:lnTo>
                  <a:lnTo>
                    <a:pt x="464642" y="409943"/>
                  </a:lnTo>
                  <a:lnTo>
                    <a:pt x="490905" y="410222"/>
                  </a:lnTo>
                  <a:lnTo>
                    <a:pt x="512953" y="410933"/>
                  </a:lnTo>
                  <a:lnTo>
                    <a:pt x="531850" y="411975"/>
                  </a:lnTo>
                  <a:lnTo>
                    <a:pt x="531444" y="411975"/>
                  </a:lnTo>
                  <a:lnTo>
                    <a:pt x="543636" y="412978"/>
                  </a:lnTo>
                  <a:lnTo>
                    <a:pt x="543636" y="384505"/>
                  </a:lnTo>
                  <a:lnTo>
                    <a:pt x="543953" y="384492"/>
                  </a:lnTo>
                  <a:lnTo>
                    <a:pt x="530148" y="383641"/>
                  </a:lnTo>
                  <a:lnTo>
                    <a:pt x="517817" y="383019"/>
                  </a:lnTo>
                  <a:lnTo>
                    <a:pt x="519188" y="383019"/>
                  </a:lnTo>
                  <a:lnTo>
                    <a:pt x="499783" y="382358"/>
                  </a:lnTo>
                  <a:lnTo>
                    <a:pt x="470166" y="381812"/>
                  </a:lnTo>
                  <a:lnTo>
                    <a:pt x="464642" y="381812"/>
                  </a:lnTo>
                  <a:lnTo>
                    <a:pt x="464642" y="329450"/>
                  </a:lnTo>
                  <a:lnTo>
                    <a:pt x="458343" y="323126"/>
                  </a:lnTo>
                  <a:lnTo>
                    <a:pt x="442798" y="323126"/>
                  </a:lnTo>
                  <a:lnTo>
                    <a:pt x="436549" y="329387"/>
                  </a:lnTo>
                  <a:lnTo>
                    <a:pt x="436549" y="409943"/>
                  </a:lnTo>
                  <a:lnTo>
                    <a:pt x="436549" y="517004"/>
                  </a:lnTo>
                  <a:lnTo>
                    <a:pt x="401281" y="517004"/>
                  </a:lnTo>
                  <a:lnTo>
                    <a:pt x="400621" y="516013"/>
                  </a:lnTo>
                  <a:lnTo>
                    <a:pt x="387438" y="496430"/>
                  </a:lnTo>
                  <a:lnTo>
                    <a:pt x="375450" y="471868"/>
                  </a:lnTo>
                  <a:lnTo>
                    <a:pt x="365442" y="443865"/>
                  </a:lnTo>
                  <a:lnTo>
                    <a:pt x="357568" y="412978"/>
                  </a:lnTo>
                  <a:lnTo>
                    <a:pt x="370547" y="411975"/>
                  </a:lnTo>
                  <a:lnTo>
                    <a:pt x="388188" y="411060"/>
                  </a:lnTo>
                  <a:lnTo>
                    <a:pt x="410273" y="410349"/>
                  </a:lnTo>
                  <a:lnTo>
                    <a:pt x="436549" y="409943"/>
                  </a:lnTo>
                  <a:lnTo>
                    <a:pt x="436549" y="329387"/>
                  </a:lnTo>
                  <a:lnTo>
                    <a:pt x="436486" y="381812"/>
                  </a:lnTo>
                  <a:lnTo>
                    <a:pt x="418325" y="381965"/>
                  </a:lnTo>
                  <a:lnTo>
                    <a:pt x="401866" y="382358"/>
                  </a:lnTo>
                  <a:lnTo>
                    <a:pt x="384213" y="383019"/>
                  </a:lnTo>
                  <a:lnTo>
                    <a:pt x="384733" y="383019"/>
                  </a:lnTo>
                  <a:lnTo>
                    <a:pt x="372211" y="383641"/>
                  </a:lnTo>
                  <a:lnTo>
                    <a:pt x="358127" y="384492"/>
                  </a:lnTo>
                  <a:lnTo>
                    <a:pt x="352780" y="385038"/>
                  </a:lnTo>
                  <a:lnTo>
                    <a:pt x="352780" y="489635"/>
                  </a:lnTo>
                  <a:lnTo>
                    <a:pt x="297167" y="536956"/>
                  </a:lnTo>
                  <a:lnTo>
                    <a:pt x="291947" y="489991"/>
                  </a:lnTo>
                  <a:lnTo>
                    <a:pt x="291884" y="487451"/>
                  </a:lnTo>
                  <a:lnTo>
                    <a:pt x="293217" y="437832"/>
                  </a:lnTo>
                  <a:lnTo>
                    <a:pt x="293230" y="437451"/>
                  </a:lnTo>
                  <a:lnTo>
                    <a:pt x="297929" y="404088"/>
                  </a:lnTo>
                  <a:lnTo>
                    <a:pt x="297980" y="403694"/>
                  </a:lnTo>
                  <a:lnTo>
                    <a:pt x="307213" y="380974"/>
                  </a:lnTo>
                  <a:lnTo>
                    <a:pt x="321945" y="364109"/>
                  </a:lnTo>
                  <a:lnTo>
                    <a:pt x="322884" y="373735"/>
                  </a:lnTo>
                  <a:lnTo>
                    <a:pt x="323735" y="380974"/>
                  </a:lnTo>
                  <a:lnTo>
                    <a:pt x="323850" y="381965"/>
                  </a:lnTo>
                  <a:lnTo>
                    <a:pt x="323977" y="383019"/>
                  </a:lnTo>
                  <a:lnTo>
                    <a:pt x="325310" y="392633"/>
                  </a:lnTo>
                  <a:lnTo>
                    <a:pt x="326796" y="401904"/>
                  </a:lnTo>
                  <a:lnTo>
                    <a:pt x="326898" y="404088"/>
                  </a:lnTo>
                  <a:lnTo>
                    <a:pt x="327177" y="405472"/>
                  </a:lnTo>
                  <a:lnTo>
                    <a:pt x="327863" y="407123"/>
                  </a:lnTo>
                  <a:lnTo>
                    <a:pt x="332232" y="428282"/>
                  </a:lnTo>
                  <a:lnTo>
                    <a:pt x="337858" y="449135"/>
                  </a:lnTo>
                  <a:lnTo>
                    <a:pt x="344703" y="469595"/>
                  </a:lnTo>
                  <a:lnTo>
                    <a:pt x="352780" y="489635"/>
                  </a:lnTo>
                  <a:lnTo>
                    <a:pt x="352780" y="385038"/>
                  </a:lnTo>
                  <a:lnTo>
                    <a:pt x="352640" y="385051"/>
                  </a:lnTo>
                  <a:lnTo>
                    <a:pt x="350634" y="368655"/>
                  </a:lnTo>
                  <a:lnTo>
                    <a:pt x="350266" y="364451"/>
                  </a:lnTo>
                  <a:lnTo>
                    <a:pt x="350240" y="364109"/>
                  </a:lnTo>
                  <a:lnTo>
                    <a:pt x="349199" y="352196"/>
                  </a:lnTo>
                  <a:lnTo>
                    <a:pt x="348348" y="335699"/>
                  </a:lnTo>
                  <a:lnTo>
                    <a:pt x="348234" y="329450"/>
                  </a:lnTo>
                  <a:lnTo>
                    <a:pt x="348132" y="323126"/>
                  </a:lnTo>
                  <a:lnTo>
                    <a:pt x="348056" y="319176"/>
                  </a:lnTo>
                  <a:lnTo>
                    <a:pt x="351383" y="271094"/>
                  </a:lnTo>
                  <a:lnTo>
                    <a:pt x="351396" y="270827"/>
                  </a:lnTo>
                  <a:lnTo>
                    <a:pt x="360362" y="222567"/>
                  </a:lnTo>
                  <a:lnTo>
                    <a:pt x="360413" y="222250"/>
                  </a:lnTo>
                  <a:lnTo>
                    <a:pt x="373545" y="175539"/>
                  </a:lnTo>
                  <a:lnTo>
                    <a:pt x="373608" y="175285"/>
                  </a:lnTo>
                  <a:lnTo>
                    <a:pt x="389445" y="131864"/>
                  </a:lnTo>
                  <a:lnTo>
                    <a:pt x="406488" y="93624"/>
                  </a:lnTo>
                  <a:lnTo>
                    <a:pt x="406565" y="93446"/>
                  </a:lnTo>
                  <a:lnTo>
                    <a:pt x="406641" y="93268"/>
                  </a:lnTo>
                  <a:lnTo>
                    <a:pt x="417525" y="91427"/>
                  </a:lnTo>
                  <a:lnTo>
                    <a:pt x="428498" y="90233"/>
                  </a:lnTo>
                  <a:lnTo>
                    <a:pt x="437362" y="89776"/>
                  </a:lnTo>
                  <a:lnTo>
                    <a:pt x="461467" y="89776"/>
                  </a:lnTo>
                  <a:lnTo>
                    <a:pt x="511111" y="131864"/>
                  </a:lnTo>
                  <a:lnTo>
                    <a:pt x="527062" y="175285"/>
                  </a:lnTo>
                  <a:lnTo>
                    <a:pt x="540435" y="222250"/>
                  </a:lnTo>
                  <a:lnTo>
                    <a:pt x="549630" y="270827"/>
                  </a:lnTo>
                  <a:lnTo>
                    <a:pt x="549681" y="271094"/>
                  </a:lnTo>
                  <a:lnTo>
                    <a:pt x="553072" y="319176"/>
                  </a:lnTo>
                  <a:lnTo>
                    <a:pt x="553072" y="164617"/>
                  </a:lnTo>
                  <a:lnTo>
                    <a:pt x="538048" y="122453"/>
                  </a:lnTo>
                  <a:lnTo>
                    <a:pt x="523443" y="89776"/>
                  </a:lnTo>
                  <a:lnTo>
                    <a:pt x="518782" y="79349"/>
                  </a:lnTo>
                  <a:lnTo>
                    <a:pt x="518388" y="77698"/>
                  </a:lnTo>
                  <a:lnTo>
                    <a:pt x="518337" y="77457"/>
                  </a:lnTo>
                  <a:lnTo>
                    <a:pt x="517537" y="75869"/>
                  </a:lnTo>
                  <a:lnTo>
                    <a:pt x="517448" y="75704"/>
                  </a:lnTo>
                  <a:lnTo>
                    <a:pt x="516178" y="74231"/>
                  </a:lnTo>
                  <a:lnTo>
                    <a:pt x="509358" y="62242"/>
                  </a:lnTo>
                  <a:lnTo>
                    <a:pt x="498957" y="43967"/>
                  </a:lnTo>
                  <a:lnTo>
                    <a:pt x="487426" y="28206"/>
                  </a:lnTo>
                  <a:lnTo>
                    <a:pt x="481787" y="20523"/>
                  </a:lnTo>
                  <a:lnTo>
                    <a:pt x="477456" y="16522"/>
                  </a:lnTo>
                  <a:lnTo>
                    <a:pt x="477456" y="62191"/>
                  </a:lnTo>
                  <a:lnTo>
                    <a:pt x="472630" y="61849"/>
                  </a:lnTo>
                  <a:lnTo>
                    <a:pt x="473316" y="61849"/>
                  </a:lnTo>
                  <a:lnTo>
                    <a:pt x="466369" y="61556"/>
                  </a:lnTo>
                  <a:lnTo>
                    <a:pt x="467525" y="61556"/>
                  </a:lnTo>
                  <a:lnTo>
                    <a:pt x="459016" y="61366"/>
                  </a:lnTo>
                  <a:lnTo>
                    <a:pt x="443103" y="61366"/>
                  </a:lnTo>
                  <a:lnTo>
                    <a:pt x="435952" y="61556"/>
                  </a:lnTo>
                  <a:lnTo>
                    <a:pt x="429336" y="61849"/>
                  </a:lnTo>
                  <a:lnTo>
                    <a:pt x="423316" y="62242"/>
                  </a:lnTo>
                  <a:lnTo>
                    <a:pt x="431355" y="49555"/>
                  </a:lnTo>
                  <a:lnTo>
                    <a:pt x="438708" y="39471"/>
                  </a:lnTo>
                  <a:lnTo>
                    <a:pt x="445185" y="32270"/>
                  </a:lnTo>
                  <a:lnTo>
                    <a:pt x="450570" y="28206"/>
                  </a:lnTo>
                  <a:lnTo>
                    <a:pt x="455841" y="32270"/>
                  </a:lnTo>
                  <a:lnTo>
                    <a:pt x="462229" y="39471"/>
                  </a:lnTo>
                  <a:lnTo>
                    <a:pt x="469519" y="49555"/>
                  </a:lnTo>
                  <a:lnTo>
                    <a:pt x="477456" y="62191"/>
                  </a:lnTo>
                  <a:lnTo>
                    <a:pt x="477456" y="16522"/>
                  </a:lnTo>
                  <a:lnTo>
                    <a:pt x="465416" y="5372"/>
                  </a:lnTo>
                  <a:lnTo>
                    <a:pt x="450570" y="0"/>
                  </a:lnTo>
                  <a:lnTo>
                    <a:pt x="432574" y="6908"/>
                  </a:lnTo>
                  <a:lnTo>
                    <a:pt x="414820" y="24739"/>
                  </a:lnTo>
                  <a:lnTo>
                    <a:pt x="398195" y="49174"/>
                  </a:lnTo>
                  <a:lnTo>
                    <a:pt x="383705" y="75704"/>
                  </a:lnTo>
                  <a:lnTo>
                    <a:pt x="383260" y="76466"/>
                  </a:lnTo>
                  <a:lnTo>
                    <a:pt x="382955" y="77050"/>
                  </a:lnTo>
                  <a:lnTo>
                    <a:pt x="382790" y="77457"/>
                  </a:lnTo>
                  <a:lnTo>
                    <a:pt x="382701" y="77698"/>
                  </a:lnTo>
                  <a:lnTo>
                    <a:pt x="378155" y="87058"/>
                  </a:lnTo>
                  <a:lnTo>
                    <a:pt x="347192" y="165252"/>
                  </a:lnTo>
                  <a:lnTo>
                    <a:pt x="332295" y="219176"/>
                  </a:lnTo>
                  <a:lnTo>
                    <a:pt x="323113" y="270827"/>
                  </a:lnTo>
                  <a:lnTo>
                    <a:pt x="319900" y="319176"/>
                  </a:lnTo>
                  <a:lnTo>
                    <a:pt x="319900" y="330111"/>
                  </a:lnTo>
                  <a:lnTo>
                    <a:pt x="292239" y="354317"/>
                  </a:lnTo>
                  <a:lnTo>
                    <a:pt x="275056" y="383019"/>
                  </a:lnTo>
                  <a:lnTo>
                    <a:pt x="274955" y="383247"/>
                  </a:lnTo>
                  <a:lnTo>
                    <a:pt x="266153" y="424662"/>
                  </a:lnTo>
                  <a:lnTo>
                    <a:pt x="266090" y="424916"/>
                  </a:lnTo>
                  <a:lnTo>
                    <a:pt x="263601" y="487451"/>
                  </a:lnTo>
                  <a:lnTo>
                    <a:pt x="263652" y="489991"/>
                  </a:lnTo>
                  <a:lnTo>
                    <a:pt x="264261" y="507593"/>
                  </a:lnTo>
                  <a:lnTo>
                    <a:pt x="264274" y="508012"/>
                  </a:lnTo>
                  <a:lnTo>
                    <a:pt x="266661" y="527558"/>
                  </a:lnTo>
                  <a:lnTo>
                    <a:pt x="266712" y="527989"/>
                  </a:lnTo>
                  <a:lnTo>
                    <a:pt x="270789" y="547243"/>
                  </a:lnTo>
                  <a:lnTo>
                    <a:pt x="270878" y="547662"/>
                  </a:lnTo>
                  <a:lnTo>
                    <a:pt x="276745" y="566940"/>
                  </a:lnTo>
                  <a:lnTo>
                    <a:pt x="279666" y="574154"/>
                  </a:lnTo>
                  <a:lnTo>
                    <a:pt x="287870" y="577634"/>
                  </a:lnTo>
                  <a:lnTo>
                    <a:pt x="296456" y="574154"/>
                  </a:lnTo>
                  <a:lnTo>
                    <a:pt x="297726" y="573392"/>
                  </a:lnTo>
                  <a:lnTo>
                    <a:pt x="341033" y="536956"/>
                  </a:lnTo>
                  <a:lnTo>
                    <a:pt x="365937" y="516013"/>
                  </a:lnTo>
                  <a:lnTo>
                    <a:pt x="390410" y="545706"/>
                  </a:lnTo>
                  <a:lnTo>
                    <a:pt x="436486" y="545706"/>
                  </a:lnTo>
                  <a:lnTo>
                    <a:pt x="436486" y="569785"/>
                  </a:lnTo>
                  <a:lnTo>
                    <a:pt x="442798" y="576097"/>
                  </a:lnTo>
                  <a:lnTo>
                    <a:pt x="458343" y="576097"/>
                  </a:lnTo>
                  <a:lnTo>
                    <a:pt x="464642" y="569785"/>
                  </a:lnTo>
                  <a:lnTo>
                    <a:pt x="464642" y="545211"/>
                  </a:lnTo>
                  <a:lnTo>
                    <a:pt x="510501" y="545211"/>
                  </a:lnTo>
                  <a:lnTo>
                    <a:pt x="534162" y="517004"/>
                  </a:lnTo>
                  <a:lnTo>
                    <a:pt x="535051" y="515594"/>
                  </a:lnTo>
                  <a:lnTo>
                    <a:pt x="608088" y="577024"/>
                  </a:lnTo>
                  <a:lnTo>
                    <a:pt x="616940" y="576249"/>
                  </a:lnTo>
                  <a:lnTo>
                    <a:pt x="621995" y="570293"/>
                  </a:lnTo>
                  <a:lnTo>
                    <a:pt x="633996" y="528866"/>
                  </a:lnTo>
                  <a:lnTo>
                    <a:pt x="634098" y="528408"/>
                  </a:lnTo>
                  <a:lnTo>
                    <a:pt x="637336" y="489991"/>
                  </a:lnTo>
                  <a:lnTo>
                    <a:pt x="637425" y="487451"/>
                  </a:lnTo>
                  <a:close/>
                </a:path>
                <a:path w="901700" h="902970">
                  <a:moveTo>
                    <a:pt x="901128" y="581431"/>
                  </a:moveTo>
                  <a:lnTo>
                    <a:pt x="894854" y="575119"/>
                  </a:lnTo>
                  <a:lnTo>
                    <a:pt x="887044" y="575119"/>
                  </a:lnTo>
                  <a:lnTo>
                    <a:pt x="854354" y="581761"/>
                  </a:lnTo>
                  <a:lnTo>
                    <a:pt x="827671" y="599821"/>
                  </a:lnTo>
                  <a:lnTo>
                    <a:pt x="809713" y="626579"/>
                  </a:lnTo>
                  <a:lnTo>
                    <a:pt x="803160" y="659333"/>
                  </a:lnTo>
                  <a:lnTo>
                    <a:pt x="803529" y="667296"/>
                  </a:lnTo>
                  <a:lnTo>
                    <a:pt x="804646" y="675157"/>
                  </a:lnTo>
                  <a:lnTo>
                    <a:pt x="806526" y="682891"/>
                  </a:lnTo>
                  <a:lnTo>
                    <a:pt x="809142" y="690422"/>
                  </a:lnTo>
                  <a:lnTo>
                    <a:pt x="799490" y="695337"/>
                  </a:lnTo>
                  <a:lnTo>
                    <a:pt x="790702" y="701573"/>
                  </a:lnTo>
                  <a:lnTo>
                    <a:pt x="782904" y="708990"/>
                  </a:lnTo>
                  <a:lnTo>
                    <a:pt x="776224" y="717511"/>
                  </a:lnTo>
                  <a:lnTo>
                    <a:pt x="759079" y="715378"/>
                  </a:lnTo>
                  <a:lnTo>
                    <a:pt x="741883" y="715860"/>
                  </a:lnTo>
                  <a:lnTo>
                    <a:pt x="724941" y="718934"/>
                  </a:lnTo>
                  <a:lnTo>
                    <a:pt x="708583" y="724560"/>
                  </a:lnTo>
                  <a:lnTo>
                    <a:pt x="687984" y="709231"/>
                  </a:lnTo>
                  <a:lnTo>
                    <a:pt x="663956" y="703211"/>
                  </a:lnTo>
                  <a:lnTo>
                    <a:pt x="639419" y="706666"/>
                  </a:lnTo>
                  <a:lnTo>
                    <a:pt x="617296" y="719734"/>
                  </a:lnTo>
                  <a:lnTo>
                    <a:pt x="609536" y="728078"/>
                  </a:lnTo>
                  <a:lnTo>
                    <a:pt x="603415" y="737577"/>
                  </a:lnTo>
                  <a:lnTo>
                    <a:pt x="599046" y="748004"/>
                  </a:lnTo>
                  <a:lnTo>
                    <a:pt x="596531" y="759117"/>
                  </a:lnTo>
                  <a:lnTo>
                    <a:pt x="571309" y="774026"/>
                  </a:lnTo>
                  <a:lnTo>
                    <a:pt x="554355" y="796671"/>
                  </a:lnTo>
                  <a:lnTo>
                    <a:pt x="547116" y="824039"/>
                  </a:lnTo>
                  <a:lnTo>
                    <a:pt x="551053" y="853097"/>
                  </a:lnTo>
                  <a:lnTo>
                    <a:pt x="561733" y="873213"/>
                  </a:lnTo>
                  <a:lnTo>
                    <a:pt x="577634" y="888809"/>
                  </a:lnTo>
                  <a:lnTo>
                    <a:pt x="597446" y="898944"/>
                  </a:lnTo>
                  <a:lnTo>
                    <a:pt x="619874" y="902703"/>
                  </a:lnTo>
                  <a:lnTo>
                    <a:pt x="627684" y="902703"/>
                  </a:lnTo>
                  <a:lnTo>
                    <a:pt x="633958" y="896391"/>
                  </a:lnTo>
                  <a:lnTo>
                    <a:pt x="633958" y="880808"/>
                  </a:lnTo>
                  <a:lnTo>
                    <a:pt x="627684" y="874496"/>
                  </a:lnTo>
                  <a:lnTo>
                    <a:pt x="619874" y="874496"/>
                  </a:lnTo>
                  <a:lnTo>
                    <a:pt x="602157" y="870839"/>
                  </a:lnTo>
                  <a:lnTo>
                    <a:pt x="587717" y="861009"/>
                  </a:lnTo>
                  <a:lnTo>
                    <a:pt x="578015" y="846467"/>
                  </a:lnTo>
                  <a:lnTo>
                    <a:pt x="574509" y="828687"/>
                  </a:lnTo>
                  <a:lnTo>
                    <a:pt x="577405" y="812838"/>
                  </a:lnTo>
                  <a:lnTo>
                    <a:pt x="585317" y="799338"/>
                  </a:lnTo>
                  <a:lnTo>
                    <a:pt x="597331" y="789305"/>
                  </a:lnTo>
                  <a:lnTo>
                    <a:pt x="612482" y="783869"/>
                  </a:lnTo>
                  <a:lnTo>
                    <a:pt x="619531" y="782701"/>
                  </a:lnTo>
                  <a:lnTo>
                    <a:pt x="624573" y="776427"/>
                  </a:lnTo>
                  <a:lnTo>
                    <a:pt x="646417" y="733945"/>
                  </a:lnTo>
                  <a:lnTo>
                    <a:pt x="660590" y="731062"/>
                  </a:lnTo>
                  <a:lnTo>
                    <a:pt x="667067" y="731634"/>
                  </a:lnTo>
                  <a:lnTo>
                    <a:pt x="673290" y="733348"/>
                  </a:lnTo>
                  <a:lnTo>
                    <a:pt x="679119" y="736130"/>
                  </a:lnTo>
                  <a:lnTo>
                    <a:pt x="684415" y="739927"/>
                  </a:lnTo>
                  <a:lnTo>
                    <a:pt x="674027" y="751166"/>
                  </a:lnTo>
                  <a:lnTo>
                    <a:pt x="665518" y="763905"/>
                  </a:lnTo>
                  <a:lnTo>
                    <a:pt x="661708" y="770724"/>
                  </a:lnTo>
                  <a:lnTo>
                    <a:pt x="664171" y="779322"/>
                  </a:lnTo>
                  <a:lnTo>
                    <a:pt x="677786" y="786866"/>
                  </a:lnTo>
                  <a:lnTo>
                    <a:pt x="686346" y="784415"/>
                  </a:lnTo>
                  <a:lnTo>
                    <a:pt x="694385" y="770890"/>
                  </a:lnTo>
                  <a:lnTo>
                    <a:pt x="699363" y="764730"/>
                  </a:lnTo>
                  <a:lnTo>
                    <a:pt x="744321" y="743826"/>
                  </a:lnTo>
                  <a:lnTo>
                    <a:pt x="761669" y="743775"/>
                  </a:lnTo>
                  <a:lnTo>
                    <a:pt x="778865" y="747268"/>
                  </a:lnTo>
                  <a:lnTo>
                    <a:pt x="785672" y="749452"/>
                  </a:lnTo>
                  <a:lnTo>
                    <a:pt x="793000" y="746175"/>
                  </a:lnTo>
                  <a:lnTo>
                    <a:pt x="820331" y="716203"/>
                  </a:lnTo>
                  <a:lnTo>
                    <a:pt x="839939" y="712000"/>
                  </a:lnTo>
                  <a:lnTo>
                    <a:pt x="847217" y="712736"/>
                  </a:lnTo>
                  <a:lnTo>
                    <a:pt x="861237" y="718121"/>
                  </a:lnTo>
                  <a:lnTo>
                    <a:pt x="869391" y="714502"/>
                  </a:lnTo>
                  <a:lnTo>
                    <a:pt x="874852" y="700239"/>
                  </a:lnTo>
                  <a:lnTo>
                    <a:pt x="871613" y="692365"/>
                  </a:lnTo>
                  <a:lnTo>
                    <a:pt x="858151" y="686993"/>
                  </a:lnTo>
                  <a:lnTo>
                    <a:pt x="851331" y="685419"/>
                  </a:lnTo>
                  <a:lnTo>
                    <a:pt x="844384" y="684580"/>
                  </a:lnTo>
                  <a:lnTo>
                    <a:pt x="837361" y="684504"/>
                  </a:lnTo>
                  <a:lnTo>
                    <a:pt x="834732" y="678522"/>
                  </a:lnTo>
                  <a:lnTo>
                    <a:pt x="832840" y="672312"/>
                  </a:lnTo>
                  <a:lnTo>
                    <a:pt x="831697" y="665911"/>
                  </a:lnTo>
                  <a:lnTo>
                    <a:pt x="831316" y="659396"/>
                  </a:lnTo>
                  <a:lnTo>
                    <a:pt x="835660" y="637616"/>
                  </a:lnTo>
                  <a:lnTo>
                    <a:pt x="847585" y="619798"/>
                  </a:lnTo>
                  <a:lnTo>
                    <a:pt x="865314" y="607771"/>
                  </a:lnTo>
                  <a:lnTo>
                    <a:pt x="887044" y="603326"/>
                  </a:lnTo>
                  <a:lnTo>
                    <a:pt x="894854" y="603326"/>
                  </a:lnTo>
                  <a:lnTo>
                    <a:pt x="901128" y="597014"/>
                  </a:lnTo>
                  <a:lnTo>
                    <a:pt x="901128" y="5814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83408" y="5868123"/>
              <a:ext cx="125124" cy="12535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503340" y="4885359"/>
              <a:ext cx="5191760" cy="1123950"/>
            </a:xfrm>
            <a:custGeom>
              <a:avLst/>
              <a:gdLst/>
              <a:ahLst/>
              <a:cxnLst/>
              <a:rect l="l" t="t" r="r" b="b"/>
              <a:pathLst>
                <a:path w="5191759" h="1123950">
                  <a:moveTo>
                    <a:pt x="468439" y="222631"/>
                  </a:moveTo>
                  <a:lnTo>
                    <a:pt x="461632" y="215823"/>
                  </a:lnTo>
                  <a:lnTo>
                    <a:pt x="438200" y="215823"/>
                  </a:lnTo>
                  <a:lnTo>
                    <a:pt x="438200" y="246087"/>
                  </a:lnTo>
                  <a:lnTo>
                    <a:pt x="438200" y="382714"/>
                  </a:lnTo>
                  <a:lnTo>
                    <a:pt x="389026" y="389585"/>
                  </a:lnTo>
                  <a:lnTo>
                    <a:pt x="342849" y="404431"/>
                  </a:lnTo>
                  <a:lnTo>
                    <a:pt x="300418" y="426529"/>
                  </a:lnTo>
                  <a:lnTo>
                    <a:pt x="262483" y="455142"/>
                  </a:lnTo>
                  <a:lnTo>
                    <a:pt x="229768" y="489508"/>
                  </a:lnTo>
                  <a:lnTo>
                    <a:pt x="203034" y="528891"/>
                  </a:lnTo>
                  <a:lnTo>
                    <a:pt x="183032" y="572554"/>
                  </a:lnTo>
                  <a:lnTo>
                    <a:pt x="170472" y="619760"/>
                  </a:lnTo>
                  <a:lnTo>
                    <a:pt x="166128" y="669747"/>
                  </a:lnTo>
                  <a:lnTo>
                    <a:pt x="170472" y="719734"/>
                  </a:lnTo>
                  <a:lnTo>
                    <a:pt x="183032" y="766940"/>
                  </a:lnTo>
                  <a:lnTo>
                    <a:pt x="203034" y="810602"/>
                  </a:lnTo>
                  <a:lnTo>
                    <a:pt x="229768" y="849985"/>
                  </a:lnTo>
                  <a:lnTo>
                    <a:pt x="262483" y="884351"/>
                  </a:lnTo>
                  <a:lnTo>
                    <a:pt x="300418" y="912952"/>
                  </a:lnTo>
                  <a:lnTo>
                    <a:pt x="342849" y="935062"/>
                  </a:lnTo>
                  <a:lnTo>
                    <a:pt x="389026" y="949909"/>
                  </a:lnTo>
                  <a:lnTo>
                    <a:pt x="438200" y="956779"/>
                  </a:lnTo>
                  <a:lnTo>
                    <a:pt x="438200" y="1093406"/>
                  </a:lnTo>
                  <a:lnTo>
                    <a:pt x="385445" y="1093406"/>
                  </a:lnTo>
                  <a:lnTo>
                    <a:pt x="364591" y="1009738"/>
                  </a:lnTo>
                  <a:lnTo>
                    <a:pt x="363232" y="1004595"/>
                  </a:lnTo>
                  <a:lnTo>
                    <a:pt x="361772" y="1003071"/>
                  </a:lnTo>
                  <a:lnTo>
                    <a:pt x="359295" y="1000506"/>
                  </a:lnTo>
                  <a:lnTo>
                    <a:pt x="337807" y="993457"/>
                  </a:lnTo>
                  <a:lnTo>
                    <a:pt x="321665" y="987285"/>
                  </a:lnTo>
                  <a:lnTo>
                    <a:pt x="305981" y="980351"/>
                  </a:lnTo>
                  <a:lnTo>
                    <a:pt x="290830" y="972667"/>
                  </a:lnTo>
                  <a:lnTo>
                    <a:pt x="286143" y="970089"/>
                  </a:lnTo>
                  <a:lnTo>
                    <a:pt x="280403" y="970241"/>
                  </a:lnTo>
                  <a:lnTo>
                    <a:pt x="202095" y="1017308"/>
                  </a:lnTo>
                  <a:lnTo>
                    <a:pt x="106121" y="921219"/>
                  </a:lnTo>
                  <a:lnTo>
                    <a:pt x="153123" y="842835"/>
                  </a:lnTo>
                  <a:lnTo>
                    <a:pt x="153225" y="838911"/>
                  </a:lnTo>
                  <a:lnTo>
                    <a:pt x="153276" y="837095"/>
                  </a:lnTo>
                  <a:lnTo>
                    <a:pt x="150710" y="832396"/>
                  </a:lnTo>
                  <a:lnTo>
                    <a:pt x="143027" y="817232"/>
                  </a:lnTo>
                  <a:lnTo>
                    <a:pt x="136105" y="801535"/>
                  </a:lnTo>
                  <a:lnTo>
                    <a:pt x="130048" y="785647"/>
                  </a:lnTo>
                  <a:lnTo>
                    <a:pt x="129933" y="785380"/>
                  </a:lnTo>
                  <a:lnTo>
                    <a:pt x="124561" y="768858"/>
                  </a:lnTo>
                  <a:lnTo>
                    <a:pt x="123139" y="764006"/>
                  </a:lnTo>
                  <a:lnTo>
                    <a:pt x="123050" y="763701"/>
                  </a:lnTo>
                  <a:lnTo>
                    <a:pt x="118960" y="759777"/>
                  </a:lnTo>
                  <a:lnTo>
                    <a:pt x="113677" y="758558"/>
                  </a:lnTo>
                  <a:lnTo>
                    <a:pt x="30086" y="737679"/>
                  </a:lnTo>
                  <a:lnTo>
                    <a:pt x="30086" y="601814"/>
                  </a:lnTo>
                  <a:lnTo>
                    <a:pt x="113677" y="580923"/>
                  </a:lnTo>
                  <a:lnTo>
                    <a:pt x="118808" y="579564"/>
                  </a:lnTo>
                  <a:lnTo>
                    <a:pt x="122897" y="575627"/>
                  </a:lnTo>
                  <a:lnTo>
                    <a:pt x="124561" y="570636"/>
                  </a:lnTo>
                  <a:lnTo>
                    <a:pt x="129933" y="554113"/>
                  </a:lnTo>
                  <a:lnTo>
                    <a:pt x="136105" y="537959"/>
                  </a:lnTo>
                  <a:lnTo>
                    <a:pt x="143027" y="522249"/>
                  </a:lnTo>
                  <a:lnTo>
                    <a:pt x="150710" y="507085"/>
                  </a:lnTo>
                  <a:lnTo>
                    <a:pt x="153276" y="502399"/>
                  </a:lnTo>
                  <a:lnTo>
                    <a:pt x="153225" y="500278"/>
                  </a:lnTo>
                  <a:lnTo>
                    <a:pt x="153123" y="496646"/>
                  </a:lnTo>
                  <a:lnTo>
                    <a:pt x="106121" y="418274"/>
                  </a:lnTo>
                  <a:lnTo>
                    <a:pt x="202095" y="322199"/>
                  </a:lnTo>
                  <a:lnTo>
                    <a:pt x="280403" y="369252"/>
                  </a:lnTo>
                  <a:lnTo>
                    <a:pt x="286143" y="369404"/>
                  </a:lnTo>
                  <a:lnTo>
                    <a:pt x="290830" y="366826"/>
                  </a:lnTo>
                  <a:lnTo>
                    <a:pt x="305981" y="359143"/>
                  </a:lnTo>
                  <a:lnTo>
                    <a:pt x="321665" y="352209"/>
                  </a:lnTo>
                  <a:lnTo>
                    <a:pt x="337807" y="346036"/>
                  </a:lnTo>
                  <a:lnTo>
                    <a:pt x="354317" y="340652"/>
                  </a:lnTo>
                  <a:lnTo>
                    <a:pt x="359448" y="339140"/>
                  </a:lnTo>
                  <a:lnTo>
                    <a:pt x="362356" y="336118"/>
                  </a:lnTo>
                  <a:lnTo>
                    <a:pt x="363385" y="335051"/>
                  </a:lnTo>
                  <a:lnTo>
                    <a:pt x="364553" y="329895"/>
                  </a:lnTo>
                  <a:lnTo>
                    <a:pt x="385445" y="246087"/>
                  </a:lnTo>
                  <a:lnTo>
                    <a:pt x="438200" y="246087"/>
                  </a:lnTo>
                  <a:lnTo>
                    <a:pt x="438200" y="215823"/>
                  </a:lnTo>
                  <a:lnTo>
                    <a:pt x="366712" y="215823"/>
                  </a:lnTo>
                  <a:lnTo>
                    <a:pt x="360654" y="220510"/>
                  </a:lnTo>
                  <a:lnTo>
                    <a:pt x="359003" y="227330"/>
                  </a:lnTo>
                  <a:lnTo>
                    <a:pt x="337388" y="314172"/>
                  </a:lnTo>
                  <a:lnTo>
                    <a:pt x="323672" y="318947"/>
                  </a:lnTo>
                  <a:lnTo>
                    <a:pt x="310210" y="324180"/>
                  </a:lnTo>
                  <a:lnTo>
                    <a:pt x="297040" y="329895"/>
                  </a:lnTo>
                  <a:lnTo>
                    <a:pt x="284175" y="336118"/>
                  </a:lnTo>
                  <a:lnTo>
                    <a:pt x="260985" y="322199"/>
                  </a:lnTo>
                  <a:lnTo>
                    <a:pt x="207543" y="290118"/>
                  </a:lnTo>
                  <a:lnTo>
                    <a:pt x="201650" y="286486"/>
                  </a:lnTo>
                  <a:lnTo>
                    <a:pt x="193941" y="287540"/>
                  </a:lnTo>
                  <a:lnTo>
                    <a:pt x="71653" y="409956"/>
                  </a:lnTo>
                  <a:lnTo>
                    <a:pt x="70599" y="417664"/>
                  </a:lnTo>
                  <a:lnTo>
                    <a:pt x="74218" y="423570"/>
                  </a:lnTo>
                  <a:lnTo>
                    <a:pt x="120167" y="500278"/>
                  </a:lnTo>
                  <a:lnTo>
                    <a:pt x="113944" y="513156"/>
                  </a:lnTo>
                  <a:lnTo>
                    <a:pt x="108191" y="526351"/>
                  </a:lnTo>
                  <a:lnTo>
                    <a:pt x="102958" y="539813"/>
                  </a:lnTo>
                  <a:lnTo>
                    <a:pt x="98259" y="553542"/>
                  </a:lnTo>
                  <a:lnTo>
                    <a:pt x="4686" y="576846"/>
                  </a:lnTo>
                  <a:lnTo>
                    <a:pt x="0" y="582891"/>
                  </a:lnTo>
                  <a:lnTo>
                    <a:pt x="0" y="756297"/>
                  </a:lnTo>
                  <a:lnTo>
                    <a:pt x="4686" y="762342"/>
                  </a:lnTo>
                  <a:lnTo>
                    <a:pt x="98259" y="785647"/>
                  </a:lnTo>
                  <a:lnTo>
                    <a:pt x="103047" y="799439"/>
                  </a:lnTo>
                  <a:lnTo>
                    <a:pt x="108254" y="812850"/>
                  </a:lnTo>
                  <a:lnTo>
                    <a:pt x="113969" y="826033"/>
                  </a:lnTo>
                  <a:lnTo>
                    <a:pt x="120167" y="838911"/>
                  </a:lnTo>
                  <a:lnTo>
                    <a:pt x="74218" y="915619"/>
                  </a:lnTo>
                  <a:lnTo>
                    <a:pt x="70599" y="921524"/>
                  </a:lnTo>
                  <a:lnTo>
                    <a:pt x="71653" y="929233"/>
                  </a:lnTo>
                  <a:lnTo>
                    <a:pt x="193941" y="1051648"/>
                  </a:lnTo>
                  <a:lnTo>
                    <a:pt x="201650" y="1052715"/>
                  </a:lnTo>
                  <a:lnTo>
                    <a:pt x="207543" y="1049083"/>
                  </a:lnTo>
                  <a:lnTo>
                    <a:pt x="260477" y="1017308"/>
                  </a:lnTo>
                  <a:lnTo>
                    <a:pt x="284175" y="1003071"/>
                  </a:lnTo>
                  <a:lnTo>
                    <a:pt x="297040" y="1009319"/>
                  </a:lnTo>
                  <a:lnTo>
                    <a:pt x="310210" y="1015072"/>
                  </a:lnTo>
                  <a:lnTo>
                    <a:pt x="323672" y="1020318"/>
                  </a:lnTo>
                  <a:lnTo>
                    <a:pt x="337388" y="1025017"/>
                  </a:lnTo>
                  <a:lnTo>
                    <a:pt x="359003" y="1111872"/>
                  </a:lnTo>
                  <a:lnTo>
                    <a:pt x="360654" y="1118679"/>
                  </a:lnTo>
                  <a:lnTo>
                    <a:pt x="366712" y="1123365"/>
                  </a:lnTo>
                  <a:lnTo>
                    <a:pt x="461632" y="1123365"/>
                  </a:lnTo>
                  <a:lnTo>
                    <a:pt x="468439" y="1116558"/>
                  </a:lnTo>
                  <a:lnTo>
                    <a:pt x="468439" y="1093406"/>
                  </a:lnTo>
                  <a:lnTo>
                    <a:pt x="468439" y="933475"/>
                  </a:lnTo>
                  <a:lnTo>
                    <a:pt x="461937" y="926973"/>
                  </a:lnTo>
                  <a:lnTo>
                    <a:pt x="461632" y="926668"/>
                  </a:lnTo>
                  <a:lnTo>
                    <a:pt x="453313" y="926668"/>
                  </a:lnTo>
                  <a:lnTo>
                    <a:pt x="407200" y="922820"/>
                  </a:lnTo>
                  <a:lnTo>
                    <a:pt x="363766" y="910844"/>
                  </a:lnTo>
                  <a:lnTo>
                    <a:pt x="323748" y="891781"/>
                  </a:lnTo>
                  <a:lnTo>
                    <a:pt x="287883" y="866381"/>
                  </a:lnTo>
                  <a:lnTo>
                    <a:pt x="256882" y="835355"/>
                  </a:lnTo>
                  <a:lnTo>
                    <a:pt x="231495" y="799439"/>
                  </a:lnTo>
                  <a:lnTo>
                    <a:pt x="212458" y="759383"/>
                  </a:lnTo>
                  <a:lnTo>
                    <a:pt x="200507" y="715911"/>
                  </a:lnTo>
                  <a:lnTo>
                    <a:pt x="196354" y="669747"/>
                  </a:lnTo>
                  <a:lnTo>
                    <a:pt x="200507" y="623582"/>
                  </a:lnTo>
                  <a:lnTo>
                    <a:pt x="212458" y="580110"/>
                  </a:lnTo>
                  <a:lnTo>
                    <a:pt x="231495" y="540042"/>
                  </a:lnTo>
                  <a:lnTo>
                    <a:pt x="256882" y="504139"/>
                  </a:lnTo>
                  <a:lnTo>
                    <a:pt x="287883" y="473113"/>
                  </a:lnTo>
                  <a:lnTo>
                    <a:pt x="323748" y="447700"/>
                  </a:lnTo>
                  <a:lnTo>
                    <a:pt x="363766" y="428650"/>
                  </a:lnTo>
                  <a:lnTo>
                    <a:pt x="407200" y="416674"/>
                  </a:lnTo>
                  <a:lnTo>
                    <a:pt x="453313" y="412521"/>
                  </a:lnTo>
                  <a:lnTo>
                    <a:pt x="461632" y="412521"/>
                  </a:lnTo>
                  <a:lnTo>
                    <a:pt x="468439" y="405714"/>
                  </a:lnTo>
                  <a:lnTo>
                    <a:pt x="468439" y="246087"/>
                  </a:lnTo>
                  <a:lnTo>
                    <a:pt x="468439" y="222631"/>
                  </a:lnTo>
                  <a:close/>
                </a:path>
                <a:path w="5191759" h="1123950">
                  <a:moveTo>
                    <a:pt x="485660" y="732840"/>
                  </a:moveTo>
                  <a:lnTo>
                    <a:pt x="482638" y="724979"/>
                  </a:lnTo>
                  <a:lnTo>
                    <a:pt x="478955" y="715137"/>
                  </a:lnTo>
                  <a:lnTo>
                    <a:pt x="467626" y="684872"/>
                  </a:lnTo>
                  <a:lnTo>
                    <a:pt x="455434" y="652348"/>
                  </a:lnTo>
                  <a:lnTo>
                    <a:pt x="437299" y="603923"/>
                  </a:lnTo>
                  <a:lnTo>
                    <a:pt x="435483" y="599224"/>
                  </a:lnTo>
                  <a:lnTo>
                    <a:pt x="435483" y="684872"/>
                  </a:lnTo>
                  <a:lnTo>
                    <a:pt x="410997" y="684872"/>
                  </a:lnTo>
                  <a:lnTo>
                    <a:pt x="423240" y="652348"/>
                  </a:lnTo>
                  <a:lnTo>
                    <a:pt x="435483" y="684872"/>
                  </a:lnTo>
                  <a:lnTo>
                    <a:pt x="435483" y="599224"/>
                  </a:lnTo>
                  <a:lnTo>
                    <a:pt x="435025" y="598030"/>
                  </a:lnTo>
                  <a:lnTo>
                    <a:pt x="429437" y="594093"/>
                  </a:lnTo>
                  <a:lnTo>
                    <a:pt x="416737" y="594093"/>
                  </a:lnTo>
                  <a:lnTo>
                    <a:pt x="411149" y="598030"/>
                  </a:lnTo>
                  <a:lnTo>
                    <a:pt x="408876" y="603923"/>
                  </a:lnTo>
                  <a:lnTo>
                    <a:pt x="363537" y="724979"/>
                  </a:lnTo>
                  <a:lnTo>
                    <a:pt x="360654" y="732840"/>
                  </a:lnTo>
                  <a:lnTo>
                    <a:pt x="364591" y="741464"/>
                  </a:lnTo>
                  <a:lnTo>
                    <a:pt x="372452" y="744486"/>
                  </a:lnTo>
                  <a:lnTo>
                    <a:pt x="380314" y="747369"/>
                  </a:lnTo>
                  <a:lnTo>
                    <a:pt x="388924" y="743432"/>
                  </a:lnTo>
                  <a:lnTo>
                    <a:pt x="391947" y="735571"/>
                  </a:lnTo>
                  <a:lnTo>
                    <a:pt x="399656" y="715137"/>
                  </a:lnTo>
                  <a:lnTo>
                    <a:pt x="446671" y="715137"/>
                  </a:lnTo>
                  <a:lnTo>
                    <a:pt x="456590" y="741464"/>
                  </a:lnTo>
                  <a:lnTo>
                    <a:pt x="456641" y="741616"/>
                  </a:lnTo>
                  <a:lnTo>
                    <a:pt x="462381" y="745401"/>
                  </a:lnTo>
                  <a:lnTo>
                    <a:pt x="470395" y="745401"/>
                  </a:lnTo>
                  <a:lnTo>
                    <a:pt x="472211" y="745096"/>
                  </a:lnTo>
                  <a:lnTo>
                    <a:pt x="481736" y="741616"/>
                  </a:lnTo>
                  <a:lnTo>
                    <a:pt x="485660" y="732840"/>
                  </a:lnTo>
                  <a:close/>
                </a:path>
                <a:path w="5191759" h="1123950">
                  <a:moveTo>
                    <a:pt x="528891" y="600900"/>
                  </a:moveTo>
                  <a:lnTo>
                    <a:pt x="522097" y="594093"/>
                  </a:lnTo>
                  <a:lnTo>
                    <a:pt x="513778" y="594093"/>
                  </a:lnTo>
                  <a:lnTo>
                    <a:pt x="505472" y="594093"/>
                  </a:lnTo>
                  <a:lnTo>
                    <a:pt x="498665" y="600900"/>
                  </a:lnTo>
                  <a:lnTo>
                    <a:pt x="498665" y="738593"/>
                  </a:lnTo>
                  <a:lnTo>
                    <a:pt x="505472" y="745401"/>
                  </a:lnTo>
                  <a:lnTo>
                    <a:pt x="522097" y="745401"/>
                  </a:lnTo>
                  <a:lnTo>
                    <a:pt x="528891" y="738593"/>
                  </a:lnTo>
                  <a:lnTo>
                    <a:pt x="528891" y="600900"/>
                  </a:lnTo>
                  <a:close/>
                </a:path>
                <a:path w="5191759" h="1123950">
                  <a:moveTo>
                    <a:pt x="876554" y="669747"/>
                  </a:moveTo>
                  <a:lnTo>
                    <a:pt x="871804" y="646188"/>
                  </a:lnTo>
                  <a:lnTo>
                    <a:pt x="867295" y="639483"/>
                  </a:lnTo>
                  <a:lnTo>
                    <a:pt x="858850" y="626948"/>
                  </a:lnTo>
                  <a:lnTo>
                    <a:pt x="846315" y="618490"/>
                  </a:lnTo>
                  <a:lnTo>
                    <a:pt x="846315" y="669747"/>
                  </a:lnTo>
                  <a:lnTo>
                    <a:pt x="843940" y="681494"/>
                  </a:lnTo>
                  <a:lnTo>
                    <a:pt x="837438" y="691121"/>
                  </a:lnTo>
                  <a:lnTo>
                    <a:pt x="827824" y="697623"/>
                  </a:lnTo>
                  <a:lnTo>
                    <a:pt x="816089" y="700011"/>
                  </a:lnTo>
                  <a:lnTo>
                    <a:pt x="804354" y="697623"/>
                  </a:lnTo>
                  <a:lnTo>
                    <a:pt x="794740" y="691121"/>
                  </a:lnTo>
                  <a:lnTo>
                    <a:pt x="790524" y="684872"/>
                  </a:lnTo>
                  <a:lnTo>
                    <a:pt x="788238" y="681494"/>
                  </a:lnTo>
                  <a:lnTo>
                    <a:pt x="785863" y="669747"/>
                  </a:lnTo>
                  <a:lnTo>
                    <a:pt x="788238" y="657999"/>
                  </a:lnTo>
                  <a:lnTo>
                    <a:pt x="790524" y="654621"/>
                  </a:lnTo>
                  <a:lnTo>
                    <a:pt x="794740" y="648373"/>
                  </a:lnTo>
                  <a:lnTo>
                    <a:pt x="804354" y="641870"/>
                  </a:lnTo>
                  <a:lnTo>
                    <a:pt x="816089" y="639483"/>
                  </a:lnTo>
                  <a:lnTo>
                    <a:pt x="827824" y="641870"/>
                  </a:lnTo>
                  <a:lnTo>
                    <a:pt x="837438" y="648373"/>
                  </a:lnTo>
                  <a:lnTo>
                    <a:pt x="843940" y="657999"/>
                  </a:lnTo>
                  <a:lnTo>
                    <a:pt x="846315" y="669747"/>
                  </a:lnTo>
                  <a:lnTo>
                    <a:pt x="846315" y="618490"/>
                  </a:lnTo>
                  <a:lnTo>
                    <a:pt x="839635" y="613981"/>
                  </a:lnTo>
                  <a:lnTo>
                    <a:pt x="816089" y="609219"/>
                  </a:lnTo>
                  <a:lnTo>
                    <a:pt x="796074" y="612660"/>
                  </a:lnTo>
                  <a:lnTo>
                    <a:pt x="778929" y="622160"/>
                  </a:lnTo>
                  <a:lnTo>
                    <a:pt x="765771" y="636549"/>
                  </a:lnTo>
                  <a:lnTo>
                    <a:pt x="757745" y="654621"/>
                  </a:lnTo>
                  <a:lnTo>
                    <a:pt x="604469" y="654621"/>
                  </a:lnTo>
                  <a:lnTo>
                    <a:pt x="604469" y="594093"/>
                  </a:lnTo>
                  <a:lnTo>
                    <a:pt x="669163" y="594093"/>
                  </a:lnTo>
                  <a:lnTo>
                    <a:pt x="673252" y="592277"/>
                  </a:lnTo>
                  <a:lnTo>
                    <a:pt x="699160" y="563829"/>
                  </a:lnTo>
                  <a:lnTo>
                    <a:pt x="731443" y="528421"/>
                  </a:lnTo>
                  <a:lnTo>
                    <a:pt x="738847" y="531609"/>
                  </a:lnTo>
                  <a:lnTo>
                    <a:pt x="747014" y="533565"/>
                  </a:lnTo>
                  <a:lnTo>
                    <a:pt x="755624" y="533565"/>
                  </a:lnTo>
                  <a:lnTo>
                    <a:pt x="779170" y="528815"/>
                  </a:lnTo>
                  <a:lnTo>
                    <a:pt x="779741" y="528421"/>
                  </a:lnTo>
                  <a:lnTo>
                    <a:pt x="798385" y="515848"/>
                  </a:lnTo>
                  <a:lnTo>
                    <a:pt x="806831" y="503313"/>
                  </a:lnTo>
                  <a:lnTo>
                    <a:pt x="811339" y="496608"/>
                  </a:lnTo>
                  <a:lnTo>
                    <a:pt x="816089" y="473049"/>
                  </a:lnTo>
                  <a:lnTo>
                    <a:pt x="811339" y="449478"/>
                  </a:lnTo>
                  <a:lnTo>
                    <a:pt x="806831" y="442785"/>
                  </a:lnTo>
                  <a:lnTo>
                    <a:pt x="798385" y="430250"/>
                  </a:lnTo>
                  <a:lnTo>
                    <a:pt x="785863" y="421805"/>
                  </a:lnTo>
                  <a:lnTo>
                    <a:pt x="785863" y="473049"/>
                  </a:lnTo>
                  <a:lnTo>
                    <a:pt x="783475" y="484797"/>
                  </a:lnTo>
                  <a:lnTo>
                    <a:pt x="776973" y="494423"/>
                  </a:lnTo>
                  <a:lnTo>
                    <a:pt x="767372" y="500926"/>
                  </a:lnTo>
                  <a:lnTo>
                    <a:pt x="755624" y="503313"/>
                  </a:lnTo>
                  <a:lnTo>
                    <a:pt x="743889" y="500926"/>
                  </a:lnTo>
                  <a:lnTo>
                    <a:pt x="734275" y="494423"/>
                  </a:lnTo>
                  <a:lnTo>
                    <a:pt x="727786" y="484797"/>
                  </a:lnTo>
                  <a:lnTo>
                    <a:pt x="725398" y="473049"/>
                  </a:lnTo>
                  <a:lnTo>
                    <a:pt x="727786" y="461302"/>
                  </a:lnTo>
                  <a:lnTo>
                    <a:pt x="734275" y="451675"/>
                  </a:lnTo>
                  <a:lnTo>
                    <a:pt x="743889" y="445173"/>
                  </a:lnTo>
                  <a:lnTo>
                    <a:pt x="755624" y="442785"/>
                  </a:lnTo>
                  <a:lnTo>
                    <a:pt x="767359" y="445173"/>
                  </a:lnTo>
                  <a:lnTo>
                    <a:pt x="776973" y="451675"/>
                  </a:lnTo>
                  <a:lnTo>
                    <a:pt x="783475" y="461302"/>
                  </a:lnTo>
                  <a:lnTo>
                    <a:pt x="785863" y="473049"/>
                  </a:lnTo>
                  <a:lnTo>
                    <a:pt x="785863" y="421805"/>
                  </a:lnTo>
                  <a:lnTo>
                    <a:pt x="779170" y="417283"/>
                  </a:lnTo>
                  <a:lnTo>
                    <a:pt x="755624" y="412521"/>
                  </a:lnTo>
                  <a:lnTo>
                    <a:pt x="732091" y="417283"/>
                  </a:lnTo>
                  <a:lnTo>
                    <a:pt x="712863" y="430250"/>
                  </a:lnTo>
                  <a:lnTo>
                    <a:pt x="699909" y="449478"/>
                  </a:lnTo>
                  <a:lnTo>
                    <a:pt x="695159" y="473049"/>
                  </a:lnTo>
                  <a:lnTo>
                    <a:pt x="696036" y="483133"/>
                  </a:lnTo>
                  <a:lnTo>
                    <a:pt x="698550" y="492645"/>
                  </a:lnTo>
                  <a:lnTo>
                    <a:pt x="702500" y="501472"/>
                  </a:lnTo>
                  <a:lnTo>
                    <a:pt x="707707" y="509511"/>
                  </a:lnTo>
                  <a:lnTo>
                    <a:pt x="658279" y="563829"/>
                  </a:lnTo>
                  <a:lnTo>
                    <a:pt x="604469" y="563829"/>
                  </a:lnTo>
                  <a:lnTo>
                    <a:pt x="604469" y="548703"/>
                  </a:lnTo>
                  <a:lnTo>
                    <a:pt x="604469" y="525246"/>
                  </a:lnTo>
                  <a:lnTo>
                    <a:pt x="597674" y="518439"/>
                  </a:lnTo>
                  <a:lnTo>
                    <a:pt x="574243" y="518439"/>
                  </a:lnTo>
                  <a:lnTo>
                    <a:pt x="574243" y="548703"/>
                  </a:lnTo>
                  <a:lnTo>
                    <a:pt x="574243" y="790790"/>
                  </a:lnTo>
                  <a:lnTo>
                    <a:pt x="332397" y="790790"/>
                  </a:lnTo>
                  <a:lnTo>
                    <a:pt x="332397" y="548703"/>
                  </a:lnTo>
                  <a:lnTo>
                    <a:pt x="574243" y="548703"/>
                  </a:lnTo>
                  <a:lnTo>
                    <a:pt x="574243" y="518439"/>
                  </a:lnTo>
                  <a:lnTo>
                    <a:pt x="559130" y="518439"/>
                  </a:lnTo>
                  <a:lnTo>
                    <a:pt x="559130" y="479856"/>
                  </a:lnTo>
                  <a:lnTo>
                    <a:pt x="552323" y="473049"/>
                  </a:lnTo>
                  <a:lnTo>
                    <a:pt x="535698" y="473049"/>
                  </a:lnTo>
                  <a:lnTo>
                    <a:pt x="528891" y="479856"/>
                  </a:lnTo>
                  <a:lnTo>
                    <a:pt x="528891" y="518439"/>
                  </a:lnTo>
                  <a:lnTo>
                    <a:pt x="468439" y="518439"/>
                  </a:lnTo>
                  <a:lnTo>
                    <a:pt x="468439" y="479856"/>
                  </a:lnTo>
                  <a:lnTo>
                    <a:pt x="461632" y="473049"/>
                  </a:lnTo>
                  <a:lnTo>
                    <a:pt x="445008" y="473049"/>
                  </a:lnTo>
                  <a:lnTo>
                    <a:pt x="438200" y="479856"/>
                  </a:lnTo>
                  <a:lnTo>
                    <a:pt x="438200" y="518439"/>
                  </a:lnTo>
                  <a:lnTo>
                    <a:pt x="377736" y="518439"/>
                  </a:lnTo>
                  <a:lnTo>
                    <a:pt x="377736" y="479856"/>
                  </a:lnTo>
                  <a:lnTo>
                    <a:pt x="370941" y="473049"/>
                  </a:lnTo>
                  <a:lnTo>
                    <a:pt x="354317" y="473049"/>
                  </a:lnTo>
                  <a:lnTo>
                    <a:pt x="347510" y="479856"/>
                  </a:lnTo>
                  <a:lnTo>
                    <a:pt x="347510" y="518439"/>
                  </a:lnTo>
                  <a:lnTo>
                    <a:pt x="308965" y="518439"/>
                  </a:lnTo>
                  <a:lnTo>
                    <a:pt x="302158" y="525246"/>
                  </a:lnTo>
                  <a:lnTo>
                    <a:pt x="302158" y="563829"/>
                  </a:lnTo>
                  <a:lnTo>
                    <a:pt x="263613" y="563829"/>
                  </a:lnTo>
                  <a:lnTo>
                    <a:pt x="256819" y="570636"/>
                  </a:lnTo>
                  <a:lnTo>
                    <a:pt x="256819" y="587286"/>
                  </a:lnTo>
                  <a:lnTo>
                    <a:pt x="263613" y="594093"/>
                  </a:lnTo>
                  <a:lnTo>
                    <a:pt x="302158" y="594093"/>
                  </a:lnTo>
                  <a:lnTo>
                    <a:pt x="302158" y="654621"/>
                  </a:lnTo>
                  <a:lnTo>
                    <a:pt x="263613" y="654621"/>
                  </a:lnTo>
                  <a:lnTo>
                    <a:pt x="256819" y="661428"/>
                  </a:lnTo>
                  <a:lnTo>
                    <a:pt x="256819" y="678065"/>
                  </a:lnTo>
                  <a:lnTo>
                    <a:pt x="263613" y="684872"/>
                  </a:lnTo>
                  <a:lnTo>
                    <a:pt x="302158" y="684872"/>
                  </a:lnTo>
                  <a:lnTo>
                    <a:pt x="302158" y="745401"/>
                  </a:lnTo>
                  <a:lnTo>
                    <a:pt x="263613" y="745401"/>
                  </a:lnTo>
                  <a:lnTo>
                    <a:pt x="256819" y="752208"/>
                  </a:lnTo>
                  <a:lnTo>
                    <a:pt x="256819" y="768858"/>
                  </a:lnTo>
                  <a:lnTo>
                    <a:pt x="263613" y="775665"/>
                  </a:lnTo>
                  <a:lnTo>
                    <a:pt x="302158" y="775665"/>
                  </a:lnTo>
                  <a:lnTo>
                    <a:pt x="302158" y="814247"/>
                  </a:lnTo>
                  <a:lnTo>
                    <a:pt x="308965" y="821055"/>
                  </a:lnTo>
                  <a:lnTo>
                    <a:pt x="347510" y="821055"/>
                  </a:lnTo>
                  <a:lnTo>
                    <a:pt x="347510" y="859637"/>
                  </a:lnTo>
                  <a:lnTo>
                    <a:pt x="354317" y="866444"/>
                  </a:lnTo>
                  <a:lnTo>
                    <a:pt x="370941" y="866444"/>
                  </a:lnTo>
                  <a:lnTo>
                    <a:pt x="377736" y="859637"/>
                  </a:lnTo>
                  <a:lnTo>
                    <a:pt x="377736" y="821055"/>
                  </a:lnTo>
                  <a:lnTo>
                    <a:pt x="438200" y="821055"/>
                  </a:lnTo>
                  <a:lnTo>
                    <a:pt x="438200" y="859637"/>
                  </a:lnTo>
                  <a:lnTo>
                    <a:pt x="445008" y="866444"/>
                  </a:lnTo>
                  <a:lnTo>
                    <a:pt x="461632" y="866444"/>
                  </a:lnTo>
                  <a:lnTo>
                    <a:pt x="468439" y="859637"/>
                  </a:lnTo>
                  <a:lnTo>
                    <a:pt x="468439" y="821055"/>
                  </a:lnTo>
                  <a:lnTo>
                    <a:pt x="528891" y="821055"/>
                  </a:lnTo>
                  <a:lnTo>
                    <a:pt x="528891" y="859637"/>
                  </a:lnTo>
                  <a:lnTo>
                    <a:pt x="535698" y="866444"/>
                  </a:lnTo>
                  <a:lnTo>
                    <a:pt x="552323" y="866444"/>
                  </a:lnTo>
                  <a:lnTo>
                    <a:pt x="559130" y="859637"/>
                  </a:lnTo>
                  <a:lnTo>
                    <a:pt x="559130" y="821055"/>
                  </a:lnTo>
                  <a:lnTo>
                    <a:pt x="597674" y="821055"/>
                  </a:lnTo>
                  <a:lnTo>
                    <a:pt x="604469" y="814247"/>
                  </a:lnTo>
                  <a:lnTo>
                    <a:pt x="604469" y="790790"/>
                  </a:lnTo>
                  <a:lnTo>
                    <a:pt x="604469" y="775665"/>
                  </a:lnTo>
                  <a:lnTo>
                    <a:pt x="658279" y="775665"/>
                  </a:lnTo>
                  <a:lnTo>
                    <a:pt x="707707" y="829983"/>
                  </a:lnTo>
                  <a:lnTo>
                    <a:pt x="702500" y="838022"/>
                  </a:lnTo>
                  <a:lnTo>
                    <a:pt x="698550" y="846848"/>
                  </a:lnTo>
                  <a:lnTo>
                    <a:pt x="696036" y="856361"/>
                  </a:lnTo>
                  <a:lnTo>
                    <a:pt x="695159" y="866444"/>
                  </a:lnTo>
                  <a:lnTo>
                    <a:pt x="699909" y="890003"/>
                  </a:lnTo>
                  <a:lnTo>
                    <a:pt x="712876" y="909243"/>
                  </a:lnTo>
                  <a:lnTo>
                    <a:pt x="732091" y="922210"/>
                  </a:lnTo>
                  <a:lnTo>
                    <a:pt x="755624" y="926973"/>
                  </a:lnTo>
                  <a:lnTo>
                    <a:pt x="779170" y="922210"/>
                  </a:lnTo>
                  <a:lnTo>
                    <a:pt x="798385" y="909243"/>
                  </a:lnTo>
                  <a:lnTo>
                    <a:pt x="806831" y="896708"/>
                  </a:lnTo>
                  <a:lnTo>
                    <a:pt x="811339" y="890003"/>
                  </a:lnTo>
                  <a:lnTo>
                    <a:pt x="816089" y="866444"/>
                  </a:lnTo>
                  <a:lnTo>
                    <a:pt x="811339" y="842886"/>
                  </a:lnTo>
                  <a:lnTo>
                    <a:pt x="806831" y="836180"/>
                  </a:lnTo>
                  <a:lnTo>
                    <a:pt x="798385" y="823645"/>
                  </a:lnTo>
                  <a:lnTo>
                    <a:pt x="785863" y="815213"/>
                  </a:lnTo>
                  <a:lnTo>
                    <a:pt x="785863" y="866444"/>
                  </a:lnTo>
                  <a:lnTo>
                    <a:pt x="783475" y="878192"/>
                  </a:lnTo>
                  <a:lnTo>
                    <a:pt x="776973" y="887818"/>
                  </a:lnTo>
                  <a:lnTo>
                    <a:pt x="767372" y="894321"/>
                  </a:lnTo>
                  <a:lnTo>
                    <a:pt x="755624" y="896708"/>
                  </a:lnTo>
                  <a:lnTo>
                    <a:pt x="743889" y="894321"/>
                  </a:lnTo>
                  <a:lnTo>
                    <a:pt x="734275" y="887818"/>
                  </a:lnTo>
                  <a:lnTo>
                    <a:pt x="727786" y="878192"/>
                  </a:lnTo>
                  <a:lnTo>
                    <a:pt x="725398" y="866444"/>
                  </a:lnTo>
                  <a:lnTo>
                    <a:pt x="727786" y="854697"/>
                  </a:lnTo>
                  <a:lnTo>
                    <a:pt x="734275" y="845070"/>
                  </a:lnTo>
                  <a:lnTo>
                    <a:pt x="743889" y="838568"/>
                  </a:lnTo>
                  <a:lnTo>
                    <a:pt x="755624" y="836180"/>
                  </a:lnTo>
                  <a:lnTo>
                    <a:pt x="767372" y="838568"/>
                  </a:lnTo>
                  <a:lnTo>
                    <a:pt x="776973" y="845070"/>
                  </a:lnTo>
                  <a:lnTo>
                    <a:pt x="783475" y="854697"/>
                  </a:lnTo>
                  <a:lnTo>
                    <a:pt x="785863" y="866444"/>
                  </a:lnTo>
                  <a:lnTo>
                    <a:pt x="785863" y="815213"/>
                  </a:lnTo>
                  <a:lnTo>
                    <a:pt x="779741" y="811072"/>
                  </a:lnTo>
                  <a:lnTo>
                    <a:pt x="779170" y="810679"/>
                  </a:lnTo>
                  <a:lnTo>
                    <a:pt x="755624" y="805929"/>
                  </a:lnTo>
                  <a:lnTo>
                    <a:pt x="747014" y="805929"/>
                  </a:lnTo>
                  <a:lnTo>
                    <a:pt x="738847" y="807732"/>
                  </a:lnTo>
                  <a:lnTo>
                    <a:pt x="731443" y="811072"/>
                  </a:lnTo>
                  <a:lnTo>
                    <a:pt x="699160" y="775665"/>
                  </a:lnTo>
                  <a:lnTo>
                    <a:pt x="673252" y="747217"/>
                  </a:lnTo>
                  <a:lnTo>
                    <a:pt x="669163" y="745401"/>
                  </a:lnTo>
                  <a:lnTo>
                    <a:pt x="604469" y="745401"/>
                  </a:lnTo>
                  <a:lnTo>
                    <a:pt x="604469" y="684872"/>
                  </a:lnTo>
                  <a:lnTo>
                    <a:pt x="757745" y="684872"/>
                  </a:lnTo>
                  <a:lnTo>
                    <a:pt x="765771" y="702945"/>
                  </a:lnTo>
                  <a:lnTo>
                    <a:pt x="778929" y="717334"/>
                  </a:lnTo>
                  <a:lnTo>
                    <a:pt x="796074" y="726833"/>
                  </a:lnTo>
                  <a:lnTo>
                    <a:pt x="816089" y="730275"/>
                  </a:lnTo>
                  <a:lnTo>
                    <a:pt x="839635" y="725512"/>
                  </a:lnTo>
                  <a:lnTo>
                    <a:pt x="858850" y="712546"/>
                  </a:lnTo>
                  <a:lnTo>
                    <a:pt x="867295" y="700011"/>
                  </a:lnTo>
                  <a:lnTo>
                    <a:pt x="871804" y="693305"/>
                  </a:lnTo>
                  <a:lnTo>
                    <a:pt x="876554" y="669747"/>
                  </a:lnTo>
                  <a:close/>
                </a:path>
                <a:path w="5191759" h="1123950">
                  <a:moveTo>
                    <a:pt x="4563859" y="376008"/>
                  </a:moveTo>
                  <a:lnTo>
                    <a:pt x="4556366" y="368515"/>
                  </a:lnTo>
                  <a:lnTo>
                    <a:pt x="4445863" y="368515"/>
                  </a:lnTo>
                  <a:lnTo>
                    <a:pt x="4438370" y="376008"/>
                  </a:lnTo>
                  <a:lnTo>
                    <a:pt x="4438370" y="394500"/>
                  </a:lnTo>
                  <a:lnTo>
                    <a:pt x="4445863" y="402018"/>
                  </a:lnTo>
                  <a:lnTo>
                    <a:pt x="4556366" y="402018"/>
                  </a:lnTo>
                  <a:lnTo>
                    <a:pt x="4563859" y="394500"/>
                  </a:lnTo>
                  <a:lnTo>
                    <a:pt x="4563859" y="385267"/>
                  </a:lnTo>
                  <a:lnTo>
                    <a:pt x="4563859" y="376008"/>
                  </a:lnTo>
                  <a:close/>
                </a:path>
                <a:path w="5191759" h="1123950">
                  <a:moveTo>
                    <a:pt x="4722800" y="376008"/>
                  </a:moveTo>
                  <a:lnTo>
                    <a:pt x="4715319" y="368515"/>
                  </a:lnTo>
                  <a:lnTo>
                    <a:pt x="4604804" y="368515"/>
                  </a:lnTo>
                  <a:lnTo>
                    <a:pt x="4597324" y="376008"/>
                  </a:lnTo>
                  <a:lnTo>
                    <a:pt x="4597324" y="394500"/>
                  </a:lnTo>
                  <a:lnTo>
                    <a:pt x="4604804" y="402018"/>
                  </a:lnTo>
                  <a:lnTo>
                    <a:pt x="4614049" y="402018"/>
                  </a:lnTo>
                  <a:lnTo>
                    <a:pt x="4715319" y="402018"/>
                  </a:lnTo>
                  <a:lnTo>
                    <a:pt x="4722800" y="394500"/>
                  </a:lnTo>
                  <a:lnTo>
                    <a:pt x="4722800" y="376008"/>
                  </a:lnTo>
                  <a:close/>
                </a:path>
                <a:path w="5191759" h="1123950">
                  <a:moveTo>
                    <a:pt x="5191264" y="167513"/>
                  </a:moveTo>
                  <a:lnTo>
                    <a:pt x="5185283" y="123024"/>
                  </a:lnTo>
                  <a:lnTo>
                    <a:pt x="5168392" y="83032"/>
                  </a:lnTo>
                  <a:lnTo>
                    <a:pt x="5157800" y="69329"/>
                  </a:lnTo>
                  <a:lnTo>
                    <a:pt x="5157800" y="167513"/>
                  </a:lnTo>
                  <a:lnTo>
                    <a:pt x="5150967" y="209816"/>
                  </a:lnTo>
                  <a:lnTo>
                    <a:pt x="5131943" y="246595"/>
                  </a:lnTo>
                  <a:lnTo>
                    <a:pt x="5102949" y="275615"/>
                  </a:lnTo>
                  <a:lnTo>
                    <a:pt x="5066220" y="294665"/>
                  </a:lnTo>
                  <a:lnTo>
                    <a:pt x="5023955" y="301510"/>
                  </a:lnTo>
                  <a:lnTo>
                    <a:pt x="5023955" y="335013"/>
                  </a:lnTo>
                  <a:lnTo>
                    <a:pt x="5023955" y="686777"/>
                  </a:lnTo>
                  <a:lnTo>
                    <a:pt x="5023955" y="720267"/>
                  </a:lnTo>
                  <a:lnTo>
                    <a:pt x="5023955" y="787273"/>
                  </a:lnTo>
                  <a:lnTo>
                    <a:pt x="5021326" y="800290"/>
                  </a:lnTo>
                  <a:lnTo>
                    <a:pt x="5014138" y="810945"/>
                  </a:lnTo>
                  <a:lnTo>
                    <a:pt x="5003508" y="818134"/>
                  </a:lnTo>
                  <a:lnTo>
                    <a:pt x="4990490" y="820775"/>
                  </a:lnTo>
                  <a:lnTo>
                    <a:pt x="4605680" y="820775"/>
                  </a:lnTo>
                  <a:lnTo>
                    <a:pt x="4592675" y="818134"/>
                  </a:lnTo>
                  <a:lnTo>
                    <a:pt x="4582033" y="810945"/>
                  </a:lnTo>
                  <a:lnTo>
                    <a:pt x="4574857" y="800290"/>
                  </a:lnTo>
                  <a:lnTo>
                    <a:pt x="4572228" y="787273"/>
                  </a:lnTo>
                  <a:lnTo>
                    <a:pt x="4572228" y="720267"/>
                  </a:lnTo>
                  <a:lnTo>
                    <a:pt x="5023955" y="720267"/>
                  </a:lnTo>
                  <a:lnTo>
                    <a:pt x="5023955" y="686777"/>
                  </a:lnTo>
                  <a:lnTo>
                    <a:pt x="4572228" y="686777"/>
                  </a:lnTo>
                  <a:lnTo>
                    <a:pt x="4572228" y="469011"/>
                  </a:lnTo>
                  <a:lnTo>
                    <a:pt x="4782236" y="469011"/>
                  </a:lnTo>
                  <a:lnTo>
                    <a:pt x="4789729" y="461505"/>
                  </a:lnTo>
                  <a:lnTo>
                    <a:pt x="4789729" y="242011"/>
                  </a:lnTo>
                  <a:lnTo>
                    <a:pt x="4782236" y="234505"/>
                  </a:lnTo>
                  <a:lnTo>
                    <a:pt x="4756264" y="234505"/>
                  </a:lnTo>
                  <a:lnTo>
                    <a:pt x="4756264" y="268008"/>
                  </a:lnTo>
                  <a:lnTo>
                    <a:pt x="4756264" y="301510"/>
                  </a:lnTo>
                  <a:lnTo>
                    <a:pt x="4756264" y="335013"/>
                  </a:lnTo>
                  <a:lnTo>
                    <a:pt x="4756264" y="435521"/>
                  </a:lnTo>
                  <a:lnTo>
                    <a:pt x="4404919" y="435521"/>
                  </a:lnTo>
                  <a:lnTo>
                    <a:pt x="4404919" y="335013"/>
                  </a:lnTo>
                  <a:lnTo>
                    <a:pt x="4756264" y="335013"/>
                  </a:lnTo>
                  <a:lnTo>
                    <a:pt x="4756264" y="301510"/>
                  </a:lnTo>
                  <a:lnTo>
                    <a:pt x="4404919" y="301510"/>
                  </a:lnTo>
                  <a:lnTo>
                    <a:pt x="4404919" y="268008"/>
                  </a:lnTo>
                  <a:lnTo>
                    <a:pt x="4756264" y="268008"/>
                  </a:lnTo>
                  <a:lnTo>
                    <a:pt x="4756264" y="234505"/>
                  </a:lnTo>
                  <a:lnTo>
                    <a:pt x="4572216" y="234505"/>
                  </a:lnTo>
                  <a:lnTo>
                    <a:pt x="4572216" y="167513"/>
                  </a:lnTo>
                  <a:lnTo>
                    <a:pt x="4856645" y="167513"/>
                  </a:lnTo>
                  <a:lnTo>
                    <a:pt x="4862639" y="211988"/>
                  </a:lnTo>
                  <a:lnTo>
                    <a:pt x="4879518" y="251980"/>
                  </a:lnTo>
                  <a:lnTo>
                    <a:pt x="4905705" y="285902"/>
                  </a:lnTo>
                  <a:lnTo>
                    <a:pt x="4939576" y="312115"/>
                  </a:lnTo>
                  <a:lnTo>
                    <a:pt x="4979530" y="329018"/>
                  </a:lnTo>
                  <a:lnTo>
                    <a:pt x="5023955" y="335013"/>
                  </a:lnTo>
                  <a:lnTo>
                    <a:pt x="5023955" y="301510"/>
                  </a:lnTo>
                  <a:lnTo>
                    <a:pt x="4981702" y="294665"/>
                  </a:lnTo>
                  <a:lnTo>
                    <a:pt x="4944961" y="275615"/>
                  </a:lnTo>
                  <a:lnTo>
                    <a:pt x="4915967" y="246595"/>
                  </a:lnTo>
                  <a:lnTo>
                    <a:pt x="4896942" y="209816"/>
                  </a:lnTo>
                  <a:lnTo>
                    <a:pt x="4890109" y="167513"/>
                  </a:lnTo>
                  <a:lnTo>
                    <a:pt x="4895520" y="134010"/>
                  </a:lnTo>
                  <a:lnTo>
                    <a:pt x="4896942" y="125196"/>
                  </a:lnTo>
                  <a:lnTo>
                    <a:pt x="4915967" y="88417"/>
                  </a:lnTo>
                  <a:lnTo>
                    <a:pt x="4944961" y="59397"/>
                  </a:lnTo>
                  <a:lnTo>
                    <a:pt x="4981702" y="40347"/>
                  </a:lnTo>
                  <a:lnTo>
                    <a:pt x="5023955" y="33502"/>
                  </a:lnTo>
                  <a:lnTo>
                    <a:pt x="5066220" y="40347"/>
                  </a:lnTo>
                  <a:lnTo>
                    <a:pt x="5102949" y="59397"/>
                  </a:lnTo>
                  <a:lnTo>
                    <a:pt x="5131943" y="88417"/>
                  </a:lnTo>
                  <a:lnTo>
                    <a:pt x="5150967" y="125196"/>
                  </a:lnTo>
                  <a:lnTo>
                    <a:pt x="5157800" y="167513"/>
                  </a:lnTo>
                  <a:lnTo>
                    <a:pt x="5157800" y="69329"/>
                  </a:lnTo>
                  <a:lnTo>
                    <a:pt x="5122037" y="33502"/>
                  </a:lnTo>
                  <a:lnTo>
                    <a:pt x="5068379" y="5994"/>
                  </a:lnTo>
                  <a:lnTo>
                    <a:pt x="5023955" y="0"/>
                  </a:lnTo>
                  <a:lnTo>
                    <a:pt x="4923688" y="0"/>
                  </a:lnTo>
                  <a:lnTo>
                    <a:pt x="4923688" y="33502"/>
                  </a:lnTo>
                  <a:lnTo>
                    <a:pt x="4901336" y="53670"/>
                  </a:lnTo>
                  <a:lnTo>
                    <a:pt x="4882908" y="77508"/>
                  </a:lnTo>
                  <a:lnTo>
                    <a:pt x="4868951" y="104470"/>
                  </a:lnTo>
                  <a:lnTo>
                    <a:pt x="4860010" y="134010"/>
                  </a:lnTo>
                  <a:lnTo>
                    <a:pt x="4572216" y="134010"/>
                  </a:lnTo>
                  <a:lnTo>
                    <a:pt x="4572216" y="67005"/>
                  </a:lnTo>
                  <a:lnTo>
                    <a:pt x="4574857" y="53975"/>
                  </a:lnTo>
                  <a:lnTo>
                    <a:pt x="4582033" y="43319"/>
                  </a:lnTo>
                  <a:lnTo>
                    <a:pt x="4592675" y="36144"/>
                  </a:lnTo>
                  <a:lnTo>
                    <a:pt x="4605680" y="33502"/>
                  </a:lnTo>
                  <a:lnTo>
                    <a:pt x="4923688" y="33502"/>
                  </a:lnTo>
                  <a:lnTo>
                    <a:pt x="4923688" y="0"/>
                  </a:lnTo>
                  <a:lnTo>
                    <a:pt x="4605680" y="0"/>
                  </a:lnTo>
                  <a:lnTo>
                    <a:pt x="4579658" y="5283"/>
                  </a:lnTo>
                  <a:lnTo>
                    <a:pt x="4558385" y="19646"/>
                  </a:lnTo>
                  <a:lnTo>
                    <a:pt x="4544022" y="40944"/>
                  </a:lnTo>
                  <a:lnTo>
                    <a:pt x="4538764" y="67005"/>
                  </a:lnTo>
                  <a:lnTo>
                    <a:pt x="4538764" y="234505"/>
                  </a:lnTo>
                  <a:lnTo>
                    <a:pt x="4378947" y="234505"/>
                  </a:lnTo>
                  <a:lnTo>
                    <a:pt x="4371454" y="242011"/>
                  </a:lnTo>
                  <a:lnTo>
                    <a:pt x="4371454" y="461505"/>
                  </a:lnTo>
                  <a:lnTo>
                    <a:pt x="4378947" y="469011"/>
                  </a:lnTo>
                  <a:lnTo>
                    <a:pt x="4538764" y="469011"/>
                  </a:lnTo>
                  <a:lnTo>
                    <a:pt x="4538764" y="787273"/>
                  </a:lnTo>
                  <a:lnTo>
                    <a:pt x="4544022" y="813320"/>
                  </a:lnTo>
                  <a:lnTo>
                    <a:pt x="4558385" y="834618"/>
                  </a:lnTo>
                  <a:lnTo>
                    <a:pt x="4579658" y="848995"/>
                  </a:lnTo>
                  <a:lnTo>
                    <a:pt x="4605680" y="854265"/>
                  </a:lnTo>
                  <a:lnTo>
                    <a:pt x="4990490" y="854265"/>
                  </a:lnTo>
                  <a:lnTo>
                    <a:pt x="5037798" y="834618"/>
                  </a:lnTo>
                  <a:lnTo>
                    <a:pt x="5057419" y="787273"/>
                  </a:lnTo>
                  <a:lnTo>
                    <a:pt x="5057419" y="720267"/>
                  </a:lnTo>
                  <a:lnTo>
                    <a:pt x="5057419" y="686777"/>
                  </a:lnTo>
                  <a:lnTo>
                    <a:pt x="5057419" y="331635"/>
                  </a:lnTo>
                  <a:lnTo>
                    <a:pt x="5100625" y="316357"/>
                  </a:lnTo>
                  <a:lnTo>
                    <a:pt x="5121732" y="301510"/>
                  </a:lnTo>
                  <a:lnTo>
                    <a:pt x="5137480" y="290436"/>
                  </a:lnTo>
                  <a:lnTo>
                    <a:pt x="5166118" y="255739"/>
                  </a:lnTo>
                  <a:lnTo>
                    <a:pt x="5184673" y="214147"/>
                  </a:lnTo>
                  <a:lnTo>
                    <a:pt x="5191264" y="1675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47830" y="4992130"/>
              <a:ext cx="158943" cy="12144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1226140" y="4952364"/>
              <a:ext cx="133985" cy="720725"/>
            </a:xfrm>
            <a:custGeom>
              <a:avLst/>
              <a:gdLst/>
              <a:ahLst/>
              <a:cxnLst/>
              <a:rect l="l" t="t" r="r" b="b"/>
              <a:pathLst>
                <a:path w="133984" h="720725">
                  <a:moveTo>
                    <a:pt x="117119" y="7493"/>
                  </a:moveTo>
                  <a:lnTo>
                    <a:pt x="109626" y="0"/>
                  </a:lnTo>
                  <a:lnTo>
                    <a:pt x="7493" y="0"/>
                  </a:lnTo>
                  <a:lnTo>
                    <a:pt x="0" y="7493"/>
                  </a:lnTo>
                  <a:lnTo>
                    <a:pt x="0" y="25996"/>
                  </a:lnTo>
                  <a:lnTo>
                    <a:pt x="7493" y="33502"/>
                  </a:lnTo>
                  <a:lnTo>
                    <a:pt x="16725" y="33502"/>
                  </a:lnTo>
                  <a:lnTo>
                    <a:pt x="109626" y="33502"/>
                  </a:lnTo>
                  <a:lnTo>
                    <a:pt x="117119" y="25996"/>
                  </a:lnTo>
                  <a:lnTo>
                    <a:pt x="117119" y="7493"/>
                  </a:lnTo>
                  <a:close/>
                </a:path>
                <a:path w="133984" h="720725">
                  <a:moveTo>
                    <a:pt x="133845" y="694258"/>
                  </a:moveTo>
                  <a:lnTo>
                    <a:pt x="126365" y="686765"/>
                  </a:lnTo>
                  <a:lnTo>
                    <a:pt x="117119" y="686765"/>
                  </a:lnTo>
                  <a:lnTo>
                    <a:pt x="24218" y="686765"/>
                  </a:lnTo>
                  <a:lnTo>
                    <a:pt x="16725" y="694258"/>
                  </a:lnTo>
                  <a:lnTo>
                    <a:pt x="16725" y="712762"/>
                  </a:lnTo>
                  <a:lnTo>
                    <a:pt x="24218" y="720267"/>
                  </a:lnTo>
                  <a:lnTo>
                    <a:pt x="126365" y="720267"/>
                  </a:lnTo>
                  <a:lnTo>
                    <a:pt x="133845" y="712762"/>
                  </a:lnTo>
                  <a:lnTo>
                    <a:pt x="133845" y="6942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09108" y="392164"/>
              <a:ext cx="13335" cy="536575"/>
            </a:xfrm>
            <a:custGeom>
              <a:avLst/>
              <a:gdLst/>
              <a:ahLst/>
              <a:cxnLst/>
              <a:rect l="l" t="t" r="r" b="b"/>
              <a:pathLst>
                <a:path w="13334" h="536575">
                  <a:moveTo>
                    <a:pt x="12864" y="0"/>
                  </a:moveTo>
                  <a:lnTo>
                    <a:pt x="0" y="0"/>
                  </a:lnTo>
                  <a:lnTo>
                    <a:pt x="0" y="536202"/>
                  </a:lnTo>
                  <a:lnTo>
                    <a:pt x="12864" y="536202"/>
                  </a:lnTo>
                  <a:lnTo>
                    <a:pt x="12864" y="0"/>
                  </a:lnTo>
                  <a:close/>
                </a:path>
              </a:pathLst>
            </a:custGeom>
            <a:solidFill>
              <a:srgbClr val="276A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81661" y="534419"/>
              <a:ext cx="1009376" cy="26638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52747" y="444188"/>
              <a:ext cx="263525" cy="452755"/>
            </a:xfrm>
            <a:custGeom>
              <a:avLst/>
              <a:gdLst/>
              <a:ahLst/>
              <a:cxnLst/>
              <a:rect l="l" t="t" r="r" b="b"/>
              <a:pathLst>
                <a:path w="263525" h="452755">
                  <a:moveTo>
                    <a:pt x="132977" y="206963"/>
                  </a:moveTo>
                  <a:lnTo>
                    <a:pt x="123364" y="210579"/>
                  </a:lnTo>
                  <a:lnTo>
                    <a:pt x="119459" y="214194"/>
                  </a:lnTo>
                  <a:lnTo>
                    <a:pt x="117356" y="218713"/>
                  </a:lnTo>
                  <a:lnTo>
                    <a:pt x="114052" y="225943"/>
                  </a:lnTo>
                  <a:lnTo>
                    <a:pt x="115387" y="233173"/>
                  </a:lnTo>
                  <a:lnTo>
                    <a:pt x="115498" y="233776"/>
                  </a:lnTo>
                  <a:lnTo>
                    <a:pt x="115554" y="234077"/>
                  </a:lnTo>
                  <a:lnTo>
                    <a:pt x="120661" y="239500"/>
                  </a:lnTo>
                  <a:lnTo>
                    <a:pt x="93727" y="288404"/>
                  </a:lnTo>
                  <a:lnTo>
                    <a:pt x="73271" y="334963"/>
                  </a:lnTo>
                  <a:lnTo>
                    <a:pt x="59912" y="377399"/>
                  </a:lnTo>
                  <a:lnTo>
                    <a:pt x="54270" y="413932"/>
                  </a:lnTo>
                  <a:lnTo>
                    <a:pt x="47962" y="414836"/>
                  </a:lnTo>
                  <a:lnTo>
                    <a:pt x="42554" y="418753"/>
                  </a:lnTo>
                  <a:lnTo>
                    <a:pt x="39550" y="424778"/>
                  </a:lnTo>
                  <a:lnTo>
                    <a:pt x="37801" y="432008"/>
                  </a:lnTo>
                  <a:lnTo>
                    <a:pt x="37752" y="432211"/>
                  </a:lnTo>
                  <a:lnTo>
                    <a:pt x="38912" y="439502"/>
                  </a:lnTo>
                  <a:lnTo>
                    <a:pt x="42719" y="445834"/>
                  </a:lnTo>
                  <a:lnTo>
                    <a:pt x="48863" y="450386"/>
                  </a:lnTo>
                  <a:lnTo>
                    <a:pt x="49163" y="450687"/>
                  </a:lnTo>
                  <a:lnTo>
                    <a:pt x="49764" y="450687"/>
                  </a:lnTo>
                  <a:lnTo>
                    <a:pt x="50065" y="450988"/>
                  </a:lnTo>
                  <a:lnTo>
                    <a:pt x="57204" y="452273"/>
                  </a:lnTo>
                  <a:lnTo>
                    <a:pt x="63585" y="450988"/>
                  </a:lnTo>
                  <a:lnTo>
                    <a:pt x="63970" y="450988"/>
                  </a:lnTo>
                  <a:lnTo>
                    <a:pt x="70131" y="447048"/>
                  </a:lnTo>
                  <a:lnTo>
                    <a:pt x="73969" y="441649"/>
                  </a:lnTo>
                  <a:lnTo>
                    <a:pt x="57575" y="441649"/>
                  </a:lnTo>
                  <a:lnTo>
                    <a:pt x="49764" y="438034"/>
                  </a:lnTo>
                  <a:lnTo>
                    <a:pt x="47962" y="433214"/>
                  </a:lnTo>
                  <a:lnTo>
                    <a:pt x="51567" y="425380"/>
                  </a:lnTo>
                  <a:lnTo>
                    <a:pt x="55772" y="423874"/>
                  </a:lnTo>
                  <a:lnTo>
                    <a:pt x="73439" y="423874"/>
                  </a:lnTo>
                  <a:lnTo>
                    <a:pt x="71314" y="420245"/>
                  </a:lnTo>
                  <a:lnTo>
                    <a:pt x="65385" y="415740"/>
                  </a:lnTo>
                  <a:lnTo>
                    <a:pt x="67235" y="397706"/>
                  </a:lnTo>
                  <a:lnTo>
                    <a:pt x="71394" y="377668"/>
                  </a:lnTo>
                  <a:lnTo>
                    <a:pt x="77805" y="355878"/>
                  </a:lnTo>
                  <a:lnTo>
                    <a:pt x="86364" y="332727"/>
                  </a:lnTo>
                  <a:lnTo>
                    <a:pt x="86414" y="332591"/>
                  </a:lnTo>
                  <a:lnTo>
                    <a:pt x="121265" y="332591"/>
                  </a:lnTo>
                  <a:lnTo>
                    <a:pt x="150937" y="322047"/>
                  </a:lnTo>
                  <a:lnTo>
                    <a:pt x="90620" y="322047"/>
                  </a:lnTo>
                  <a:lnTo>
                    <a:pt x="99012" y="303524"/>
                  </a:lnTo>
                  <a:lnTo>
                    <a:pt x="108304" y="284807"/>
                  </a:lnTo>
                  <a:lnTo>
                    <a:pt x="118839" y="265235"/>
                  </a:lnTo>
                  <a:lnTo>
                    <a:pt x="130274" y="245525"/>
                  </a:lnTo>
                  <a:lnTo>
                    <a:pt x="138351" y="245525"/>
                  </a:lnTo>
                  <a:lnTo>
                    <a:pt x="143041" y="244207"/>
                  </a:lnTo>
                  <a:lnTo>
                    <a:pt x="148355" y="240484"/>
                  </a:lnTo>
                  <a:lnTo>
                    <a:pt x="152204" y="234981"/>
                  </a:lnTo>
                  <a:lnTo>
                    <a:pt x="152276" y="234680"/>
                  </a:lnTo>
                  <a:lnTo>
                    <a:pt x="133278" y="234680"/>
                  </a:lnTo>
                  <a:lnTo>
                    <a:pt x="131475" y="233776"/>
                  </a:lnTo>
                  <a:lnTo>
                    <a:pt x="127570" y="231968"/>
                  </a:lnTo>
                  <a:lnTo>
                    <a:pt x="125768" y="227148"/>
                  </a:lnTo>
                  <a:lnTo>
                    <a:pt x="127570" y="223232"/>
                  </a:lnTo>
                  <a:lnTo>
                    <a:pt x="128471" y="221123"/>
                  </a:lnTo>
                  <a:lnTo>
                    <a:pt x="129973" y="219918"/>
                  </a:lnTo>
                  <a:lnTo>
                    <a:pt x="132076" y="219014"/>
                  </a:lnTo>
                  <a:lnTo>
                    <a:pt x="133879" y="218412"/>
                  </a:lnTo>
                  <a:lnTo>
                    <a:pt x="151732" y="218412"/>
                  </a:lnTo>
                  <a:lnTo>
                    <a:pt x="149035" y="213926"/>
                  </a:lnTo>
                  <a:lnTo>
                    <a:pt x="142891" y="209374"/>
                  </a:lnTo>
                  <a:lnTo>
                    <a:pt x="138632" y="207380"/>
                  </a:lnTo>
                  <a:lnTo>
                    <a:pt x="140458" y="207380"/>
                  </a:lnTo>
                  <a:lnTo>
                    <a:pt x="132977" y="206963"/>
                  </a:lnTo>
                  <a:close/>
                </a:path>
                <a:path w="263525" h="452755">
                  <a:moveTo>
                    <a:pt x="73439" y="423874"/>
                  </a:moveTo>
                  <a:lnTo>
                    <a:pt x="55772" y="423874"/>
                  </a:lnTo>
                  <a:lnTo>
                    <a:pt x="59678" y="425079"/>
                  </a:lnTo>
                  <a:lnTo>
                    <a:pt x="59978" y="425079"/>
                  </a:lnTo>
                  <a:lnTo>
                    <a:pt x="60278" y="425380"/>
                  </a:lnTo>
                  <a:lnTo>
                    <a:pt x="64184" y="427188"/>
                  </a:lnTo>
                  <a:lnTo>
                    <a:pt x="65986" y="432009"/>
                  </a:lnTo>
                  <a:lnTo>
                    <a:pt x="62381" y="439841"/>
                  </a:lnTo>
                  <a:lnTo>
                    <a:pt x="57575" y="441649"/>
                  </a:lnTo>
                  <a:lnTo>
                    <a:pt x="73969" y="441649"/>
                  </a:lnTo>
                  <a:lnTo>
                    <a:pt x="74398" y="441047"/>
                  </a:lnTo>
                  <a:lnTo>
                    <a:pt x="76073" y="433661"/>
                  </a:lnTo>
                  <a:lnTo>
                    <a:pt x="75072" y="427188"/>
                  </a:lnTo>
                  <a:lnTo>
                    <a:pt x="74961" y="426473"/>
                  </a:lnTo>
                  <a:lnTo>
                    <a:pt x="73439" y="423874"/>
                  </a:lnTo>
                  <a:close/>
                </a:path>
                <a:path w="263525" h="452755">
                  <a:moveTo>
                    <a:pt x="121265" y="332591"/>
                  </a:moveTo>
                  <a:lnTo>
                    <a:pt x="86414" y="332591"/>
                  </a:lnTo>
                  <a:lnTo>
                    <a:pt x="120881" y="332727"/>
                  </a:lnTo>
                  <a:lnTo>
                    <a:pt x="121265" y="332591"/>
                  </a:lnTo>
                  <a:close/>
                </a:path>
                <a:path w="263525" h="452755">
                  <a:moveTo>
                    <a:pt x="223750" y="26812"/>
                  </a:moveTo>
                  <a:lnTo>
                    <a:pt x="210783" y="26812"/>
                  </a:lnTo>
                  <a:lnTo>
                    <a:pt x="242184" y="89793"/>
                  </a:lnTo>
                  <a:lnTo>
                    <a:pt x="251826" y="145210"/>
                  </a:lnTo>
                  <a:lnTo>
                    <a:pt x="246532" y="190897"/>
                  </a:lnTo>
                  <a:lnTo>
                    <a:pt x="246429" y="191791"/>
                  </a:lnTo>
                  <a:lnTo>
                    <a:pt x="232711" y="228265"/>
                  </a:lnTo>
                  <a:lnTo>
                    <a:pt x="188544" y="284808"/>
                  </a:lnTo>
                  <a:lnTo>
                    <a:pt x="155358" y="307925"/>
                  </a:lnTo>
                  <a:lnTo>
                    <a:pt x="90620" y="322047"/>
                  </a:lnTo>
                  <a:lnTo>
                    <a:pt x="150937" y="322047"/>
                  </a:lnTo>
                  <a:lnTo>
                    <a:pt x="194772" y="294589"/>
                  </a:lnTo>
                  <a:lnTo>
                    <a:pt x="226705" y="259986"/>
                  </a:lnTo>
                  <a:lnTo>
                    <a:pt x="253704" y="207380"/>
                  </a:lnTo>
                  <a:lnTo>
                    <a:pt x="263160" y="152242"/>
                  </a:lnTo>
                  <a:lnTo>
                    <a:pt x="263275" y="150933"/>
                  </a:lnTo>
                  <a:lnTo>
                    <a:pt x="251038" y="80174"/>
                  </a:lnTo>
                  <a:lnTo>
                    <a:pt x="235389" y="45260"/>
                  </a:lnTo>
                  <a:lnTo>
                    <a:pt x="223750" y="26812"/>
                  </a:lnTo>
                  <a:close/>
                </a:path>
                <a:path w="263525" h="452755">
                  <a:moveTo>
                    <a:pt x="205977" y="0"/>
                  </a:moveTo>
                  <a:lnTo>
                    <a:pt x="172894" y="54378"/>
                  </a:lnTo>
                  <a:lnTo>
                    <a:pt x="88545" y="100725"/>
                  </a:lnTo>
                  <a:lnTo>
                    <a:pt x="61555" y="116815"/>
                  </a:lnTo>
                  <a:lnTo>
                    <a:pt x="20024" y="158766"/>
                  </a:lnTo>
                  <a:lnTo>
                    <a:pt x="272" y="216192"/>
                  </a:lnTo>
                  <a:lnTo>
                    <a:pt x="251" y="218411"/>
                  </a:lnTo>
                  <a:lnTo>
                    <a:pt x="125" y="231667"/>
                  </a:lnTo>
                  <a:lnTo>
                    <a:pt x="6205" y="272036"/>
                  </a:lnTo>
                  <a:lnTo>
                    <a:pt x="33960" y="310758"/>
                  </a:lnTo>
                  <a:lnTo>
                    <a:pt x="46460" y="317528"/>
                  </a:lnTo>
                  <a:lnTo>
                    <a:pt x="46760" y="317829"/>
                  </a:lnTo>
                  <a:lnTo>
                    <a:pt x="47361" y="317829"/>
                  </a:lnTo>
                  <a:lnTo>
                    <a:pt x="47661" y="318130"/>
                  </a:lnTo>
                  <a:lnTo>
                    <a:pt x="53069" y="319938"/>
                  </a:lnTo>
                  <a:lnTo>
                    <a:pt x="54871" y="314515"/>
                  </a:lnTo>
                  <a:lnTo>
                    <a:pt x="58767" y="305176"/>
                  </a:lnTo>
                  <a:lnTo>
                    <a:pt x="46159" y="305176"/>
                  </a:lnTo>
                  <a:lnTo>
                    <a:pt x="16719" y="268421"/>
                  </a:lnTo>
                  <a:lnTo>
                    <a:pt x="11130" y="244207"/>
                  </a:lnTo>
                  <a:lnTo>
                    <a:pt x="11239" y="225943"/>
                  </a:lnTo>
                  <a:lnTo>
                    <a:pt x="29637" y="164791"/>
                  </a:lnTo>
                  <a:lnTo>
                    <a:pt x="68878" y="126003"/>
                  </a:lnTo>
                  <a:lnTo>
                    <a:pt x="150246" y="82141"/>
                  </a:lnTo>
                  <a:lnTo>
                    <a:pt x="175898" y="66504"/>
                  </a:lnTo>
                  <a:lnTo>
                    <a:pt x="196763" y="48494"/>
                  </a:lnTo>
                  <a:lnTo>
                    <a:pt x="210783" y="26812"/>
                  </a:lnTo>
                  <a:lnTo>
                    <a:pt x="223750" y="26812"/>
                  </a:lnTo>
                  <a:lnTo>
                    <a:pt x="213487" y="10544"/>
                  </a:lnTo>
                  <a:lnTo>
                    <a:pt x="205977" y="0"/>
                  </a:lnTo>
                  <a:close/>
                </a:path>
                <a:path w="263525" h="452755">
                  <a:moveTo>
                    <a:pt x="164807" y="113774"/>
                  </a:moveTo>
                  <a:lnTo>
                    <a:pt x="145653" y="132241"/>
                  </a:lnTo>
                  <a:lnTo>
                    <a:pt x="146195" y="137678"/>
                  </a:lnTo>
                  <a:lnTo>
                    <a:pt x="148899" y="142498"/>
                  </a:lnTo>
                  <a:lnTo>
                    <a:pt x="122285" y="170416"/>
                  </a:lnTo>
                  <a:lnTo>
                    <a:pt x="94150" y="209037"/>
                  </a:lnTo>
                  <a:lnTo>
                    <a:pt x="67704" y="255058"/>
                  </a:lnTo>
                  <a:lnTo>
                    <a:pt x="46159" y="305176"/>
                  </a:lnTo>
                  <a:lnTo>
                    <a:pt x="58767" y="305176"/>
                  </a:lnTo>
                  <a:lnTo>
                    <a:pt x="75947" y="263993"/>
                  </a:lnTo>
                  <a:lnTo>
                    <a:pt x="102486" y="217171"/>
                  </a:lnTo>
                  <a:lnTo>
                    <a:pt x="130828" y="177976"/>
                  </a:lnTo>
                  <a:lnTo>
                    <a:pt x="157311" y="150331"/>
                  </a:lnTo>
                  <a:lnTo>
                    <a:pt x="173810" y="150331"/>
                  </a:lnTo>
                  <a:lnTo>
                    <a:pt x="179470" y="146273"/>
                  </a:lnTo>
                  <a:lnTo>
                    <a:pt x="182338" y="141594"/>
                  </a:lnTo>
                  <a:lnTo>
                    <a:pt x="166924" y="141594"/>
                  </a:lnTo>
                  <a:lnTo>
                    <a:pt x="158512" y="138581"/>
                  </a:lnTo>
                  <a:lnTo>
                    <a:pt x="156710" y="134062"/>
                  </a:lnTo>
                  <a:lnTo>
                    <a:pt x="158212" y="129845"/>
                  </a:lnTo>
                  <a:lnTo>
                    <a:pt x="159598" y="126229"/>
                  </a:lnTo>
                  <a:lnTo>
                    <a:pt x="159685" y="126004"/>
                  </a:lnTo>
                  <a:lnTo>
                    <a:pt x="159553" y="126004"/>
                  </a:lnTo>
                  <a:lnTo>
                    <a:pt x="164220" y="123819"/>
                  </a:lnTo>
                  <a:lnTo>
                    <a:pt x="182185" y="123819"/>
                  </a:lnTo>
                  <a:lnTo>
                    <a:pt x="178799" y="119070"/>
                  </a:lnTo>
                  <a:lnTo>
                    <a:pt x="172430" y="115144"/>
                  </a:lnTo>
                  <a:lnTo>
                    <a:pt x="172683" y="115144"/>
                  </a:lnTo>
                  <a:lnTo>
                    <a:pt x="164807" y="113774"/>
                  </a:lnTo>
                  <a:close/>
                </a:path>
                <a:path w="263525" h="452755">
                  <a:moveTo>
                    <a:pt x="138351" y="245525"/>
                  </a:moveTo>
                  <a:lnTo>
                    <a:pt x="130274" y="245525"/>
                  </a:lnTo>
                  <a:lnTo>
                    <a:pt x="136826" y="245954"/>
                  </a:lnTo>
                  <a:lnTo>
                    <a:pt x="138351" y="245525"/>
                  </a:lnTo>
                  <a:close/>
                </a:path>
                <a:path w="263525" h="452755">
                  <a:moveTo>
                    <a:pt x="151732" y="218412"/>
                  </a:moveTo>
                  <a:lnTo>
                    <a:pt x="135681" y="218412"/>
                  </a:lnTo>
                  <a:lnTo>
                    <a:pt x="137484" y="219014"/>
                  </a:lnTo>
                  <a:lnTo>
                    <a:pt x="137784" y="219014"/>
                  </a:lnTo>
                  <a:lnTo>
                    <a:pt x="138084" y="219315"/>
                  </a:lnTo>
                  <a:lnTo>
                    <a:pt x="141990" y="221123"/>
                  </a:lnTo>
                  <a:lnTo>
                    <a:pt x="143792" y="225943"/>
                  </a:lnTo>
                  <a:lnTo>
                    <a:pt x="141990" y="229860"/>
                  </a:lnTo>
                  <a:lnTo>
                    <a:pt x="141088" y="231667"/>
                  </a:lnTo>
                  <a:lnTo>
                    <a:pt x="139586" y="233174"/>
                  </a:lnTo>
                  <a:lnTo>
                    <a:pt x="137484" y="234077"/>
                  </a:lnTo>
                  <a:lnTo>
                    <a:pt x="135381" y="234680"/>
                  </a:lnTo>
                  <a:lnTo>
                    <a:pt x="152276" y="234680"/>
                  </a:lnTo>
                  <a:lnTo>
                    <a:pt x="154001" y="227548"/>
                  </a:lnTo>
                  <a:lnTo>
                    <a:pt x="152842" y="220257"/>
                  </a:lnTo>
                  <a:lnTo>
                    <a:pt x="151732" y="218412"/>
                  </a:lnTo>
                  <a:close/>
                </a:path>
                <a:path w="263525" h="452755">
                  <a:moveTo>
                    <a:pt x="173810" y="150331"/>
                  </a:moveTo>
                  <a:lnTo>
                    <a:pt x="157311" y="150331"/>
                  </a:lnTo>
                  <a:lnTo>
                    <a:pt x="158512" y="150933"/>
                  </a:lnTo>
                  <a:lnTo>
                    <a:pt x="158813" y="150933"/>
                  </a:lnTo>
                  <a:lnTo>
                    <a:pt x="166337" y="152242"/>
                  </a:lnTo>
                  <a:lnTo>
                    <a:pt x="173495" y="150557"/>
                  </a:lnTo>
                  <a:lnTo>
                    <a:pt x="173810" y="150331"/>
                  </a:lnTo>
                  <a:close/>
                </a:path>
                <a:path w="263525" h="452755">
                  <a:moveTo>
                    <a:pt x="182185" y="123819"/>
                  </a:moveTo>
                  <a:lnTo>
                    <a:pt x="164220" y="123819"/>
                  </a:lnTo>
                  <a:lnTo>
                    <a:pt x="172631" y="126832"/>
                  </a:lnTo>
                  <a:lnTo>
                    <a:pt x="174434" y="131351"/>
                  </a:lnTo>
                  <a:lnTo>
                    <a:pt x="171430" y="139786"/>
                  </a:lnTo>
                  <a:lnTo>
                    <a:pt x="166924" y="141594"/>
                  </a:lnTo>
                  <a:lnTo>
                    <a:pt x="182338" y="141594"/>
                  </a:lnTo>
                  <a:lnTo>
                    <a:pt x="183446" y="139786"/>
                  </a:lnTo>
                  <a:lnTo>
                    <a:pt x="184751" y="132241"/>
                  </a:lnTo>
                  <a:lnTo>
                    <a:pt x="183132" y="125326"/>
                  </a:lnTo>
                  <a:lnTo>
                    <a:pt x="183071" y="125062"/>
                  </a:lnTo>
                  <a:lnTo>
                    <a:pt x="182185" y="123819"/>
                  </a:lnTo>
                  <a:close/>
                </a:path>
              </a:pathLst>
            </a:custGeom>
            <a:solidFill>
              <a:srgbClr val="276A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23135" y="2574074"/>
              <a:ext cx="254787" cy="33066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49450" y="2554452"/>
              <a:ext cx="1748027" cy="36984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317752" y="3010305"/>
            <a:ext cx="2783840" cy="207200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1600" spc="-25">
                <a:solidFill>
                  <a:srgbClr val="D73827"/>
                </a:solidFill>
                <a:latin typeface="Arial Black"/>
                <a:cs typeface="Arial Black"/>
              </a:rPr>
              <a:t>MVP</a:t>
            </a:r>
            <a:endParaRPr sz="16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dirty="0" sz="1600" spc="-70">
                <a:solidFill>
                  <a:srgbClr val="D73827"/>
                </a:solidFill>
                <a:latin typeface="Arial Black"/>
                <a:cs typeface="Arial Black"/>
              </a:rPr>
              <a:t>October</a:t>
            </a:r>
            <a:r>
              <a:rPr dirty="0" sz="1600" spc="-145">
                <a:solidFill>
                  <a:srgbClr val="D73827"/>
                </a:solidFill>
                <a:latin typeface="Arial Black"/>
                <a:cs typeface="Arial Black"/>
              </a:rPr>
              <a:t> </a:t>
            </a:r>
            <a:r>
              <a:rPr dirty="0" sz="1600" spc="-175">
                <a:solidFill>
                  <a:srgbClr val="D73827"/>
                </a:solidFill>
                <a:latin typeface="Arial Black"/>
                <a:cs typeface="Arial Black"/>
              </a:rPr>
              <a:t>31st,</a:t>
            </a:r>
            <a:r>
              <a:rPr dirty="0" sz="1600" spc="-145">
                <a:solidFill>
                  <a:srgbClr val="D73827"/>
                </a:solidFill>
                <a:latin typeface="Arial Black"/>
                <a:cs typeface="Arial Black"/>
              </a:rPr>
              <a:t> </a:t>
            </a:r>
            <a:r>
              <a:rPr dirty="0" sz="1600" spc="-20">
                <a:solidFill>
                  <a:srgbClr val="D73827"/>
                </a:solidFill>
                <a:latin typeface="Arial Black"/>
                <a:cs typeface="Arial Black"/>
              </a:rPr>
              <a:t>2025</a:t>
            </a:r>
            <a:endParaRPr sz="1600">
              <a:latin typeface="Arial Black"/>
              <a:cs typeface="Arial Black"/>
            </a:endParaRPr>
          </a:p>
          <a:p>
            <a:pPr algn="ctr" marL="12065" marR="5080">
              <a:lnSpc>
                <a:spcPct val="119300"/>
              </a:lnSpc>
              <a:spcBef>
                <a:spcPts val="1715"/>
              </a:spcBef>
            </a:pPr>
            <a:r>
              <a:rPr dirty="0" sz="1400" spc="-60">
                <a:solidFill>
                  <a:srgbClr val="276A89"/>
                </a:solidFill>
                <a:latin typeface="Arial Black"/>
                <a:cs typeface="Arial Black"/>
              </a:rPr>
              <a:t>Product</a:t>
            </a:r>
            <a:r>
              <a:rPr dirty="0" sz="1400" spc="-165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70">
                <a:solidFill>
                  <a:srgbClr val="276A89"/>
                </a:solidFill>
                <a:latin typeface="Arial Black"/>
                <a:cs typeface="Arial Black"/>
              </a:rPr>
              <a:t>Search</a:t>
            </a:r>
            <a:r>
              <a:rPr dirty="0" sz="1400" spc="-130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145">
                <a:solidFill>
                  <a:srgbClr val="276A89"/>
                </a:solidFill>
                <a:latin typeface="Arial Black"/>
                <a:cs typeface="Arial Black"/>
              </a:rPr>
              <a:t>&amp; </a:t>
            </a:r>
            <a:r>
              <a:rPr dirty="0" sz="1400" spc="-10">
                <a:solidFill>
                  <a:srgbClr val="276A89"/>
                </a:solidFill>
                <a:latin typeface="Arial Black"/>
                <a:cs typeface="Arial Black"/>
              </a:rPr>
              <a:t>Comparison Admin</a:t>
            </a:r>
            <a:r>
              <a:rPr dirty="0" sz="1400" spc="-140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276A89"/>
                </a:solidFill>
                <a:latin typeface="Arial Black"/>
                <a:cs typeface="Arial Black"/>
              </a:rPr>
              <a:t>Panel</a:t>
            </a:r>
            <a:endParaRPr sz="1400">
              <a:latin typeface="Arial Black"/>
              <a:cs typeface="Arial Black"/>
            </a:endParaRPr>
          </a:p>
          <a:p>
            <a:pPr algn="ctr" marL="429895" marR="422275">
              <a:lnSpc>
                <a:spcPts val="2000"/>
              </a:lnSpc>
              <a:spcBef>
                <a:spcPts val="100"/>
              </a:spcBef>
            </a:pPr>
            <a:r>
              <a:rPr dirty="0" sz="1400" spc="-85">
                <a:solidFill>
                  <a:srgbClr val="276A89"/>
                </a:solidFill>
                <a:latin typeface="Arial Black"/>
                <a:cs typeface="Arial Black"/>
              </a:rPr>
              <a:t>Basic</a:t>
            </a:r>
            <a:r>
              <a:rPr dirty="0" sz="1400" spc="-150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95">
                <a:solidFill>
                  <a:srgbClr val="276A89"/>
                </a:solidFill>
                <a:latin typeface="Arial Black"/>
                <a:cs typeface="Arial Black"/>
              </a:rPr>
              <a:t>User</a:t>
            </a:r>
            <a:r>
              <a:rPr dirty="0" sz="1400" spc="-145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276A89"/>
                </a:solidFill>
                <a:latin typeface="Arial Black"/>
                <a:cs typeface="Arial Black"/>
              </a:rPr>
              <a:t>Profile </a:t>
            </a:r>
            <a:r>
              <a:rPr dirty="0" sz="1400" spc="-60">
                <a:solidFill>
                  <a:srgbClr val="276A89"/>
                </a:solidFill>
                <a:latin typeface="Arial Black"/>
                <a:cs typeface="Arial Black"/>
              </a:rPr>
              <a:t>Product</a:t>
            </a:r>
            <a:r>
              <a:rPr dirty="0" sz="1400" spc="-160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35">
                <a:solidFill>
                  <a:srgbClr val="276A89"/>
                </a:solidFill>
                <a:latin typeface="Arial Black"/>
                <a:cs typeface="Arial Black"/>
              </a:rPr>
              <a:t>Data</a:t>
            </a:r>
            <a:r>
              <a:rPr dirty="0" sz="1400" spc="-155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25">
                <a:solidFill>
                  <a:srgbClr val="276A89"/>
                </a:solidFill>
                <a:latin typeface="Arial Black"/>
                <a:cs typeface="Arial Black"/>
              </a:rPr>
              <a:t>Display </a:t>
            </a:r>
            <a:r>
              <a:rPr dirty="0" sz="1400" spc="-10">
                <a:solidFill>
                  <a:srgbClr val="276A89"/>
                </a:solidFill>
                <a:latin typeface="Arial Black"/>
                <a:cs typeface="Arial Black"/>
              </a:rPr>
              <a:t>Notifications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187569" y="2105710"/>
            <a:ext cx="13100685" cy="8181340"/>
            <a:chOff x="5187569" y="2105710"/>
            <a:chExt cx="13100685" cy="8181340"/>
          </a:xfrm>
        </p:grpSpPr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97847" y="6747014"/>
              <a:ext cx="3154299" cy="353998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852271" y="6468869"/>
              <a:ext cx="3313811" cy="381812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7491837" y="8458454"/>
              <a:ext cx="796290" cy="800100"/>
            </a:xfrm>
            <a:custGeom>
              <a:avLst/>
              <a:gdLst/>
              <a:ahLst/>
              <a:cxnLst/>
              <a:rect l="l" t="t" r="r" b="b"/>
              <a:pathLst>
                <a:path w="796290" h="800100">
                  <a:moveTo>
                    <a:pt x="796163" y="0"/>
                  </a:moveTo>
                  <a:lnTo>
                    <a:pt x="80009" y="0"/>
                  </a:lnTo>
                  <a:lnTo>
                    <a:pt x="64337" y="1543"/>
                  </a:lnTo>
                  <a:lnTo>
                    <a:pt x="23368" y="23368"/>
                  </a:lnTo>
                  <a:lnTo>
                    <a:pt x="1543" y="64337"/>
                  </a:lnTo>
                  <a:lnTo>
                    <a:pt x="0" y="80010"/>
                  </a:lnTo>
                  <a:lnTo>
                    <a:pt x="0" y="719797"/>
                  </a:lnTo>
                  <a:lnTo>
                    <a:pt x="13394" y="764210"/>
                  </a:lnTo>
                  <a:lnTo>
                    <a:pt x="49403" y="793753"/>
                  </a:lnTo>
                  <a:lnTo>
                    <a:pt x="80009" y="799846"/>
                  </a:lnTo>
                  <a:lnTo>
                    <a:pt x="796163" y="799846"/>
                  </a:lnTo>
                  <a:lnTo>
                    <a:pt x="796163" y="0"/>
                  </a:lnTo>
                  <a:close/>
                </a:path>
              </a:pathLst>
            </a:custGeom>
            <a:solidFill>
              <a:srgbClr val="276A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87569" y="6876286"/>
              <a:ext cx="3654932" cy="341071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47358" y="2105710"/>
              <a:ext cx="1783334" cy="5350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297922" y="2105710"/>
              <a:ext cx="1751837" cy="54744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927961" y="2345436"/>
              <a:ext cx="1666367" cy="551433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5502021" y="2787166"/>
            <a:ext cx="2875280" cy="17138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563880" marR="558800">
              <a:lnSpc>
                <a:spcPct val="114399"/>
              </a:lnSpc>
              <a:spcBef>
                <a:spcPts val="100"/>
              </a:spcBef>
            </a:pPr>
            <a:r>
              <a:rPr dirty="0" sz="1600" spc="-55">
                <a:solidFill>
                  <a:srgbClr val="DF0400"/>
                </a:solidFill>
                <a:latin typeface="Arial Black"/>
                <a:cs typeface="Arial Black"/>
              </a:rPr>
              <a:t>2nd</a:t>
            </a:r>
            <a:r>
              <a:rPr dirty="0" sz="1600" spc="-180">
                <a:solidFill>
                  <a:srgbClr val="DF0400"/>
                </a:solidFill>
                <a:latin typeface="Arial Black"/>
                <a:cs typeface="Arial Black"/>
              </a:rPr>
              <a:t> </a:t>
            </a:r>
            <a:r>
              <a:rPr dirty="0" sz="1600" spc="-20">
                <a:solidFill>
                  <a:srgbClr val="DF0400"/>
                </a:solidFill>
                <a:latin typeface="Arial Black"/>
                <a:cs typeface="Arial Black"/>
              </a:rPr>
              <a:t>Wave</a:t>
            </a:r>
            <a:r>
              <a:rPr dirty="0" sz="1600" spc="500">
                <a:solidFill>
                  <a:srgbClr val="DF0400"/>
                </a:solidFill>
                <a:latin typeface="Arial Black"/>
                <a:cs typeface="Arial Black"/>
              </a:rPr>
              <a:t> </a:t>
            </a:r>
            <a:r>
              <a:rPr dirty="0" sz="1600" spc="-40">
                <a:solidFill>
                  <a:srgbClr val="DF0400"/>
                </a:solidFill>
                <a:latin typeface="Arial Black"/>
                <a:cs typeface="Arial Black"/>
              </a:rPr>
              <a:t>March</a:t>
            </a:r>
            <a:r>
              <a:rPr dirty="0" sz="1600" spc="-190">
                <a:solidFill>
                  <a:srgbClr val="DF0400"/>
                </a:solidFill>
                <a:latin typeface="Arial Black"/>
                <a:cs typeface="Arial Black"/>
              </a:rPr>
              <a:t> </a:t>
            </a:r>
            <a:r>
              <a:rPr dirty="0" sz="1600" spc="-140">
                <a:solidFill>
                  <a:srgbClr val="DF0400"/>
                </a:solidFill>
                <a:latin typeface="Arial Black"/>
                <a:cs typeface="Arial Black"/>
              </a:rPr>
              <a:t>31st,</a:t>
            </a:r>
            <a:r>
              <a:rPr dirty="0" sz="1600" spc="40">
                <a:solidFill>
                  <a:srgbClr val="DF0400"/>
                </a:solidFill>
                <a:latin typeface="Arial Black"/>
                <a:cs typeface="Arial Black"/>
              </a:rPr>
              <a:t> </a:t>
            </a:r>
            <a:r>
              <a:rPr dirty="0" sz="1600" spc="-90">
                <a:solidFill>
                  <a:srgbClr val="DF0400"/>
                </a:solidFill>
                <a:latin typeface="Arial Black"/>
                <a:cs typeface="Arial Black"/>
              </a:rPr>
              <a:t>2026</a:t>
            </a:r>
            <a:endParaRPr sz="1600">
              <a:latin typeface="Arial Black"/>
              <a:cs typeface="Arial Black"/>
            </a:endParaRPr>
          </a:p>
          <a:p>
            <a:pPr algn="ctr" marL="114300" marR="106680">
              <a:lnSpc>
                <a:spcPct val="119300"/>
              </a:lnSpc>
              <a:spcBef>
                <a:spcPts val="894"/>
              </a:spcBef>
            </a:pPr>
            <a:r>
              <a:rPr dirty="0" sz="1400" spc="50">
                <a:solidFill>
                  <a:srgbClr val="276A89"/>
                </a:solidFill>
                <a:latin typeface="Arial Black"/>
                <a:cs typeface="Arial Black"/>
              </a:rPr>
              <a:t>AI-</a:t>
            </a:r>
            <a:r>
              <a:rPr dirty="0" sz="1400" spc="-70">
                <a:solidFill>
                  <a:srgbClr val="276A89"/>
                </a:solidFill>
                <a:latin typeface="Arial Black"/>
                <a:cs typeface="Arial Black"/>
              </a:rPr>
              <a:t>Based</a:t>
            </a:r>
            <a:r>
              <a:rPr dirty="0" sz="1400" spc="-145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35">
                <a:solidFill>
                  <a:srgbClr val="276A89"/>
                </a:solidFill>
                <a:latin typeface="Arial Black"/>
                <a:cs typeface="Arial Black"/>
              </a:rPr>
              <a:t>Recommendations </a:t>
            </a:r>
            <a:r>
              <a:rPr dirty="0" sz="1400" spc="-40">
                <a:solidFill>
                  <a:srgbClr val="276A89"/>
                </a:solidFill>
                <a:latin typeface="Arial Black"/>
                <a:cs typeface="Arial Black"/>
              </a:rPr>
              <a:t>Additional</a:t>
            </a:r>
            <a:r>
              <a:rPr dirty="0" sz="1400" spc="-120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276A89"/>
                </a:solidFill>
                <a:latin typeface="Arial Black"/>
                <a:cs typeface="Arial Black"/>
              </a:rPr>
              <a:t>Filters</a:t>
            </a:r>
            <a:endParaRPr sz="14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dirty="0" sz="1400" spc="-60">
                <a:solidFill>
                  <a:srgbClr val="276A89"/>
                </a:solidFill>
                <a:latin typeface="Arial Black"/>
                <a:cs typeface="Arial Black"/>
              </a:rPr>
              <a:t>Enhanced</a:t>
            </a:r>
            <a:r>
              <a:rPr dirty="0" sz="1400" spc="-135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60">
                <a:solidFill>
                  <a:srgbClr val="276A89"/>
                </a:solidFill>
                <a:latin typeface="Arial Black"/>
                <a:cs typeface="Arial Black"/>
              </a:rPr>
              <a:t>Product</a:t>
            </a:r>
            <a:r>
              <a:rPr dirty="0" sz="1400" spc="-130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276A89"/>
                </a:solidFill>
                <a:latin typeface="Arial Black"/>
                <a:cs typeface="Arial Black"/>
              </a:rPr>
              <a:t>Comparison</a:t>
            </a:r>
            <a:endParaRPr sz="14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dirty="0" sz="1400" spc="-85">
                <a:solidFill>
                  <a:srgbClr val="276A89"/>
                </a:solidFill>
                <a:latin typeface="Arial Black"/>
                <a:cs typeface="Arial Black"/>
              </a:rPr>
              <a:t>Basic</a:t>
            </a:r>
            <a:r>
              <a:rPr dirty="0" sz="1400" spc="-140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40">
                <a:solidFill>
                  <a:srgbClr val="276A89"/>
                </a:solidFill>
                <a:latin typeface="Arial Black"/>
                <a:cs typeface="Arial Black"/>
              </a:rPr>
              <a:t>Gamification</a:t>
            </a:r>
            <a:r>
              <a:rPr dirty="0" sz="1400" spc="-180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145">
                <a:solidFill>
                  <a:srgbClr val="276A89"/>
                </a:solidFill>
                <a:latin typeface="Arial Black"/>
                <a:cs typeface="Arial Black"/>
              </a:rPr>
              <a:t>&amp;</a:t>
            </a:r>
            <a:r>
              <a:rPr dirty="0" sz="1400" spc="-130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276A89"/>
                </a:solidFill>
                <a:latin typeface="Arial Black"/>
                <a:cs typeface="Arial Black"/>
              </a:rPr>
              <a:t>Rewards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-295"/>
              <a:t>12</a:t>
            </a:fld>
          </a:p>
        </p:txBody>
      </p:sp>
      <p:sp>
        <p:nvSpPr>
          <p:cNvPr id="39" name="object 39"/>
          <p:cNvSpPr txBox="1"/>
          <p:nvPr/>
        </p:nvSpPr>
        <p:spPr>
          <a:xfrm>
            <a:off x="10070718" y="2812439"/>
            <a:ext cx="2470785" cy="1459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5255" indent="662940">
              <a:lnSpc>
                <a:spcPct val="114399"/>
              </a:lnSpc>
              <a:spcBef>
                <a:spcPts val="100"/>
              </a:spcBef>
            </a:pPr>
            <a:r>
              <a:rPr dirty="0" sz="1600" spc="-50">
                <a:solidFill>
                  <a:srgbClr val="DF0400"/>
                </a:solidFill>
                <a:latin typeface="Arial Black"/>
                <a:cs typeface="Arial Black"/>
              </a:rPr>
              <a:t>3rd</a:t>
            </a:r>
            <a:r>
              <a:rPr dirty="0" sz="1600" spc="-175">
                <a:solidFill>
                  <a:srgbClr val="DF0400"/>
                </a:solidFill>
                <a:latin typeface="Arial Black"/>
                <a:cs typeface="Arial Black"/>
              </a:rPr>
              <a:t> </a:t>
            </a:r>
            <a:r>
              <a:rPr dirty="0" sz="1600" spc="-20">
                <a:solidFill>
                  <a:srgbClr val="DF0400"/>
                </a:solidFill>
                <a:latin typeface="Arial Black"/>
                <a:cs typeface="Arial Black"/>
              </a:rPr>
              <a:t>Wave </a:t>
            </a:r>
            <a:r>
              <a:rPr dirty="0" sz="1600" spc="-50">
                <a:solidFill>
                  <a:srgbClr val="DF0400"/>
                </a:solidFill>
                <a:latin typeface="Arial Black"/>
                <a:cs typeface="Arial Black"/>
              </a:rPr>
              <a:t>September</a:t>
            </a:r>
            <a:r>
              <a:rPr dirty="0" sz="1600" spc="-130">
                <a:solidFill>
                  <a:srgbClr val="DF0400"/>
                </a:solidFill>
                <a:latin typeface="Arial Black"/>
                <a:cs typeface="Arial Black"/>
              </a:rPr>
              <a:t> </a:t>
            </a:r>
            <a:r>
              <a:rPr dirty="0" sz="1600" spc="-55">
                <a:solidFill>
                  <a:srgbClr val="DF0400"/>
                </a:solidFill>
                <a:latin typeface="Arial Black"/>
                <a:cs typeface="Arial Black"/>
              </a:rPr>
              <a:t>30th</a:t>
            </a:r>
            <a:r>
              <a:rPr dirty="0" sz="1600" spc="-175">
                <a:solidFill>
                  <a:srgbClr val="DF0400"/>
                </a:solidFill>
                <a:latin typeface="Arial Black"/>
                <a:cs typeface="Arial Black"/>
              </a:rPr>
              <a:t> </a:t>
            </a:r>
            <a:r>
              <a:rPr dirty="0" sz="1600" spc="-90">
                <a:solidFill>
                  <a:srgbClr val="DF0400"/>
                </a:solidFill>
                <a:latin typeface="Arial Black"/>
                <a:cs typeface="Arial Black"/>
              </a:rPr>
              <a:t>,</a:t>
            </a:r>
            <a:r>
              <a:rPr dirty="0" sz="1600" spc="-155">
                <a:solidFill>
                  <a:srgbClr val="DF0400"/>
                </a:solidFill>
                <a:latin typeface="Arial Black"/>
                <a:cs typeface="Arial Black"/>
              </a:rPr>
              <a:t> </a:t>
            </a:r>
            <a:r>
              <a:rPr dirty="0" sz="1600" spc="-105">
                <a:solidFill>
                  <a:srgbClr val="DF0400"/>
                </a:solidFill>
                <a:latin typeface="Arial Black"/>
                <a:cs typeface="Arial Black"/>
              </a:rPr>
              <a:t>2026</a:t>
            </a:r>
            <a:endParaRPr sz="1600">
              <a:latin typeface="Arial Black"/>
              <a:cs typeface="Arial Black"/>
            </a:endParaRPr>
          </a:p>
          <a:p>
            <a:pPr algn="ctr" marL="29845" marR="5080" indent="1905">
              <a:lnSpc>
                <a:spcPct val="118900"/>
              </a:lnSpc>
              <a:spcBef>
                <a:spcPts val="900"/>
              </a:spcBef>
            </a:pPr>
            <a:r>
              <a:rPr dirty="0" sz="1400" spc="-30">
                <a:solidFill>
                  <a:srgbClr val="276A89"/>
                </a:solidFill>
                <a:latin typeface="Arial Black"/>
                <a:cs typeface="Arial Black"/>
              </a:rPr>
              <a:t>Chatbot</a:t>
            </a:r>
            <a:r>
              <a:rPr dirty="0" sz="1400" spc="-170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276A89"/>
                </a:solidFill>
                <a:latin typeface="Arial Black"/>
                <a:cs typeface="Arial Black"/>
              </a:rPr>
              <a:t>Integration </a:t>
            </a:r>
            <a:r>
              <a:rPr dirty="0" sz="1400" spc="-50">
                <a:solidFill>
                  <a:srgbClr val="276A89"/>
                </a:solidFill>
                <a:latin typeface="Arial Black"/>
                <a:cs typeface="Arial Black"/>
              </a:rPr>
              <a:t>Mobile</a:t>
            </a:r>
            <a:r>
              <a:rPr dirty="0" sz="1400" spc="-165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276A89"/>
                </a:solidFill>
                <a:latin typeface="Arial Black"/>
                <a:cs typeface="Arial Black"/>
              </a:rPr>
              <a:t>Application </a:t>
            </a:r>
            <a:r>
              <a:rPr dirty="0" sz="1400" spc="-60">
                <a:solidFill>
                  <a:srgbClr val="276A89"/>
                </a:solidFill>
                <a:latin typeface="Arial Black"/>
                <a:cs typeface="Arial Black"/>
              </a:rPr>
              <a:t>Product</a:t>
            </a:r>
            <a:r>
              <a:rPr dirty="0" sz="1400" spc="-165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90">
                <a:solidFill>
                  <a:srgbClr val="276A89"/>
                </a:solidFill>
                <a:latin typeface="Arial Black"/>
                <a:cs typeface="Arial Black"/>
              </a:rPr>
              <a:t>Reviews</a:t>
            </a:r>
            <a:r>
              <a:rPr dirty="0" sz="1400" spc="-140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145">
                <a:solidFill>
                  <a:srgbClr val="276A89"/>
                </a:solidFill>
                <a:latin typeface="Arial Black"/>
                <a:cs typeface="Arial Black"/>
              </a:rPr>
              <a:t>&amp; </a:t>
            </a:r>
            <a:r>
              <a:rPr dirty="0" sz="1400" spc="-40">
                <a:solidFill>
                  <a:srgbClr val="276A89"/>
                </a:solidFill>
                <a:latin typeface="Arial Black"/>
                <a:cs typeface="Arial Black"/>
              </a:rPr>
              <a:t>Ratings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630145" y="3039897"/>
            <a:ext cx="2235835" cy="1520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 marR="142240" indent="467359">
              <a:lnSpc>
                <a:spcPct val="114399"/>
              </a:lnSpc>
              <a:spcBef>
                <a:spcPts val="100"/>
              </a:spcBef>
            </a:pPr>
            <a:r>
              <a:rPr dirty="0" sz="1600" spc="-25">
                <a:solidFill>
                  <a:srgbClr val="DF0400"/>
                </a:solidFill>
                <a:latin typeface="Arial Black"/>
                <a:cs typeface="Arial Black"/>
              </a:rPr>
              <a:t>4th</a:t>
            </a:r>
            <a:r>
              <a:rPr dirty="0" sz="1600" spc="-185">
                <a:solidFill>
                  <a:srgbClr val="DF0400"/>
                </a:solidFill>
                <a:latin typeface="Arial Black"/>
                <a:cs typeface="Arial Black"/>
              </a:rPr>
              <a:t> </a:t>
            </a:r>
            <a:r>
              <a:rPr dirty="0" sz="1600" spc="-20">
                <a:solidFill>
                  <a:srgbClr val="DF0400"/>
                </a:solidFill>
                <a:latin typeface="Arial Black"/>
                <a:cs typeface="Arial Black"/>
              </a:rPr>
              <a:t>Wave </a:t>
            </a:r>
            <a:r>
              <a:rPr dirty="0" sz="1600" spc="-25">
                <a:solidFill>
                  <a:srgbClr val="DF0400"/>
                </a:solidFill>
                <a:latin typeface="Arial Black"/>
                <a:cs typeface="Arial Black"/>
              </a:rPr>
              <a:t>January</a:t>
            </a:r>
            <a:r>
              <a:rPr dirty="0" sz="1600" spc="-165">
                <a:solidFill>
                  <a:srgbClr val="DF0400"/>
                </a:solidFill>
                <a:latin typeface="Arial Black"/>
                <a:cs typeface="Arial Black"/>
              </a:rPr>
              <a:t> </a:t>
            </a:r>
            <a:r>
              <a:rPr dirty="0" sz="1600" spc="-195">
                <a:solidFill>
                  <a:srgbClr val="DF0400"/>
                </a:solidFill>
                <a:latin typeface="Arial Black"/>
                <a:cs typeface="Arial Black"/>
              </a:rPr>
              <a:t>31st</a:t>
            </a:r>
            <a:r>
              <a:rPr dirty="0" sz="1600" spc="-165">
                <a:solidFill>
                  <a:srgbClr val="DF0400"/>
                </a:solidFill>
                <a:latin typeface="Arial Black"/>
                <a:cs typeface="Arial Black"/>
              </a:rPr>
              <a:t> </a:t>
            </a:r>
            <a:r>
              <a:rPr dirty="0" sz="1600" spc="-90">
                <a:solidFill>
                  <a:srgbClr val="DF0400"/>
                </a:solidFill>
                <a:latin typeface="Arial Black"/>
                <a:cs typeface="Arial Black"/>
              </a:rPr>
              <a:t>,</a:t>
            </a:r>
            <a:r>
              <a:rPr dirty="0" sz="1600" spc="-170">
                <a:solidFill>
                  <a:srgbClr val="DF0400"/>
                </a:solidFill>
                <a:latin typeface="Arial Black"/>
                <a:cs typeface="Arial Black"/>
              </a:rPr>
              <a:t> </a:t>
            </a:r>
            <a:r>
              <a:rPr dirty="0" sz="1600" spc="-125">
                <a:solidFill>
                  <a:srgbClr val="DF0400"/>
                </a:solidFill>
                <a:latin typeface="Arial Black"/>
                <a:cs typeface="Arial Black"/>
              </a:rPr>
              <a:t>2027</a:t>
            </a:r>
            <a:endParaRPr sz="1600">
              <a:latin typeface="Arial Black"/>
              <a:cs typeface="Arial Black"/>
            </a:endParaRPr>
          </a:p>
          <a:p>
            <a:pPr algn="ctr" marL="12700" marR="5080">
              <a:lnSpc>
                <a:spcPct val="118900"/>
              </a:lnSpc>
              <a:spcBef>
                <a:spcPts val="1385"/>
              </a:spcBef>
            </a:pPr>
            <a:r>
              <a:rPr dirty="0" sz="1400" spc="-40">
                <a:solidFill>
                  <a:srgbClr val="276A89"/>
                </a:solidFill>
                <a:latin typeface="Arial Black"/>
                <a:cs typeface="Arial Black"/>
              </a:rPr>
              <a:t>Gamification</a:t>
            </a:r>
            <a:r>
              <a:rPr dirty="0" sz="1400" spc="-175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145">
                <a:solidFill>
                  <a:srgbClr val="276A89"/>
                </a:solidFill>
                <a:latin typeface="Arial Black"/>
                <a:cs typeface="Arial Black"/>
              </a:rPr>
              <a:t>&amp;</a:t>
            </a:r>
            <a:r>
              <a:rPr dirty="0" sz="1400" spc="-125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65">
                <a:solidFill>
                  <a:srgbClr val="276A89"/>
                </a:solidFill>
                <a:latin typeface="Arial Black"/>
                <a:cs typeface="Arial Black"/>
              </a:rPr>
              <a:t>Rewards </a:t>
            </a:r>
            <a:r>
              <a:rPr dirty="0" sz="1400">
                <a:solidFill>
                  <a:srgbClr val="276A89"/>
                </a:solidFill>
                <a:latin typeface="Arial Black"/>
                <a:cs typeface="Arial Black"/>
              </a:rPr>
              <a:t>Peer-</a:t>
            </a:r>
            <a:r>
              <a:rPr dirty="0" sz="1400" spc="80">
                <a:solidFill>
                  <a:srgbClr val="276A89"/>
                </a:solidFill>
                <a:latin typeface="Arial Black"/>
                <a:cs typeface="Arial Black"/>
              </a:rPr>
              <a:t>to-</a:t>
            </a:r>
            <a:r>
              <a:rPr dirty="0" sz="1400" spc="-85">
                <a:solidFill>
                  <a:srgbClr val="276A89"/>
                </a:solidFill>
                <a:latin typeface="Arial Black"/>
                <a:cs typeface="Arial Black"/>
              </a:rPr>
              <a:t>Peer</a:t>
            </a:r>
            <a:r>
              <a:rPr dirty="0" sz="1400" spc="-160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276A89"/>
                </a:solidFill>
                <a:latin typeface="Arial Black"/>
                <a:cs typeface="Arial Black"/>
              </a:rPr>
              <a:t>credit </a:t>
            </a:r>
            <a:r>
              <a:rPr dirty="0" sz="1400" spc="-85">
                <a:solidFill>
                  <a:srgbClr val="276A89"/>
                </a:solidFill>
                <a:latin typeface="Arial Black"/>
                <a:cs typeface="Arial Black"/>
              </a:rPr>
              <a:t>Kids</a:t>
            </a:r>
            <a:r>
              <a:rPr dirty="0" sz="1400" spc="-165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145">
                <a:solidFill>
                  <a:srgbClr val="276A89"/>
                </a:solidFill>
                <a:latin typeface="Arial Black"/>
                <a:cs typeface="Arial Black"/>
              </a:rPr>
              <a:t>&amp; </a:t>
            </a:r>
            <a:r>
              <a:rPr dirty="0" sz="1400" spc="-30">
                <a:solidFill>
                  <a:srgbClr val="276A89"/>
                </a:solidFill>
                <a:latin typeface="Arial Black"/>
                <a:cs typeface="Arial Black"/>
              </a:rPr>
              <a:t>Family</a:t>
            </a:r>
            <a:r>
              <a:rPr dirty="0" sz="1400" spc="-165">
                <a:solidFill>
                  <a:srgbClr val="276A89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276A89"/>
                </a:solidFill>
                <a:latin typeface="Arial Black"/>
                <a:cs typeface="Arial Black"/>
              </a:rPr>
              <a:t>Finance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41" name="object 4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8" rIns="0" bIns="0" rtlCol="0" vert="horz">
            <a:spAutoFit/>
          </a:bodyPr>
          <a:lstStyle/>
          <a:p>
            <a:pPr marL="3686810">
              <a:lnSpc>
                <a:spcPct val="100000"/>
              </a:lnSpc>
              <a:spcBef>
                <a:spcPts val="100"/>
              </a:spcBef>
            </a:pPr>
            <a:r>
              <a:rPr dirty="0" sz="6000" spc="-10"/>
              <a:t>Roadmap</a:t>
            </a:r>
            <a:endParaRPr sz="6000"/>
          </a:p>
          <a:p>
            <a:pPr marL="3238500">
              <a:lnSpc>
                <a:spcPct val="100000"/>
              </a:lnSpc>
              <a:spcBef>
                <a:spcPts val="1165"/>
              </a:spcBef>
            </a:pPr>
            <a:r>
              <a:rPr dirty="0" sz="1600">
                <a:latin typeface="Lucida Sans Unicode"/>
                <a:cs typeface="Lucida Sans Unicode"/>
              </a:rPr>
              <a:t>inspired</a:t>
            </a:r>
            <a:r>
              <a:rPr dirty="0" sz="1600" spc="-40">
                <a:latin typeface="Lucida Sans Unicode"/>
                <a:cs typeface="Lucida Sans Unicode"/>
              </a:rPr>
              <a:t> </a:t>
            </a:r>
            <a:r>
              <a:rPr dirty="0" sz="1600" spc="60">
                <a:latin typeface="Lucida Sans Unicode"/>
                <a:cs typeface="Lucida Sans Unicode"/>
              </a:rPr>
              <a:t>by</a:t>
            </a:r>
            <a:r>
              <a:rPr dirty="0" sz="1600" spc="-40">
                <a:latin typeface="Lucida Sans Unicode"/>
                <a:cs typeface="Lucida Sans Unicode"/>
              </a:rPr>
              <a:t> </a:t>
            </a:r>
            <a:r>
              <a:rPr dirty="0" sz="1600">
                <a:latin typeface="Lucida Sans Unicode"/>
                <a:cs typeface="Lucida Sans Unicode"/>
              </a:rPr>
              <a:t>Formula</a:t>
            </a:r>
            <a:r>
              <a:rPr dirty="0" sz="1600" spc="-25">
                <a:latin typeface="Lucida Sans Unicode"/>
                <a:cs typeface="Lucida Sans Unicode"/>
              </a:rPr>
              <a:t> </a:t>
            </a:r>
            <a:r>
              <a:rPr dirty="0" sz="1600" spc="-204">
                <a:latin typeface="Lucida Sans Unicode"/>
                <a:cs typeface="Lucida Sans Unicode"/>
              </a:rPr>
              <a:t>1's</a:t>
            </a:r>
            <a:r>
              <a:rPr dirty="0" sz="1600" spc="-30">
                <a:latin typeface="Lucida Sans Unicode"/>
                <a:cs typeface="Lucida Sans Unicode"/>
              </a:rPr>
              <a:t> </a:t>
            </a:r>
            <a:r>
              <a:rPr dirty="0" sz="1600" spc="60">
                <a:latin typeface="Lucida Sans Unicode"/>
                <a:cs typeface="Lucida Sans Unicode"/>
              </a:rPr>
              <a:t>speed</a:t>
            </a:r>
            <a:r>
              <a:rPr dirty="0" sz="1600" spc="-30">
                <a:latin typeface="Lucida Sans Unicode"/>
                <a:cs typeface="Lucida Sans Unicode"/>
              </a:rPr>
              <a:t> </a:t>
            </a:r>
            <a:r>
              <a:rPr dirty="0" sz="1600" spc="95">
                <a:latin typeface="Lucida Sans Unicode"/>
                <a:cs typeface="Lucida Sans Unicode"/>
              </a:rPr>
              <a:t>and</a:t>
            </a:r>
            <a:r>
              <a:rPr dirty="0" sz="1600" spc="-35">
                <a:latin typeface="Lucida Sans Unicode"/>
                <a:cs typeface="Lucida Sans Unicode"/>
              </a:rPr>
              <a:t> </a:t>
            </a:r>
            <a:r>
              <a:rPr dirty="0" sz="1600" spc="-10">
                <a:latin typeface="Lucida Sans Unicode"/>
                <a:cs typeface="Lucida Sans Unicode"/>
              </a:rPr>
              <a:t>innovation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1122" y="67058"/>
            <a:ext cx="14328581" cy="1015288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09108" y="392164"/>
            <a:ext cx="13335" cy="536575"/>
          </a:xfrm>
          <a:custGeom>
            <a:avLst/>
            <a:gdLst/>
            <a:ahLst/>
            <a:cxnLst/>
            <a:rect l="l" t="t" r="r" b="b"/>
            <a:pathLst>
              <a:path w="13334" h="536575">
                <a:moveTo>
                  <a:pt x="12864" y="0"/>
                </a:moveTo>
                <a:lnTo>
                  <a:pt x="0" y="0"/>
                </a:lnTo>
                <a:lnTo>
                  <a:pt x="0" y="536202"/>
                </a:lnTo>
                <a:lnTo>
                  <a:pt x="12864" y="536202"/>
                </a:lnTo>
                <a:lnTo>
                  <a:pt x="12864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661" y="534419"/>
            <a:ext cx="1009376" cy="26638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52747" y="444188"/>
            <a:ext cx="263525" cy="452755"/>
          </a:xfrm>
          <a:custGeom>
            <a:avLst/>
            <a:gdLst/>
            <a:ahLst/>
            <a:cxnLst/>
            <a:rect l="l" t="t" r="r" b="b"/>
            <a:pathLst>
              <a:path w="263525" h="452755">
                <a:moveTo>
                  <a:pt x="132977" y="206963"/>
                </a:moveTo>
                <a:lnTo>
                  <a:pt x="123364" y="210579"/>
                </a:lnTo>
                <a:lnTo>
                  <a:pt x="119459" y="214194"/>
                </a:lnTo>
                <a:lnTo>
                  <a:pt x="117356" y="218713"/>
                </a:lnTo>
                <a:lnTo>
                  <a:pt x="114052" y="225943"/>
                </a:lnTo>
                <a:lnTo>
                  <a:pt x="115387" y="233173"/>
                </a:lnTo>
                <a:lnTo>
                  <a:pt x="115498" y="233776"/>
                </a:lnTo>
                <a:lnTo>
                  <a:pt x="115554" y="234077"/>
                </a:lnTo>
                <a:lnTo>
                  <a:pt x="120661" y="239500"/>
                </a:lnTo>
                <a:lnTo>
                  <a:pt x="93727" y="288404"/>
                </a:lnTo>
                <a:lnTo>
                  <a:pt x="73271" y="334963"/>
                </a:lnTo>
                <a:lnTo>
                  <a:pt x="59912" y="377399"/>
                </a:lnTo>
                <a:lnTo>
                  <a:pt x="54270" y="413932"/>
                </a:lnTo>
                <a:lnTo>
                  <a:pt x="47962" y="414836"/>
                </a:lnTo>
                <a:lnTo>
                  <a:pt x="42554" y="418753"/>
                </a:lnTo>
                <a:lnTo>
                  <a:pt x="39550" y="424778"/>
                </a:lnTo>
                <a:lnTo>
                  <a:pt x="37801" y="432008"/>
                </a:lnTo>
                <a:lnTo>
                  <a:pt x="37752" y="432211"/>
                </a:lnTo>
                <a:lnTo>
                  <a:pt x="38912" y="439502"/>
                </a:lnTo>
                <a:lnTo>
                  <a:pt x="42719" y="445834"/>
                </a:lnTo>
                <a:lnTo>
                  <a:pt x="48863" y="450386"/>
                </a:lnTo>
                <a:lnTo>
                  <a:pt x="49163" y="450687"/>
                </a:lnTo>
                <a:lnTo>
                  <a:pt x="49764" y="450687"/>
                </a:lnTo>
                <a:lnTo>
                  <a:pt x="50065" y="450988"/>
                </a:lnTo>
                <a:lnTo>
                  <a:pt x="57204" y="452273"/>
                </a:lnTo>
                <a:lnTo>
                  <a:pt x="63585" y="450988"/>
                </a:lnTo>
                <a:lnTo>
                  <a:pt x="63970" y="450988"/>
                </a:lnTo>
                <a:lnTo>
                  <a:pt x="70131" y="447048"/>
                </a:lnTo>
                <a:lnTo>
                  <a:pt x="73969" y="441649"/>
                </a:lnTo>
                <a:lnTo>
                  <a:pt x="57575" y="441649"/>
                </a:lnTo>
                <a:lnTo>
                  <a:pt x="49764" y="438034"/>
                </a:lnTo>
                <a:lnTo>
                  <a:pt x="47962" y="433214"/>
                </a:lnTo>
                <a:lnTo>
                  <a:pt x="51567" y="425380"/>
                </a:lnTo>
                <a:lnTo>
                  <a:pt x="55772" y="423874"/>
                </a:lnTo>
                <a:lnTo>
                  <a:pt x="73439" y="423874"/>
                </a:lnTo>
                <a:lnTo>
                  <a:pt x="71314" y="420245"/>
                </a:lnTo>
                <a:lnTo>
                  <a:pt x="65385" y="415740"/>
                </a:lnTo>
                <a:lnTo>
                  <a:pt x="67235" y="397706"/>
                </a:lnTo>
                <a:lnTo>
                  <a:pt x="71394" y="377668"/>
                </a:lnTo>
                <a:lnTo>
                  <a:pt x="77805" y="355878"/>
                </a:lnTo>
                <a:lnTo>
                  <a:pt x="86364" y="332727"/>
                </a:lnTo>
                <a:lnTo>
                  <a:pt x="86414" y="332591"/>
                </a:lnTo>
                <a:lnTo>
                  <a:pt x="121265" y="332591"/>
                </a:lnTo>
                <a:lnTo>
                  <a:pt x="150937" y="322047"/>
                </a:lnTo>
                <a:lnTo>
                  <a:pt x="90620" y="322047"/>
                </a:lnTo>
                <a:lnTo>
                  <a:pt x="99012" y="303524"/>
                </a:lnTo>
                <a:lnTo>
                  <a:pt x="108304" y="284807"/>
                </a:lnTo>
                <a:lnTo>
                  <a:pt x="118839" y="265235"/>
                </a:lnTo>
                <a:lnTo>
                  <a:pt x="130274" y="245525"/>
                </a:lnTo>
                <a:lnTo>
                  <a:pt x="138351" y="245525"/>
                </a:lnTo>
                <a:lnTo>
                  <a:pt x="143041" y="244207"/>
                </a:lnTo>
                <a:lnTo>
                  <a:pt x="148355" y="240484"/>
                </a:lnTo>
                <a:lnTo>
                  <a:pt x="152204" y="234981"/>
                </a:lnTo>
                <a:lnTo>
                  <a:pt x="152276" y="234680"/>
                </a:lnTo>
                <a:lnTo>
                  <a:pt x="133278" y="234680"/>
                </a:lnTo>
                <a:lnTo>
                  <a:pt x="131475" y="233776"/>
                </a:lnTo>
                <a:lnTo>
                  <a:pt x="127570" y="231968"/>
                </a:lnTo>
                <a:lnTo>
                  <a:pt x="125768" y="227148"/>
                </a:lnTo>
                <a:lnTo>
                  <a:pt x="127570" y="223232"/>
                </a:lnTo>
                <a:lnTo>
                  <a:pt x="128471" y="221123"/>
                </a:lnTo>
                <a:lnTo>
                  <a:pt x="129973" y="219918"/>
                </a:lnTo>
                <a:lnTo>
                  <a:pt x="132076" y="219014"/>
                </a:lnTo>
                <a:lnTo>
                  <a:pt x="133879" y="218412"/>
                </a:lnTo>
                <a:lnTo>
                  <a:pt x="151732" y="218412"/>
                </a:lnTo>
                <a:lnTo>
                  <a:pt x="149035" y="213926"/>
                </a:lnTo>
                <a:lnTo>
                  <a:pt x="142891" y="209374"/>
                </a:lnTo>
                <a:lnTo>
                  <a:pt x="138632" y="207380"/>
                </a:lnTo>
                <a:lnTo>
                  <a:pt x="140458" y="207380"/>
                </a:lnTo>
                <a:lnTo>
                  <a:pt x="132977" y="206963"/>
                </a:lnTo>
                <a:close/>
              </a:path>
              <a:path w="263525" h="452755">
                <a:moveTo>
                  <a:pt x="73439" y="423874"/>
                </a:moveTo>
                <a:lnTo>
                  <a:pt x="55772" y="423874"/>
                </a:lnTo>
                <a:lnTo>
                  <a:pt x="59678" y="425079"/>
                </a:lnTo>
                <a:lnTo>
                  <a:pt x="59978" y="425079"/>
                </a:lnTo>
                <a:lnTo>
                  <a:pt x="60278" y="425380"/>
                </a:lnTo>
                <a:lnTo>
                  <a:pt x="64184" y="427188"/>
                </a:lnTo>
                <a:lnTo>
                  <a:pt x="65986" y="432009"/>
                </a:lnTo>
                <a:lnTo>
                  <a:pt x="62381" y="439841"/>
                </a:lnTo>
                <a:lnTo>
                  <a:pt x="57575" y="441649"/>
                </a:lnTo>
                <a:lnTo>
                  <a:pt x="73969" y="441649"/>
                </a:lnTo>
                <a:lnTo>
                  <a:pt x="74398" y="441047"/>
                </a:lnTo>
                <a:lnTo>
                  <a:pt x="76073" y="433661"/>
                </a:lnTo>
                <a:lnTo>
                  <a:pt x="75072" y="427188"/>
                </a:lnTo>
                <a:lnTo>
                  <a:pt x="74961" y="426473"/>
                </a:lnTo>
                <a:lnTo>
                  <a:pt x="73439" y="423874"/>
                </a:lnTo>
                <a:close/>
              </a:path>
              <a:path w="263525" h="452755">
                <a:moveTo>
                  <a:pt x="121265" y="332591"/>
                </a:moveTo>
                <a:lnTo>
                  <a:pt x="86414" y="332591"/>
                </a:lnTo>
                <a:lnTo>
                  <a:pt x="120881" y="332727"/>
                </a:lnTo>
                <a:lnTo>
                  <a:pt x="121265" y="332591"/>
                </a:lnTo>
                <a:close/>
              </a:path>
              <a:path w="263525" h="452755">
                <a:moveTo>
                  <a:pt x="223750" y="26812"/>
                </a:moveTo>
                <a:lnTo>
                  <a:pt x="210783" y="26812"/>
                </a:lnTo>
                <a:lnTo>
                  <a:pt x="242184" y="89793"/>
                </a:lnTo>
                <a:lnTo>
                  <a:pt x="251826" y="145210"/>
                </a:lnTo>
                <a:lnTo>
                  <a:pt x="246532" y="190897"/>
                </a:lnTo>
                <a:lnTo>
                  <a:pt x="246429" y="191791"/>
                </a:lnTo>
                <a:lnTo>
                  <a:pt x="232711" y="228265"/>
                </a:lnTo>
                <a:lnTo>
                  <a:pt x="188544" y="284808"/>
                </a:lnTo>
                <a:lnTo>
                  <a:pt x="155358" y="307925"/>
                </a:lnTo>
                <a:lnTo>
                  <a:pt x="90620" y="322047"/>
                </a:lnTo>
                <a:lnTo>
                  <a:pt x="150937" y="322047"/>
                </a:lnTo>
                <a:lnTo>
                  <a:pt x="194772" y="294589"/>
                </a:lnTo>
                <a:lnTo>
                  <a:pt x="226705" y="259986"/>
                </a:lnTo>
                <a:lnTo>
                  <a:pt x="253704" y="207380"/>
                </a:lnTo>
                <a:lnTo>
                  <a:pt x="263160" y="152242"/>
                </a:lnTo>
                <a:lnTo>
                  <a:pt x="263275" y="150933"/>
                </a:lnTo>
                <a:lnTo>
                  <a:pt x="251038" y="80174"/>
                </a:lnTo>
                <a:lnTo>
                  <a:pt x="235389" y="45260"/>
                </a:lnTo>
                <a:lnTo>
                  <a:pt x="223750" y="26812"/>
                </a:lnTo>
                <a:close/>
              </a:path>
              <a:path w="263525" h="452755">
                <a:moveTo>
                  <a:pt x="205977" y="0"/>
                </a:moveTo>
                <a:lnTo>
                  <a:pt x="172894" y="54378"/>
                </a:lnTo>
                <a:lnTo>
                  <a:pt x="88545" y="100725"/>
                </a:lnTo>
                <a:lnTo>
                  <a:pt x="61555" y="116815"/>
                </a:lnTo>
                <a:lnTo>
                  <a:pt x="20024" y="158766"/>
                </a:lnTo>
                <a:lnTo>
                  <a:pt x="272" y="216192"/>
                </a:lnTo>
                <a:lnTo>
                  <a:pt x="251" y="218411"/>
                </a:lnTo>
                <a:lnTo>
                  <a:pt x="125" y="231667"/>
                </a:lnTo>
                <a:lnTo>
                  <a:pt x="6205" y="272036"/>
                </a:lnTo>
                <a:lnTo>
                  <a:pt x="33960" y="310758"/>
                </a:lnTo>
                <a:lnTo>
                  <a:pt x="46460" y="317528"/>
                </a:lnTo>
                <a:lnTo>
                  <a:pt x="46760" y="317829"/>
                </a:lnTo>
                <a:lnTo>
                  <a:pt x="47361" y="317829"/>
                </a:lnTo>
                <a:lnTo>
                  <a:pt x="47661" y="318130"/>
                </a:lnTo>
                <a:lnTo>
                  <a:pt x="53069" y="319938"/>
                </a:lnTo>
                <a:lnTo>
                  <a:pt x="54871" y="314515"/>
                </a:lnTo>
                <a:lnTo>
                  <a:pt x="58767" y="305176"/>
                </a:lnTo>
                <a:lnTo>
                  <a:pt x="46159" y="305176"/>
                </a:lnTo>
                <a:lnTo>
                  <a:pt x="16719" y="268421"/>
                </a:lnTo>
                <a:lnTo>
                  <a:pt x="11130" y="244207"/>
                </a:lnTo>
                <a:lnTo>
                  <a:pt x="11239" y="225943"/>
                </a:lnTo>
                <a:lnTo>
                  <a:pt x="29637" y="164791"/>
                </a:lnTo>
                <a:lnTo>
                  <a:pt x="68878" y="126003"/>
                </a:lnTo>
                <a:lnTo>
                  <a:pt x="150246" y="82141"/>
                </a:lnTo>
                <a:lnTo>
                  <a:pt x="175898" y="66504"/>
                </a:lnTo>
                <a:lnTo>
                  <a:pt x="196763" y="48494"/>
                </a:lnTo>
                <a:lnTo>
                  <a:pt x="210783" y="26812"/>
                </a:lnTo>
                <a:lnTo>
                  <a:pt x="223750" y="26812"/>
                </a:lnTo>
                <a:lnTo>
                  <a:pt x="213487" y="10544"/>
                </a:lnTo>
                <a:lnTo>
                  <a:pt x="205977" y="0"/>
                </a:lnTo>
                <a:close/>
              </a:path>
              <a:path w="263525" h="452755">
                <a:moveTo>
                  <a:pt x="164807" y="113774"/>
                </a:moveTo>
                <a:lnTo>
                  <a:pt x="145653" y="132241"/>
                </a:lnTo>
                <a:lnTo>
                  <a:pt x="146195" y="137678"/>
                </a:lnTo>
                <a:lnTo>
                  <a:pt x="148899" y="142498"/>
                </a:lnTo>
                <a:lnTo>
                  <a:pt x="122285" y="170416"/>
                </a:lnTo>
                <a:lnTo>
                  <a:pt x="94150" y="209037"/>
                </a:lnTo>
                <a:lnTo>
                  <a:pt x="67704" y="255058"/>
                </a:lnTo>
                <a:lnTo>
                  <a:pt x="46159" y="305176"/>
                </a:lnTo>
                <a:lnTo>
                  <a:pt x="58767" y="305176"/>
                </a:lnTo>
                <a:lnTo>
                  <a:pt x="75947" y="263993"/>
                </a:lnTo>
                <a:lnTo>
                  <a:pt x="102486" y="217171"/>
                </a:lnTo>
                <a:lnTo>
                  <a:pt x="130828" y="177976"/>
                </a:lnTo>
                <a:lnTo>
                  <a:pt x="157311" y="150331"/>
                </a:lnTo>
                <a:lnTo>
                  <a:pt x="173810" y="150331"/>
                </a:lnTo>
                <a:lnTo>
                  <a:pt x="179470" y="146273"/>
                </a:lnTo>
                <a:lnTo>
                  <a:pt x="182338" y="141594"/>
                </a:lnTo>
                <a:lnTo>
                  <a:pt x="166924" y="141594"/>
                </a:lnTo>
                <a:lnTo>
                  <a:pt x="158512" y="138581"/>
                </a:lnTo>
                <a:lnTo>
                  <a:pt x="156710" y="134062"/>
                </a:lnTo>
                <a:lnTo>
                  <a:pt x="158212" y="129845"/>
                </a:lnTo>
                <a:lnTo>
                  <a:pt x="159598" y="126229"/>
                </a:lnTo>
                <a:lnTo>
                  <a:pt x="159685" y="126004"/>
                </a:lnTo>
                <a:lnTo>
                  <a:pt x="159553" y="126004"/>
                </a:lnTo>
                <a:lnTo>
                  <a:pt x="164220" y="123819"/>
                </a:lnTo>
                <a:lnTo>
                  <a:pt x="182185" y="123819"/>
                </a:lnTo>
                <a:lnTo>
                  <a:pt x="178799" y="119070"/>
                </a:lnTo>
                <a:lnTo>
                  <a:pt x="172430" y="115144"/>
                </a:lnTo>
                <a:lnTo>
                  <a:pt x="172683" y="115144"/>
                </a:lnTo>
                <a:lnTo>
                  <a:pt x="164807" y="113774"/>
                </a:lnTo>
                <a:close/>
              </a:path>
              <a:path w="263525" h="452755">
                <a:moveTo>
                  <a:pt x="138351" y="245525"/>
                </a:moveTo>
                <a:lnTo>
                  <a:pt x="130274" y="245525"/>
                </a:lnTo>
                <a:lnTo>
                  <a:pt x="136826" y="245954"/>
                </a:lnTo>
                <a:lnTo>
                  <a:pt x="138351" y="245525"/>
                </a:lnTo>
                <a:close/>
              </a:path>
              <a:path w="263525" h="452755">
                <a:moveTo>
                  <a:pt x="151732" y="218412"/>
                </a:moveTo>
                <a:lnTo>
                  <a:pt x="135681" y="218412"/>
                </a:lnTo>
                <a:lnTo>
                  <a:pt x="137484" y="219014"/>
                </a:lnTo>
                <a:lnTo>
                  <a:pt x="137784" y="219014"/>
                </a:lnTo>
                <a:lnTo>
                  <a:pt x="138084" y="219315"/>
                </a:lnTo>
                <a:lnTo>
                  <a:pt x="141990" y="221123"/>
                </a:lnTo>
                <a:lnTo>
                  <a:pt x="143792" y="225943"/>
                </a:lnTo>
                <a:lnTo>
                  <a:pt x="141990" y="229860"/>
                </a:lnTo>
                <a:lnTo>
                  <a:pt x="141088" y="231667"/>
                </a:lnTo>
                <a:lnTo>
                  <a:pt x="139586" y="233174"/>
                </a:lnTo>
                <a:lnTo>
                  <a:pt x="137484" y="234077"/>
                </a:lnTo>
                <a:lnTo>
                  <a:pt x="135381" y="234680"/>
                </a:lnTo>
                <a:lnTo>
                  <a:pt x="152276" y="234680"/>
                </a:lnTo>
                <a:lnTo>
                  <a:pt x="154001" y="227548"/>
                </a:lnTo>
                <a:lnTo>
                  <a:pt x="152842" y="220257"/>
                </a:lnTo>
                <a:lnTo>
                  <a:pt x="151732" y="218412"/>
                </a:lnTo>
                <a:close/>
              </a:path>
              <a:path w="263525" h="452755">
                <a:moveTo>
                  <a:pt x="173810" y="150331"/>
                </a:moveTo>
                <a:lnTo>
                  <a:pt x="157311" y="150331"/>
                </a:lnTo>
                <a:lnTo>
                  <a:pt x="158512" y="150933"/>
                </a:lnTo>
                <a:lnTo>
                  <a:pt x="158813" y="150933"/>
                </a:lnTo>
                <a:lnTo>
                  <a:pt x="166337" y="152242"/>
                </a:lnTo>
                <a:lnTo>
                  <a:pt x="173495" y="150557"/>
                </a:lnTo>
                <a:lnTo>
                  <a:pt x="173810" y="150331"/>
                </a:lnTo>
                <a:close/>
              </a:path>
              <a:path w="263525" h="452755">
                <a:moveTo>
                  <a:pt x="182185" y="123819"/>
                </a:moveTo>
                <a:lnTo>
                  <a:pt x="164220" y="123819"/>
                </a:lnTo>
                <a:lnTo>
                  <a:pt x="172631" y="126832"/>
                </a:lnTo>
                <a:lnTo>
                  <a:pt x="174434" y="131351"/>
                </a:lnTo>
                <a:lnTo>
                  <a:pt x="171430" y="139786"/>
                </a:lnTo>
                <a:lnTo>
                  <a:pt x="166924" y="141594"/>
                </a:lnTo>
                <a:lnTo>
                  <a:pt x="182338" y="141594"/>
                </a:lnTo>
                <a:lnTo>
                  <a:pt x="183446" y="139786"/>
                </a:lnTo>
                <a:lnTo>
                  <a:pt x="184751" y="132241"/>
                </a:lnTo>
                <a:lnTo>
                  <a:pt x="183132" y="125326"/>
                </a:lnTo>
                <a:lnTo>
                  <a:pt x="183071" y="125062"/>
                </a:lnTo>
                <a:lnTo>
                  <a:pt x="182185" y="123819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57022" y="4117720"/>
            <a:ext cx="2249805" cy="15500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2240" marR="5080" indent="-129539">
              <a:lnSpc>
                <a:spcPct val="138900"/>
              </a:lnSpc>
              <a:spcBef>
                <a:spcPts val="100"/>
              </a:spcBef>
            </a:pPr>
            <a:r>
              <a:rPr dirty="0" spc="-250"/>
              <a:t>Sequence </a:t>
            </a:r>
            <a:r>
              <a:rPr dirty="0" spc="-10"/>
              <a:t>diagram</a:t>
            </a:r>
          </a:p>
        </p:txBody>
      </p:sp>
      <p:sp>
        <p:nvSpPr>
          <p:cNvPr id="7" name="object 7"/>
          <p:cNvSpPr/>
          <p:nvPr/>
        </p:nvSpPr>
        <p:spPr>
          <a:xfrm>
            <a:off x="17491837" y="8458454"/>
            <a:ext cx="796290" cy="800100"/>
          </a:xfrm>
          <a:custGeom>
            <a:avLst/>
            <a:gdLst/>
            <a:ahLst/>
            <a:cxnLst/>
            <a:rect l="l" t="t" r="r" b="b"/>
            <a:pathLst>
              <a:path w="796290" h="800100">
                <a:moveTo>
                  <a:pt x="796163" y="0"/>
                </a:moveTo>
                <a:lnTo>
                  <a:pt x="80009" y="0"/>
                </a:lnTo>
                <a:lnTo>
                  <a:pt x="64337" y="1543"/>
                </a:lnTo>
                <a:lnTo>
                  <a:pt x="23368" y="23368"/>
                </a:lnTo>
                <a:lnTo>
                  <a:pt x="1543" y="64337"/>
                </a:lnTo>
                <a:lnTo>
                  <a:pt x="0" y="80010"/>
                </a:lnTo>
                <a:lnTo>
                  <a:pt x="0" y="719797"/>
                </a:lnTo>
                <a:lnTo>
                  <a:pt x="13394" y="764210"/>
                </a:lnTo>
                <a:lnTo>
                  <a:pt x="49403" y="793753"/>
                </a:lnTo>
                <a:lnTo>
                  <a:pt x="80009" y="799846"/>
                </a:lnTo>
                <a:lnTo>
                  <a:pt x="796163" y="799846"/>
                </a:lnTo>
                <a:lnTo>
                  <a:pt x="796163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-295"/>
              <a:t>12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085" y="1287087"/>
            <a:ext cx="2594434" cy="260863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515054" y="7162538"/>
            <a:ext cx="254635" cy="957580"/>
          </a:xfrm>
          <a:custGeom>
            <a:avLst/>
            <a:gdLst/>
            <a:ahLst/>
            <a:cxnLst/>
            <a:rect l="l" t="t" r="r" b="b"/>
            <a:pathLst>
              <a:path w="254635" h="957579">
                <a:moveTo>
                  <a:pt x="244186" y="0"/>
                </a:moveTo>
                <a:lnTo>
                  <a:pt x="238392" y="0"/>
                </a:lnTo>
                <a:lnTo>
                  <a:pt x="236808" y="332"/>
                </a:lnTo>
                <a:lnTo>
                  <a:pt x="235289" y="981"/>
                </a:lnTo>
                <a:lnTo>
                  <a:pt x="2222" y="156257"/>
                </a:lnTo>
                <a:lnTo>
                  <a:pt x="0" y="160421"/>
                </a:lnTo>
                <a:lnTo>
                  <a:pt x="0" y="796439"/>
                </a:lnTo>
                <a:lnTo>
                  <a:pt x="2222" y="800608"/>
                </a:lnTo>
                <a:lnTo>
                  <a:pt x="236128" y="956428"/>
                </a:lnTo>
                <a:lnTo>
                  <a:pt x="238693" y="957188"/>
                </a:lnTo>
                <a:lnTo>
                  <a:pt x="243426" y="957188"/>
                </a:lnTo>
                <a:lnTo>
                  <a:pt x="245579" y="956656"/>
                </a:lnTo>
                <a:lnTo>
                  <a:pt x="251880" y="953294"/>
                </a:lnTo>
                <a:lnTo>
                  <a:pt x="254572" y="948791"/>
                </a:lnTo>
                <a:lnTo>
                  <a:pt x="254572" y="919041"/>
                </a:lnTo>
                <a:lnTo>
                  <a:pt x="227975" y="919041"/>
                </a:lnTo>
                <a:lnTo>
                  <a:pt x="26597" y="784898"/>
                </a:lnTo>
                <a:lnTo>
                  <a:pt x="26597" y="171962"/>
                </a:lnTo>
                <a:lnTo>
                  <a:pt x="227974" y="37821"/>
                </a:lnTo>
                <a:lnTo>
                  <a:pt x="254571" y="37821"/>
                </a:lnTo>
                <a:lnTo>
                  <a:pt x="254571" y="8089"/>
                </a:lnTo>
                <a:lnTo>
                  <a:pt x="251880" y="3593"/>
                </a:lnTo>
                <a:lnTo>
                  <a:pt x="246466" y="680"/>
                </a:lnTo>
                <a:lnTo>
                  <a:pt x="245515" y="332"/>
                </a:lnTo>
                <a:lnTo>
                  <a:pt x="244186" y="0"/>
                </a:lnTo>
                <a:close/>
              </a:path>
              <a:path w="254635" h="957579">
                <a:moveTo>
                  <a:pt x="254571" y="37821"/>
                </a:moveTo>
                <a:lnTo>
                  <a:pt x="227974" y="37821"/>
                </a:lnTo>
                <a:lnTo>
                  <a:pt x="227975" y="919041"/>
                </a:lnTo>
                <a:lnTo>
                  <a:pt x="254572" y="919041"/>
                </a:lnTo>
                <a:lnTo>
                  <a:pt x="254571" y="37821"/>
                </a:lnTo>
                <a:close/>
              </a:path>
            </a:pathLst>
          </a:custGeom>
          <a:solidFill>
            <a:srgbClr val="5CAD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576569" y="7162538"/>
            <a:ext cx="895985" cy="957580"/>
            <a:chOff x="3576569" y="7162538"/>
            <a:chExt cx="895985" cy="957580"/>
          </a:xfrm>
        </p:grpSpPr>
        <p:sp>
          <p:nvSpPr>
            <p:cNvPr id="5" name="object 5"/>
            <p:cNvSpPr/>
            <p:nvPr/>
          </p:nvSpPr>
          <p:spPr>
            <a:xfrm>
              <a:off x="4217977" y="7162538"/>
              <a:ext cx="254635" cy="957580"/>
            </a:xfrm>
            <a:custGeom>
              <a:avLst/>
              <a:gdLst/>
              <a:ahLst/>
              <a:cxnLst/>
              <a:rect l="l" t="t" r="r" b="b"/>
              <a:pathLst>
                <a:path w="254635" h="957579">
                  <a:moveTo>
                    <a:pt x="16179" y="0"/>
                  </a:moveTo>
                  <a:lnTo>
                    <a:pt x="10385" y="0"/>
                  </a:lnTo>
                  <a:lnTo>
                    <a:pt x="8821" y="364"/>
                  </a:lnTo>
                  <a:lnTo>
                    <a:pt x="8966" y="364"/>
                  </a:lnTo>
                  <a:lnTo>
                    <a:pt x="8089" y="680"/>
                  </a:lnTo>
                  <a:lnTo>
                    <a:pt x="2691" y="3562"/>
                  </a:lnTo>
                  <a:lnTo>
                    <a:pt x="0" y="8074"/>
                  </a:lnTo>
                  <a:lnTo>
                    <a:pt x="0" y="948772"/>
                  </a:lnTo>
                  <a:lnTo>
                    <a:pt x="2691" y="953275"/>
                  </a:lnTo>
                  <a:lnTo>
                    <a:pt x="8992" y="956637"/>
                  </a:lnTo>
                  <a:lnTo>
                    <a:pt x="11145" y="957169"/>
                  </a:lnTo>
                  <a:lnTo>
                    <a:pt x="15879" y="957169"/>
                  </a:lnTo>
                  <a:lnTo>
                    <a:pt x="18444" y="956409"/>
                  </a:lnTo>
                  <a:lnTo>
                    <a:pt x="74540" y="919041"/>
                  </a:lnTo>
                  <a:lnTo>
                    <a:pt x="26597" y="919041"/>
                  </a:lnTo>
                  <a:lnTo>
                    <a:pt x="26597" y="37821"/>
                  </a:lnTo>
                  <a:lnTo>
                    <a:pt x="74580" y="37821"/>
                  </a:lnTo>
                  <a:lnTo>
                    <a:pt x="19282" y="981"/>
                  </a:lnTo>
                  <a:lnTo>
                    <a:pt x="17763" y="364"/>
                  </a:lnTo>
                  <a:lnTo>
                    <a:pt x="16179" y="0"/>
                  </a:lnTo>
                  <a:close/>
                </a:path>
                <a:path w="254635" h="957579">
                  <a:moveTo>
                    <a:pt x="74580" y="37821"/>
                  </a:moveTo>
                  <a:lnTo>
                    <a:pt x="26597" y="37821"/>
                  </a:lnTo>
                  <a:lnTo>
                    <a:pt x="227974" y="171962"/>
                  </a:lnTo>
                  <a:lnTo>
                    <a:pt x="227975" y="784898"/>
                  </a:lnTo>
                  <a:lnTo>
                    <a:pt x="26597" y="919041"/>
                  </a:lnTo>
                  <a:lnTo>
                    <a:pt x="74540" y="919041"/>
                  </a:lnTo>
                  <a:lnTo>
                    <a:pt x="252355" y="800589"/>
                  </a:lnTo>
                  <a:lnTo>
                    <a:pt x="254572" y="796424"/>
                  </a:lnTo>
                  <a:lnTo>
                    <a:pt x="254572" y="160421"/>
                  </a:lnTo>
                  <a:lnTo>
                    <a:pt x="252355" y="156257"/>
                  </a:lnTo>
                  <a:lnTo>
                    <a:pt x="74580" y="37821"/>
                  </a:lnTo>
                  <a:close/>
                </a:path>
              </a:pathLst>
            </a:custGeom>
            <a:solidFill>
              <a:srgbClr val="5CAD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576561" y="7223760"/>
              <a:ext cx="835025" cy="835025"/>
            </a:xfrm>
            <a:custGeom>
              <a:avLst/>
              <a:gdLst/>
              <a:ahLst/>
              <a:cxnLst/>
              <a:rect l="l" t="t" r="r" b="b"/>
              <a:pathLst>
                <a:path w="835025" h="835025">
                  <a:moveTo>
                    <a:pt x="148729" y="124866"/>
                  </a:moveTo>
                  <a:lnTo>
                    <a:pt x="138341" y="114465"/>
                  </a:lnTo>
                  <a:lnTo>
                    <a:pt x="129921" y="114465"/>
                  </a:lnTo>
                  <a:lnTo>
                    <a:pt x="85801" y="158584"/>
                  </a:lnTo>
                  <a:lnTo>
                    <a:pt x="79248" y="167855"/>
                  </a:lnTo>
                  <a:lnTo>
                    <a:pt x="76339" y="178371"/>
                  </a:lnTo>
                  <a:lnTo>
                    <a:pt x="77152" y="189268"/>
                  </a:lnTo>
                  <a:lnTo>
                    <a:pt x="81788" y="199631"/>
                  </a:lnTo>
                  <a:lnTo>
                    <a:pt x="109372" y="240766"/>
                  </a:lnTo>
                  <a:lnTo>
                    <a:pt x="74777" y="324281"/>
                  </a:lnTo>
                  <a:lnTo>
                    <a:pt x="26200" y="333883"/>
                  </a:lnTo>
                  <a:lnTo>
                    <a:pt x="0" y="365709"/>
                  </a:lnTo>
                  <a:lnTo>
                    <a:pt x="0" y="468718"/>
                  </a:lnTo>
                  <a:lnTo>
                    <a:pt x="26187" y="500570"/>
                  </a:lnTo>
                  <a:lnTo>
                    <a:pt x="74777" y="510146"/>
                  </a:lnTo>
                  <a:lnTo>
                    <a:pt x="109372" y="593636"/>
                  </a:lnTo>
                  <a:lnTo>
                    <a:pt x="81788" y="634784"/>
                  </a:lnTo>
                  <a:lnTo>
                    <a:pt x="77152" y="645134"/>
                  </a:lnTo>
                  <a:lnTo>
                    <a:pt x="76415" y="654989"/>
                  </a:lnTo>
                  <a:lnTo>
                    <a:pt x="76339" y="656031"/>
                  </a:lnTo>
                  <a:lnTo>
                    <a:pt x="79248" y="666559"/>
                  </a:lnTo>
                  <a:lnTo>
                    <a:pt x="85801" y="675817"/>
                  </a:lnTo>
                  <a:lnTo>
                    <a:pt x="127330" y="717346"/>
                  </a:lnTo>
                  <a:lnTo>
                    <a:pt x="130733" y="718642"/>
                  </a:lnTo>
                  <a:lnTo>
                    <a:pt x="137553" y="718642"/>
                  </a:lnTo>
                  <a:lnTo>
                    <a:pt x="140944" y="717346"/>
                  </a:lnTo>
                  <a:lnTo>
                    <a:pt x="148729" y="709561"/>
                  </a:lnTo>
                  <a:lnTo>
                    <a:pt x="148729" y="701128"/>
                  </a:lnTo>
                  <a:lnTo>
                    <a:pt x="104609" y="657021"/>
                  </a:lnTo>
                  <a:lnTo>
                    <a:pt x="102552" y="654989"/>
                  </a:lnTo>
                  <a:lnTo>
                    <a:pt x="102260" y="651992"/>
                  </a:lnTo>
                  <a:lnTo>
                    <a:pt x="137896" y="598855"/>
                  </a:lnTo>
                  <a:lnTo>
                    <a:pt x="138379" y="594144"/>
                  </a:lnTo>
                  <a:lnTo>
                    <a:pt x="94983" y="489394"/>
                  </a:lnTo>
                  <a:lnTo>
                    <a:pt x="91287" y="486283"/>
                  </a:lnTo>
                  <a:lnTo>
                    <a:pt x="28498" y="473938"/>
                  </a:lnTo>
                  <a:lnTo>
                    <a:pt x="26593" y="471614"/>
                  </a:lnTo>
                  <a:lnTo>
                    <a:pt x="26593" y="362839"/>
                  </a:lnTo>
                  <a:lnTo>
                    <a:pt x="28498" y="360527"/>
                  </a:lnTo>
                  <a:lnTo>
                    <a:pt x="91287" y="348170"/>
                  </a:lnTo>
                  <a:lnTo>
                    <a:pt x="94932" y="345160"/>
                  </a:lnTo>
                  <a:lnTo>
                    <a:pt x="138379" y="240284"/>
                  </a:lnTo>
                  <a:lnTo>
                    <a:pt x="137896" y="235610"/>
                  </a:lnTo>
                  <a:lnTo>
                    <a:pt x="102260" y="182448"/>
                  </a:lnTo>
                  <a:lnTo>
                    <a:pt x="102552" y="179476"/>
                  </a:lnTo>
                  <a:lnTo>
                    <a:pt x="148729" y="133273"/>
                  </a:lnTo>
                  <a:lnTo>
                    <a:pt x="148729" y="124866"/>
                  </a:lnTo>
                  <a:close/>
                </a:path>
                <a:path w="835025" h="835025">
                  <a:moveTo>
                    <a:pt x="342226" y="340969"/>
                  </a:moveTo>
                  <a:lnTo>
                    <a:pt x="332613" y="329857"/>
                  </a:lnTo>
                  <a:lnTo>
                    <a:pt x="324218" y="329272"/>
                  </a:lnTo>
                  <a:lnTo>
                    <a:pt x="231355" y="409676"/>
                  </a:lnTo>
                  <a:lnTo>
                    <a:pt x="229692" y="413346"/>
                  </a:lnTo>
                  <a:lnTo>
                    <a:pt x="229692" y="421055"/>
                  </a:lnTo>
                  <a:lnTo>
                    <a:pt x="231355" y="424751"/>
                  </a:lnTo>
                  <a:lnTo>
                    <a:pt x="321183" y="502526"/>
                  </a:lnTo>
                  <a:lnTo>
                    <a:pt x="324269" y="503605"/>
                  </a:lnTo>
                  <a:lnTo>
                    <a:pt x="331089" y="503605"/>
                  </a:lnTo>
                  <a:lnTo>
                    <a:pt x="334784" y="502056"/>
                  </a:lnTo>
                  <a:lnTo>
                    <a:pt x="337426" y="499033"/>
                  </a:lnTo>
                  <a:lnTo>
                    <a:pt x="342226" y="493458"/>
                  </a:lnTo>
                  <a:lnTo>
                    <a:pt x="341617" y="485063"/>
                  </a:lnTo>
                  <a:lnTo>
                    <a:pt x="263283" y="417195"/>
                  </a:lnTo>
                  <a:lnTo>
                    <a:pt x="341617" y="349364"/>
                  </a:lnTo>
                  <a:lnTo>
                    <a:pt x="342226" y="340969"/>
                  </a:lnTo>
                  <a:close/>
                </a:path>
                <a:path w="835025" h="835025">
                  <a:moveTo>
                    <a:pt x="454723" y="328701"/>
                  </a:moveTo>
                  <a:lnTo>
                    <a:pt x="450545" y="321398"/>
                  </a:lnTo>
                  <a:lnTo>
                    <a:pt x="436321" y="317601"/>
                  </a:lnTo>
                  <a:lnTo>
                    <a:pt x="429031" y="321792"/>
                  </a:lnTo>
                  <a:lnTo>
                    <a:pt x="379742" y="505764"/>
                  </a:lnTo>
                  <a:lnTo>
                    <a:pt x="383959" y="513029"/>
                  </a:lnTo>
                  <a:lnTo>
                    <a:pt x="391045" y="514921"/>
                  </a:lnTo>
                  <a:lnTo>
                    <a:pt x="392188" y="515264"/>
                  </a:lnTo>
                  <a:lnTo>
                    <a:pt x="393357" y="515404"/>
                  </a:lnTo>
                  <a:lnTo>
                    <a:pt x="400354" y="515404"/>
                  </a:lnTo>
                  <a:lnTo>
                    <a:pt x="405739" y="511492"/>
                  </a:lnTo>
                  <a:lnTo>
                    <a:pt x="454723" y="328701"/>
                  </a:lnTo>
                  <a:close/>
                </a:path>
                <a:path w="835025" h="835025">
                  <a:moveTo>
                    <a:pt x="604774" y="413334"/>
                  </a:moveTo>
                  <a:lnTo>
                    <a:pt x="603110" y="409663"/>
                  </a:lnTo>
                  <a:lnTo>
                    <a:pt x="510247" y="329234"/>
                  </a:lnTo>
                  <a:lnTo>
                    <a:pt x="501853" y="329844"/>
                  </a:lnTo>
                  <a:lnTo>
                    <a:pt x="492239" y="340956"/>
                  </a:lnTo>
                  <a:lnTo>
                    <a:pt x="492848" y="349338"/>
                  </a:lnTo>
                  <a:lnTo>
                    <a:pt x="571182" y="417182"/>
                  </a:lnTo>
                  <a:lnTo>
                    <a:pt x="492848" y="485063"/>
                  </a:lnTo>
                  <a:lnTo>
                    <a:pt x="492239" y="493458"/>
                  </a:lnTo>
                  <a:lnTo>
                    <a:pt x="499681" y="502056"/>
                  </a:lnTo>
                  <a:lnTo>
                    <a:pt x="503389" y="503593"/>
                  </a:lnTo>
                  <a:lnTo>
                    <a:pt x="510197" y="503593"/>
                  </a:lnTo>
                  <a:lnTo>
                    <a:pt x="513283" y="502526"/>
                  </a:lnTo>
                  <a:lnTo>
                    <a:pt x="603110" y="424738"/>
                  </a:lnTo>
                  <a:lnTo>
                    <a:pt x="604774" y="421055"/>
                  </a:lnTo>
                  <a:lnTo>
                    <a:pt x="604774" y="413334"/>
                  </a:lnTo>
                  <a:close/>
                </a:path>
                <a:path w="835025" h="835025">
                  <a:moveTo>
                    <a:pt x="624154" y="559117"/>
                  </a:moveTo>
                  <a:lnTo>
                    <a:pt x="622858" y="550799"/>
                  </a:lnTo>
                  <a:lnTo>
                    <a:pt x="610997" y="542137"/>
                  </a:lnTo>
                  <a:lnTo>
                    <a:pt x="602665" y="543420"/>
                  </a:lnTo>
                  <a:lnTo>
                    <a:pt x="598347" y="549363"/>
                  </a:lnTo>
                  <a:lnTo>
                    <a:pt x="562305" y="588060"/>
                  </a:lnTo>
                  <a:lnTo>
                    <a:pt x="518718" y="616991"/>
                  </a:lnTo>
                  <a:lnTo>
                    <a:pt x="469671" y="635127"/>
                  </a:lnTo>
                  <a:lnTo>
                    <a:pt x="417233" y="641400"/>
                  </a:lnTo>
                  <a:lnTo>
                    <a:pt x="364794" y="635127"/>
                  </a:lnTo>
                  <a:lnTo>
                    <a:pt x="315747" y="616991"/>
                  </a:lnTo>
                  <a:lnTo>
                    <a:pt x="272173" y="588060"/>
                  </a:lnTo>
                  <a:lnTo>
                    <a:pt x="236118" y="549363"/>
                  </a:lnTo>
                  <a:lnTo>
                    <a:pt x="231800" y="543420"/>
                  </a:lnTo>
                  <a:lnTo>
                    <a:pt x="223469" y="542137"/>
                  </a:lnTo>
                  <a:lnTo>
                    <a:pt x="211607" y="550799"/>
                  </a:lnTo>
                  <a:lnTo>
                    <a:pt x="210337" y="559117"/>
                  </a:lnTo>
                  <a:lnTo>
                    <a:pt x="214655" y="565048"/>
                  </a:lnTo>
                  <a:lnTo>
                    <a:pt x="246164" y="600506"/>
                  </a:lnTo>
                  <a:lnTo>
                    <a:pt x="283349" y="629119"/>
                  </a:lnTo>
                  <a:lnTo>
                    <a:pt x="325056" y="650303"/>
                  </a:lnTo>
                  <a:lnTo>
                    <a:pt x="370078" y="663460"/>
                  </a:lnTo>
                  <a:lnTo>
                    <a:pt x="417233" y="667969"/>
                  </a:lnTo>
                  <a:lnTo>
                    <a:pt x="464400" y="663460"/>
                  </a:lnTo>
                  <a:lnTo>
                    <a:pt x="509422" y="650303"/>
                  </a:lnTo>
                  <a:lnTo>
                    <a:pt x="526935" y="641400"/>
                  </a:lnTo>
                  <a:lnTo>
                    <a:pt x="551116" y="629119"/>
                  </a:lnTo>
                  <a:lnTo>
                    <a:pt x="588314" y="600506"/>
                  </a:lnTo>
                  <a:lnTo>
                    <a:pt x="619810" y="565048"/>
                  </a:lnTo>
                  <a:lnTo>
                    <a:pt x="624154" y="559117"/>
                  </a:lnTo>
                  <a:close/>
                </a:path>
                <a:path w="835025" h="835025">
                  <a:moveTo>
                    <a:pt x="624154" y="275310"/>
                  </a:moveTo>
                  <a:lnTo>
                    <a:pt x="588314" y="233934"/>
                  </a:lnTo>
                  <a:lnTo>
                    <a:pt x="551116" y="205320"/>
                  </a:lnTo>
                  <a:lnTo>
                    <a:pt x="509422" y="184124"/>
                  </a:lnTo>
                  <a:lnTo>
                    <a:pt x="464400" y="170980"/>
                  </a:lnTo>
                  <a:lnTo>
                    <a:pt x="417233" y="166458"/>
                  </a:lnTo>
                  <a:lnTo>
                    <a:pt x="370078" y="170980"/>
                  </a:lnTo>
                  <a:lnTo>
                    <a:pt x="325056" y="184124"/>
                  </a:lnTo>
                  <a:lnTo>
                    <a:pt x="283349" y="205320"/>
                  </a:lnTo>
                  <a:lnTo>
                    <a:pt x="246164" y="233934"/>
                  </a:lnTo>
                  <a:lnTo>
                    <a:pt x="214655" y="269379"/>
                  </a:lnTo>
                  <a:lnTo>
                    <a:pt x="210337" y="275310"/>
                  </a:lnTo>
                  <a:lnTo>
                    <a:pt x="211607" y="283629"/>
                  </a:lnTo>
                  <a:lnTo>
                    <a:pt x="219913" y="289687"/>
                  </a:lnTo>
                  <a:lnTo>
                    <a:pt x="222669" y="290525"/>
                  </a:lnTo>
                  <a:lnTo>
                    <a:pt x="229476" y="290525"/>
                  </a:lnTo>
                  <a:lnTo>
                    <a:pt x="233527" y="288632"/>
                  </a:lnTo>
                  <a:lnTo>
                    <a:pt x="236118" y="285064"/>
                  </a:lnTo>
                  <a:lnTo>
                    <a:pt x="272173" y="246392"/>
                  </a:lnTo>
                  <a:lnTo>
                    <a:pt x="315747" y="217462"/>
                  </a:lnTo>
                  <a:lnTo>
                    <a:pt x="364794" y="199326"/>
                  </a:lnTo>
                  <a:lnTo>
                    <a:pt x="417233" y="193052"/>
                  </a:lnTo>
                  <a:lnTo>
                    <a:pt x="469671" y="199326"/>
                  </a:lnTo>
                  <a:lnTo>
                    <a:pt x="518718" y="217462"/>
                  </a:lnTo>
                  <a:lnTo>
                    <a:pt x="562292" y="246392"/>
                  </a:lnTo>
                  <a:lnTo>
                    <a:pt x="598347" y="285064"/>
                  </a:lnTo>
                  <a:lnTo>
                    <a:pt x="602665" y="291007"/>
                  </a:lnTo>
                  <a:lnTo>
                    <a:pt x="610997" y="292290"/>
                  </a:lnTo>
                  <a:lnTo>
                    <a:pt x="622858" y="283629"/>
                  </a:lnTo>
                  <a:lnTo>
                    <a:pt x="624154" y="275310"/>
                  </a:lnTo>
                  <a:close/>
                </a:path>
                <a:path w="835025" h="835025">
                  <a:moveTo>
                    <a:pt x="624217" y="720686"/>
                  </a:moveTo>
                  <a:lnTo>
                    <a:pt x="622592" y="712431"/>
                  </a:lnTo>
                  <a:lnTo>
                    <a:pt x="598868" y="696518"/>
                  </a:lnTo>
                  <a:lnTo>
                    <a:pt x="594182" y="696061"/>
                  </a:lnTo>
                  <a:lnTo>
                    <a:pt x="489305" y="739508"/>
                  </a:lnTo>
                  <a:lnTo>
                    <a:pt x="486308" y="743153"/>
                  </a:lnTo>
                  <a:lnTo>
                    <a:pt x="473925" y="805903"/>
                  </a:lnTo>
                  <a:lnTo>
                    <a:pt x="471627" y="807808"/>
                  </a:lnTo>
                  <a:lnTo>
                    <a:pt x="362839" y="807808"/>
                  </a:lnTo>
                  <a:lnTo>
                    <a:pt x="360540" y="805903"/>
                  </a:lnTo>
                  <a:lnTo>
                    <a:pt x="348170" y="743153"/>
                  </a:lnTo>
                  <a:lnTo>
                    <a:pt x="345186" y="739508"/>
                  </a:lnTo>
                  <a:lnTo>
                    <a:pt x="310375" y="725055"/>
                  </a:lnTo>
                  <a:lnTo>
                    <a:pt x="240360" y="696061"/>
                  </a:lnTo>
                  <a:lnTo>
                    <a:pt x="239966" y="696061"/>
                  </a:lnTo>
                  <a:lnTo>
                    <a:pt x="235445" y="696518"/>
                  </a:lnTo>
                  <a:lnTo>
                    <a:pt x="235572" y="696518"/>
                  </a:lnTo>
                  <a:lnTo>
                    <a:pt x="211874" y="712431"/>
                  </a:lnTo>
                  <a:lnTo>
                    <a:pt x="210261" y="720686"/>
                  </a:lnTo>
                  <a:lnTo>
                    <a:pt x="216789" y="730440"/>
                  </a:lnTo>
                  <a:lnTo>
                    <a:pt x="218516" y="732917"/>
                  </a:lnTo>
                  <a:lnTo>
                    <a:pt x="226695" y="734529"/>
                  </a:lnTo>
                  <a:lnTo>
                    <a:pt x="240804" y="725055"/>
                  </a:lnTo>
                  <a:lnTo>
                    <a:pt x="324307" y="759663"/>
                  </a:lnTo>
                  <a:lnTo>
                    <a:pt x="333806" y="807808"/>
                  </a:lnTo>
                  <a:lnTo>
                    <a:pt x="333895" y="808266"/>
                  </a:lnTo>
                  <a:lnTo>
                    <a:pt x="337947" y="818857"/>
                  </a:lnTo>
                  <a:lnTo>
                    <a:pt x="345059" y="827138"/>
                  </a:lnTo>
                  <a:lnTo>
                    <a:pt x="354558" y="832535"/>
                  </a:lnTo>
                  <a:lnTo>
                    <a:pt x="365734" y="834453"/>
                  </a:lnTo>
                  <a:lnTo>
                    <a:pt x="468731" y="834453"/>
                  </a:lnTo>
                  <a:lnTo>
                    <a:pt x="500570" y="808266"/>
                  </a:lnTo>
                  <a:lnTo>
                    <a:pt x="500659" y="807808"/>
                  </a:lnTo>
                  <a:lnTo>
                    <a:pt x="510171" y="759663"/>
                  </a:lnTo>
                  <a:lnTo>
                    <a:pt x="593661" y="725055"/>
                  </a:lnTo>
                  <a:lnTo>
                    <a:pt x="607771" y="734529"/>
                  </a:lnTo>
                  <a:lnTo>
                    <a:pt x="616026" y="732917"/>
                  </a:lnTo>
                  <a:lnTo>
                    <a:pt x="621296" y="725055"/>
                  </a:lnTo>
                  <a:lnTo>
                    <a:pt x="624217" y="720686"/>
                  </a:lnTo>
                  <a:close/>
                </a:path>
                <a:path w="835025" h="835025">
                  <a:moveTo>
                    <a:pt x="624217" y="113753"/>
                  </a:moveTo>
                  <a:lnTo>
                    <a:pt x="621296" y="109397"/>
                  </a:lnTo>
                  <a:lnTo>
                    <a:pt x="616051" y="101574"/>
                  </a:lnTo>
                  <a:lnTo>
                    <a:pt x="616191" y="101574"/>
                  </a:lnTo>
                  <a:lnTo>
                    <a:pt x="608012" y="99961"/>
                  </a:lnTo>
                  <a:lnTo>
                    <a:pt x="607695" y="99961"/>
                  </a:lnTo>
                  <a:lnTo>
                    <a:pt x="593648" y="109385"/>
                  </a:lnTo>
                  <a:lnTo>
                    <a:pt x="510209" y="74803"/>
                  </a:lnTo>
                  <a:lnTo>
                    <a:pt x="500646" y="26606"/>
                  </a:lnTo>
                  <a:lnTo>
                    <a:pt x="500570" y="26200"/>
                  </a:lnTo>
                  <a:lnTo>
                    <a:pt x="496531" y="15608"/>
                  </a:lnTo>
                  <a:lnTo>
                    <a:pt x="489407" y="7327"/>
                  </a:lnTo>
                  <a:lnTo>
                    <a:pt x="479920" y="1930"/>
                  </a:lnTo>
                  <a:lnTo>
                    <a:pt x="468731" y="0"/>
                  </a:lnTo>
                  <a:lnTo>
                    <a:pt x="365734" y="0"/>
                  </a:lnTo>
                  <a:lnTo>
                    <a:pt x="333895" y="26200"/>
                  </a:lnTo>
                  <a:lnTo>
                    <a:pt x="324307" y="74803"/>
                  </a:lnTo>
                  <a:lnTo>
                    <a:pt x="240804" y="109397"/>
                  </a:lnTo>
                  <a:lnTo>
                    <a:pt x="226682" y="99961"/>
                  </a:lnTo>
                  <a:lnTo>
                    <a:pt x="218440" y="101574"/>
                  </a:lnTo>
                  <a:lnTo>
                    <a:pt x="210261" y="113753"/>
                  </a:lnTo>
                  <a:lnTo>
                    <a:pt x="211950" y="122021"/>
                  </a:lnTo>
                  <a:lnTo>
                    <a:pt x="234124" y="136931"/>
                  </a:lnTo>
                  <a:lnTo>
                    <a:pt x="236728" y="137693"/>
                  </a:lnTo>
                  <a:lnTo>
                    <a:pt x="241033" y="137693"/>
                  </a:lnTo>
                  <a:lnTo>
                    <a:pt x="242747" y="137337"/>
                  </a:lnTo>
                  <a:lnTo>
                    <a:pt x="310222" y="109397"/>
                  </a:lnTo>
                  <a:lnTo>
                    <a:pt x="345135" y="94945"/>
                  </a:lnTo>
                  <a:lnTo>
                    <a:pt x="348157" y="91287"/>
                  </a:lnTo>
                  <a:lnTo>
                    <a:pt x="359968" y="31356"/>
                  </a:lnTo>
                  <a:lnTo>
                    <a:pt x="360540" y="28536"/>
                  </a:lnTo>
                  <a:lnTo>
                    <a:pt x="362839" y="26606"/>
                  </a:lnTo>
                  <a:lnTo>
                    <a:pt x="471627" y="26606"/>
                  </a:lnTo>
                  <a:lnTo>
                    <a:pt x="473938" y="28536"/>
                  </a:lnTo>
                  <a:lnTo>
                    <a:pt x="486308" y="91287"/>
                  </a:lnTo>
                  <a:lnTo>
                    <a:pt x="489305" y="94945"/>
                  </a:lnTo>
                  <a:lnTo>
                    <a:pt x="594182" y="138391"/>
                  </a:lnTo>
                  <a:lnTo>
                    <a:pt x="598868" y="137909"/>
                  </a:lnTo>
                  <a:lnTo>
                    <a:pt x="622579" y="122021"/>
                  </a:lnTo>
                  <a:lnTo>
                    <a:pt x="624217" y="113753"/>
                  </a:lnTo>
                  <a:close/>
                </a:path>
                <a:path w="835025" h="835025">
                  <a:moveTo>
                    <a:pt x="834466" y="365747"/>
                  </a:moveTo>
                  <a:lnTo>
                    <a:pt x="808291" y="333895"/>
                  </a:lnTo>
                  <a:lnTo>
                    <a:pt x="759688" y="324281"/>
                  </a:lnTo>
                  <a:lnTo>
                    <a:pt x="725093" y="240792"/>
                  </a:lnTo>
                  <a:lnTo>
                    <a:pt x="752678" y="199644"/>
                  </a:lnTo>
                  <a:lnTo>
                    <a:pt x="757313" y="189293"/>
                  </a:lnTo>
                  <a:lnTo>
                    <a:pt x="758050" y="179438"/>
                  </a:lnTo>
                  <a:lnTo>
                    <a:pt x="758126" y="178396"/>
                  </a:lnTo>
                  <a:lnTo>
                    <a:pt x="755218" y="167868"/>
                  </a:lnTo>
                  <a:lnTo>
                    <a:pt x="748665" y="158610"/>
                  </a:lnTo>
                  <a:lnTo>
                    <a:pt x="704545" y="114465"/>
                  </a:lnTo>
                  <a:lnTo>
                    <a:pt x="696125" y="114465"/>
                  </a:lnTo>
                  <a:lnTo>
                    <a:pt x="685736" y="124866"/>
                  </a:lnTo>
                  <a:lnTo>
                    <a:pt x="685736" y="133273"/>
                  </a:lnTo>
                  <a:lnTo>
                    <a:pt x="729856" y="177419"/>
                  </a:lnTo>
                  <a:lnTo>
                    <a:pt x="731913" y="179438"/>
                  </a:lnTo>
                  <a:lnTo>
                    <a:pt x="732205" y="182435"/>
                  </a:lnTo>
                  <a:lnTo>
                    <a:pt x="696569" y="235559"/>
                  </a:lnTo>
                  <a:lnTo>
                    <a:pt x="696087" y="240271"/>
                  </a:lnTo>
                  <a:lnTo>
                    <a:pt x="739546" y="345147"/>
                  </a:lnTo>
                  <a:lnTo>
                    <a:pt x="743178" y="348145"/>
                  </a:lnTo>
                  <a:lnTo>
                    <a:pt x="805967" y="360489"/>
                  </a:lnTo>
                  <a:lnTo>
                    <a:pt x="807859" y="362813"/>
                  </a:lnTo>
                  <a:lnTo>
                    <a:pt x="807859" y="471576"/>
                  </a:lnTo>
                  <a:lnTo>
                    <a:pt x="805967" y="473887"/>
                  </a:lnTo>
                  <a:lnTo>
                    <a:pt x="743178" y="486257"/>
                  </a:lnTo>
                  <a:lnTo>
                    <a:pt x="739546" y="489254"/>
                  </a:lnTo>
                  <a:lnTo>
                    <a:pt x="696087" y="594131"/>
                  </a:lnTo>
                  <a:lnTo>
                    <a:pt x="696569" y="598817"/>
                  </a:lnTo>
                  <a:lnTo>
                    <a:pt x="732205" y="651979"/>
                  </a:lnTo>
                  <a:lnTo>
                    <a:pt x="731913" y="654951"/>
                  </a:lnTo>
                  <a:lnTo>
                    <a:pt x="685736" y="701154"/>
                  </a:lnTo>
                  <a:lnTo>
                    <a:pt x="685736" y="709574"/>
                  </a:lnTo>
                  <a:lnTo>
                    <a:pt x="693521" y="717372"/>
                  </a:lnTo>
                  <a:lnTo>
                    <a:pt x="696950" y="718667"/>
                  </a:lnTo>
                  <a:lnTo>
                    <a:pt x="703732" y="718667"/>
                  </a:lnTo>
                  <a:lnTo>
                    <a:pt x="707148" y="717372"/>
                  </a:lnTo>
                  <a:lnTo>
                    <a:pt x="748665" y="675843"/>
                  </a:lnTo>
                  <a:lnTo>
                    <a:pt x="755218" y="666572"/>
                  </a:lnTo>
                  <a:lnTo>
                    <a:pt x="758126" y="656056"/>
                  </a:lnTo>
                  <a:lnTo>
                    <a:pt x="757313" y="645160"/>
                  </a:lnTo>
                  <a:lnTo>
                    <a:pt x="752678" y="634809"/>
                  </a:lnTo>
                  <a:lnTo>
                    <a:pt x="725093" y="593661"/>
                  </a:lnTo>
                  <a:lnTo>
                    <a:pt x="759688" y="510159"/>
                  </a:lnTo>
                  <a:lnTo>
                    <a:pt x="808291" y="500583"/>
                  </a:lnTo>
                  <a:lnTo>
                    <a:pt x="834466" y="468731"/>
                  </a:lnTo>
                  <a:lnTo>
                    <a:pt x="834466" y="365747"/>
                  </a:lnTo>
                  <a:close/>
                </a:path>
              </a:pathLst>
            </a:custGeom>
            <a:solidFill>
              <a:srgbClr val="2F4B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1653794" y="4618863"/>
            <a:ext cx="190500" cy="596265"/>
          </a:xfrm>
          <a:custGeom>
            <a:avLst/>
            <a:gdLst/>
            <a:ahLst/>
            <a:cxnLst/>
            <a:rect l="l" t="t" r="r" b="b"/>
            <a:pathLst>
              <a:path w="190500" h="596264">
                <a:moveTo>
                  <a:pt x="76200" y="481711"/>
                </a:moveTo>
                <a:lnTo>
                  <a:pt x="0" y="481711"/>
                </a:lnTo>
                <a:lnTo>
                  <a:pt x="95250" y="596011"/>
                </a:lnTo>
                <a:lnTo>
                  <a:pt x="174625" y="500761"/>
                </a:lnTo>
                <a:lnTo>
                  <a:pt x="76200" y="500761"/>
                </a:lnTo>
                <a:lnTo>
                  <a:pt x="76200" y="481711"/>
                </a:lnTo>
                <a:close/>
              </a:path>
              <a:path w="190500" h="596264">
                <a:moveTo>
                  <a:pt x="114300" y="0"/>
                </a:moveTo>
                <a:lnTo>
                  <a:pt x="76200" y="0"/>
                </a:lnTo>
                <a:lnTo>
                  <a:pt x="76200" y="500761"/>
                </a:lnTo>
                <a:lnTo>
                  <a:pt x="114300" y="500761"/>
                </a:lnTo>
                <a:lnTo>
                  <a:pt x="114300" y="0"/>
                </a:lnTo>
                <a:close/>
              </a:path>
              <a:path w="190500" h="596264">
                <a:moveTo>
                  <a:pt x="190500" y="481711"/>
                </a:moveTo>
                <a:lnTo>
                  <a:pt x="114300" y="481711"/>
                </a:lnTo>
                <a:lnTo>
                  <a:pt x="114300" y="500761"/>
                </a:lnTo>
                <a:lnTo>
                  <a:pt x="174625" y="500761"/>
                </a:lnTo>
                <a:lnTo>
                  <a:pt x="190500" y="481711"/>
                </a:lnTo>
                <a:close/>
              </a:path>
            </a:pathLst>
          </a:custGeom>
          <a:solidFill>
            <a:srgbClr val="258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74465" y="5293486"/>
            <a:ext cx="1389380" cy="1868170"/>
          </a:xfrm>
          <a:custGeom>
            <a:avLst/>
            <a:gdLst/>
            <a:ahLst/>
            <a:cxnLst/>
            <a:rect l="l" t="t" r="r" b="b"/>
            <a:pathLst>
              <a:path w="1389379" h="1868170">
                <a:moveTo>
                  <a:pt x="1312799" y="95250"/>
                </a:moveTo>
                <a:lnTo>
                  <a:pt x="1274699" y="95250"/>
                </a:lnTo>
                <a:lnTo>
                  <a:pt x="1274605" y="706247"/>
                </a:lnTo>
                <a:lnTo>
                  <a:pt x="1273683" y="725042"/>
                </a:lnTo>
                <a:lnTo>
                  <a:pt x="1265936" y="765301"/>
                </a:lnTo>
                <a:lnTo>
                  <a:pt x="1250442" y="803148"/>
                </a:lnTo>
                <a:lnTo>
                  <a:pt x="1227709" y="837311"/>
                </a:lnTo>
                <a:lnTo>
                  <a:pt x="1198626" y="866775"/>
                </a:lnTo>
                <a:lnTo>
                  <a:pt x="1164589" y="889635"/>
                </a:lnTo>
                <a:lnTo>
                  <a:pt x="1126998" y="905510"/>
                </a:lnTo>
                <a:lnTo>
                  <a:pt x="1086739" y="913638"/>
                </a:lnTo>
                <a:lnTo>
                  <a:pt x="1065149" y="914780"/>
                </a:lnTo>
                <a:lnTo>
                  <a:pt x="246761" y="914780"/>
                </a:lnTo>
                <a:lnTo>
                  <a:pt x="222250" y="916177"/>
                </a:lnTo>
                <a:lnTo>
                  <a:pt x="174751" y="925829"/>
                </a:lnTo>
                <a:lnTo>
                  <a:pt x="130301" y="944499"/>
                </a:lnTo>
                <a:lnTo>
                  <a:pt x="90043" y="971550"/>
                </a:lnTo>
                <a:lnTo>
                  <a:pt x="55625" y="1006221"/>
                </a:lnTo>
                <a:lnTo>
                  <a:pt x="28829" y="1046607"/>
                </a:lnTo>
                <a:lnTo>
                  <a:pt x="10540" y="1091311"/>
                </a:lnTo>
                <a:lnTo>
                  <a:pt x="1143" y="1138936"/>
                </a:lnTo>
                <a:lnTo>
                  <a:pt x="0" y="1162430"/>
                </a:lnTo>
                <a:lnTo>
                  <a:pt x="0" y="1867662"/>
                </a:lnTo>
                <a:lnTo>
                  <a:pt x="38100" y="1867662"/>
                </a:lnTo>
                <a:lnTo>
                  <a:pt x="38100" y="1162430"/>
                </a:lnTo>
                <a:lnTo>
                  <a:pt x="39243" y="1140840"/>
                </a:lnTo>
                <a:lnTo>
                  <a:pt x="47498" y="1100582"/>
                </a:lnTo>
                <a:lnTo>
                  <a:pt x="63246" y="1062989"/>
                </a:lnTo>
                <a:lnTo>
                  <a:pt x="86106" y="1028953"/>
                </a:lnTo>
                <a:lnTo>
                  <a:pt x="115570" y="999871"/>
                </a:lnTo>
                <a:lnTo>
                  <a:pt x="149860" y="977138"/>
                </a:lnTo>
                <a:lnTo>
                  <a:pt x="187579" y="961643"/>
                </a:lnTo>
                <a:lnTo>
                  <a:pt x="227964" y="953897"/>
                </a:lnTo>
                <a:lnTo>
                  <a:pt x="248665" y="952880"/>
                </a:lnTo>
                <a:lnTo>
                  <a:pt x="1065149" y="952880"/>
                </a:lnTo>
                <a:lnTo>
                  <a:pt x="1088644" y="951738"/>
                </a:lnTo>
                <a:lnTo>
                  <a:pt x="1136269" y="942466"/>
                </a:lnTo>
                <a:lnTo>
                  <a:pt x="1180846" y="924178"/>
                </a:lnTo>
                <a:lnTo>
                  <a:pt x="1221359" y="897382"/>
                </a:lnTo>
                <a:lnTo>
                  <a:pt x="1256030" y="862964"/>
                </a:lnTo>
                <a:lnTo>
                  <a:pt x="1283081" y="822705"/>
                </a:lnTo>
                <a:lnTo>
                  <a:pt x="1301750" y="778128"/>
                </a:lnTo>
                <a:lnTo>
                  <a:pt x="1311402" y="730630"/>
                </a:lnTo>
                <a:lnTo>
                  <a:pt x="1312799" y="706247"/>
                </a:lnTo>
                <a:lnTo>
                  <a:pt x="1312799" y="95250"/>
                </a:lnTo>
                <a:close/>
              </a:path>
              <a:path w="1389379" h="1868170">
                <a:moveTo>
                  <a:pt x="1293749" y="0"/>
                </a:moveTo>
                <a:lnTo>
                  <a:pt x="1198499" y="114300"/>
                </a:lnTo>
                <a:lnTo>
                  <a:pt x="1274699" y="114300"/>
                </a:lnTo>
                <a:lnTo>
                  <a:pt x="1274699" y="95250"/>
                </a:lnTo>
                <a:lnTo>
                  <a:pt x="1373124" y="95250"/>
                </a:lnTo>
                <a:lnTo>
                  <a:pt x="1293749" y="0"/>
                </a:lnTo>
                <a:close/>
              </a:path>
              <a:path w="1389379" h="1868170">
                <a:moveTo>
                  <a:pt x="1373124" y="95250"/>
                </a:moveTo>
                <a:lnTo>
                  <a:pt x="1312799" y="95250"/>
                </a:lnTo>
                <a:lnTo>
                  <a:pt x="1312799" y="114300"/>
                </a:lnTo>
                <a:lnTo>
                  <a:pt x="1388999" y="114300"/>
                </a:lnTo>
                <a:lnTo>
                  <a:pt x="1373124" y="95250"/>
                </a:lnTo>
                <a:close/>
              </a:path>
            </a:pathLst>
          </a:custGeom>
          <a:solidFill>
            <a:srgbClr val="2587B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5244274" y="3802570"/>
            <a:ext cx="8187690" cy="2981960"/>
            <a:chOff x="5244274" y="3802570"/>
            <a:chExt cx="8187690" cy="2981960"/>
          </a:xfrm>
        </p:grpSpPr>
        <p:sp>
          <p:nvSpPr>
            <p:cNvPr id="10" name="object 10"/>
            <p:cNvSpPr/>
            <p:nvPr/>
          </p:nvSpPr>
          <p:spPr>
            <a:xfrm>
              <a:off x="11921490" y="5199380"/>
              <a:ext cx="1510030" cy="203200"/>
            </a:xfrm>
            <a:custGeom>
              <a:avLst/>
              <a:gdLst/>
              <a:ahLst/>
              <a:cxnLst/>
              <a:rect l="l" t="t" r="r" b="b"/>
              <a:pathLst>
                <a:path w="1510030" h="203200">
                  <a:moveTo>
                    <a:pt x="1396492" y="12573"/>
                  </a:moveTo>
                  <a:lnTo>
                    <a:pt x="1395729" y="88838"/>
                  </a:lnTo>
                  <a:lnTo>
                    <a:pt x="1414779" y="89027"/>
                  </a:lnTo>
                  <a:lnTo>
                    <a:pt x="1414400" y="126938"/>
                  </a:lnTo>
                  <a:lnTo>
                    <a:pt x="1414398" y="127127"/>
                  </a:lnTo>
                  <a:lnTo>
                    <a:pt x="1395346" y="127127"/>
                  </a:lnTo>
                  <a:lnTo>
                    <a:pt x="1394712" y="190500"/>
                  </a:lnTo>
                  <a:lnTo>
                    <a:pt x="1394586" y="203073"/>
                  </a:lnTo>
                  <a:lnTo>
                    <a:pt x="1487649" y="127127"/>
                  </a:lnTo>
                  <a:lnTo>
                    <a:pt x="1414398" y="127127"/>
                  </a:lnTo>
                  <a:lnTo>
                    <a:pt x="1487880" y="126938"/>
                  </a:lnTo>
                  <a:lnTo>
                    <a:pt x="1509902" y="108966"/>
                  </a:lnTo>
                  <a:lnTo>
                    <a:pt x="1396492" y="12573"/>
                  </a:lnTo>
                  <a:close/>
                </a:path>
                <a:path w="1510030" h="203200">
                  <a:moveTo>
                    <a:pt x="115188" y="0"/>
                  </a:moveTo>
                  <a:lnTo>
                    <a:pt x="0" y="94107"/>
                  </a:lnTo>
                  <a:lnTo>
                    <a:pt x="113283" y="190500"/>
                  </a:lnTo>
                  <a:lnTo>
                    <a:pt x="114046" y="114234"/>
                  </a:lnTo>
                  <a:lnTo>
                    <a:pt x="94995" y="114046"/>
                  </a:lnTo>
                  <a:lnTo>
                    <a:pt x="95375" y="76134"/>
                  </a:lnTo>
                  <a:lnTo>
                    <a:pt x="95376" y="75946"/>
                  </a:lnTo>
                  <a:lnTo>
                    <a:pt x="114429" y="75946"/>
                  </a:lnTo>
                  <a:lnTo>
                    <a:pt x="115063" y="12573"/>
                  </a:lnTo>
                  <a:lnTo>
                    <a:pt x="115188" y="0"/>
                  </a:lnTo>
                  <a:close/>
                </a:path>
                <a:path w="1510030" h="203200">
                  <a:moveTo>
                    <a:pt x="1395729" y="88838"/>
                  </a:moveTo>
                  <a:lnTo>
                    <a:pt x="1395348" y="126938"/>
                  </a:lnTo>
                  <a:lnTo>
                    <a:pt x="1414398" y="127127"/>
                  </a:lnTo>
                  <a:lnTo>
                    <a:pt x="1414729" y="94107"/>
                  </a:lnTo>
                  <a:lnTo>
                    <a:pt x="1414779" y="89027"/>
                  </a:lnTo>
                  <a:lnTo>
                    <a:pt x="1395729" y="88838"/>
                  </a:lnTo>
                  <a:close/>
                </a:path>
                <a:path w="1510030" h="203200">
                  <a:moveTo>
                    <a:pt x="114427" y="76134"/>
                  </a:moveTo>
                  <a:lnTo>
                    <a:pt x="114099" y="108966"/>
                  </a:lnTo>
                  <a:lnTo>
                    <a:pt x="114046" y="114234"/>
                  </a:lnTo>
                  <a:lnTo>
                    <a:pt x="1395348" y="126938"/>
                  </a:lnTo>
                  <a:lnTo>
                    <a:pt x="1395676" y="94107"/>
                  </a:lnTo>
                  <a:lnTo>
                    <a:pt x="1395729" y="88838"/>
                  </a:lnTo>
                  <a:lnTo>
                    <a:pt x="114427" y="76134"/>
                  </a:lnTo>
                  <a:close/>
                </a:path>
                <a:path w="1510030" h="203200">
                  <a:moveTo>
                    <a:pt x="95376" y="75946"/>
                  </a:moveTo>
                  <a:lnTo>
                    <a:pt x="95046" y="108966"/>
                  </a:lnTo>
                  <a:lnTo>
                    <a:pt x="94995" y="114046"/>
                  </a:lnTo>
                  <a:lnTo>
                    <a:pt x="114046" y="114234"/>
                  </a:lnTo>
                  <a:lnTo>
                    <a:pt x="114427" y="76134"/>
                  </a:lnTo>
                  <a:lnTo>
                    <a:pt x="95376" y="75946"/>
                  </a:lnTo>
                  <a:close/>
                </a:path>
                <a:path w="1510030" h="203200">
                  <a:moveTo>
                    <a:pt x="114429" y="75946"/>
                  </a:moveTo>
                  <a:lnTo>
                    <a:pt x="95376" y="75946"/>
                  </a:lnTo>
                  <a:lnTo>
                    <a:pt x="114427" y="76134"/>
                  </a:lnTo>
                  <a:lnTo>
                    <a:pt x="114429" y="75946"/>
                  </a:lnTo>
                  <a:close/>
                </a:path>
              </a:pathLst>
            </a:custGeom>
            <a:solidFill>
              <a:srgbClr val="2587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268086" y="3826383"/>
              <a:ext cx="6653530" cy="2934335"/>
            </a:xfrm>
            <a:custGeom>
              <a:avLst/>
              <a:gdLst/>
              <a:ahLst/>
              <a:cxnLst/>
              <a:rect l="l" t="t" r="r" b="b"/>
              <a:pathLst>
                <a:path w="6653530" h="2934334">
                  <a:moveTo>
                    <a:pt x="6653403" y="0"/>
                  </a:moveTo>
                  <a:lnTo>
                    <a:pt x="0" y="0"/>
                  </a:lnTo>
                  <a:lnTo>
                    <a:pt x="0" y="2934208"/>
                  </a:lnTo>
                  <a:lnTo>
                    <a:pt x="6653403" y="2934208"/>
                  </a:lnTo>
                  <a:lnTo>
                    <a:pt x="66534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268086" y="3826383"/>
              <a:ext cx="6653530" cy="2934335"/>
            </a:xfrm>
            <a:custGeom>
              <a:avLst/>
              <a:gdLst/>
              <a:ahLst/>
              <a:cxnLst/>
              <a:rect l="l" t="t" r="r" b="b"/>
              <a:pathLst>
                <a:path w="6653530" h="2934334">
                  <a:moveTo>
                    <a:pt x="0" y="2934208"/>
                  </a:moveTo>
                  <a:lnTo>
                    <a:pt x="6653403" y="2934208"/>
                  </a:lnTo>
                  <a:lnTo>
                    <a:pt x="6653403" y="0"/>
                  </a:lnTo>
                  <a:lnTo>
                    <a:pt x="0" y="0"/>
                  </a:lnTo>
                  <a:lnTo>
                    <a:pt x="0" y="2934208"/>
                  </a:lnTo>
                  <a:close/>
                </a:path>
              </a:pathLst>
            </a:custGeom>
            <a:ln w="47625">
              <a:solidFill>
                <a:srgbClr val="5BB1E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5482780" y="2041144"/>
            <a:ext cx="6407785" cy="1816100"/>
            <a:chOff x="5482780" y="2041144"/>
            <a:chExt cx="6407785" cy="1816100"/>
          </a:xfrm>
        </p:grpSpPr>
        <p:sp>
          <p:nvSpPr>
            <p:cNvPr id="14" name="object 14"/>
            <p:cNvSpPr/>
            <p:nvPr/>
          </p:nvSpPr>
          <p:spPr>
            <a:xfrm>
              <a:off x="5506592" y="2064956"/>
              <a:ext cx="6360160" cy="1146810"/>
            </a:xfrm>
            <a:custGeom>
              <a:avLst/>
              <a:gdLst/>
              <a:ahLst/>
              <a:cxnLst/>
              <a:rect l="l" t="t" r="r" b="b"/>
              <a:pathLst>
                <a:path w="6360159" h="1146810">
                  <a:moveTo>
                    <a:pt x="0" y="1146492"/>
                  </a:moveTo>
                  <a:lnTo>
                    <a:pt x="6359651" y="1146492"/>
                  </a:lnTo>
                  <a:lnTo>
                    <a:pt x="6359651" y="0"/>
                  </a:lnTo>
                  <a:lnTo>
                    <a:pt x="0" y="0"/>
                  </a:lnTo>
                  <a:lnTo>
                    <a:pt x="0" y="1146492"/>
                  </a:lnTo>
                  <a:close/>
                </a:path>
              </a:pathLst>
            </a:custGeom>
            <a:ln w="47625">
              <a:solidFill>
                <a:srgbClr val="5BB1E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740730" y="2439187"/>
              <a:ext cx="435609" cy="367030"/>
            </a:xfrm>
            <a:custGeom>
              <a:avLst/>
              <a:gdLst/>
              <a:ahLst/>
              <a:cxnLst/>
              <a:rect l="l" t="t" r="r" b="b"/>
              <a:pathLst>
                <a:path w="435610" h="367030">
                  <a:moveTo>
                    <a:pt x="435584" y="204800"/>
                  </a:moveTo>
                  <a:lnTo>
                    <a:pt x="424484" y="219798"/>
                  </a:lnTo>
                  <a:lnTo>
                    <a:pt x="393560" y="232829"/>
                  </a:lnTo>
                  <a:lnTo>
                    <a:pt x="389191" y="233781"/>
                  </a:lnTo>
                  <a:lnTo>
                    <a:pt x="389191" y="280771"/>
                  </a:lnTo>
                  <a:lnTo>
                    <a:pt x="389191" y="299707"/>
                  </a:lnTo>
                  <a:lnTo>
                    <a:pt x="381762" y="307365"/>
                  </a:lnTo>
                  <a:lnTo>
                    <a:pt x="363499" y="307365"/>
                  </a:lnTo>
                  <a:lnTo>
                    <a:pt x="356133" y="299707"/>
                  </a:lnTo>
                  <a:lnTo>
                    <a:pt x="356133" y="280771"/>
                  </a:lnTo>
                  <a:lnTo>
                    <a:pt x="363499" y="273113"/>
                  </a:lnTo>
                  <a:lnTo>
                    <a:pt x="381762" y="273113"/>
                  </a:lnTo>
                  <a:lnTo>
                    <a:pt x="389191" y="280771"/>
                  </a:lnTo>
                  <a:lnTo>
                    <a:pt x="389191" y="233781"/>
                  </a:lnTo>
                  <a:lnTo>
                    <a:pt x="346417" y="243103"/>
                  </a:lnTo>
                  <a:lnTo>
                    <a:pt x="286626" y="249834"/>
                  </a:lnTo>
                  <a:lnTo>
                    <a:pt x="217792" y="252260"/>
                  </a:lnTo>
                  <a:lnTo>
                    <a:pt x="148945" y="249834"/>
                  </a:lnTo>
                  <a:lnTo>
                    <a:pt x="89166" y="243103"/>
                  </a:lnTo>
                  <a:lnTo>
                    <a:pt x="42011" y="232829"/>
                  </a:lnTo>
                  <a:lnTo>
                    <a:pt x="11099" y="219798"/>
                  </a:lnTo>
                  <a:lnTo>
                    <a:pt x="0" y="204800"/>
                  </a:lnTo>
                  <a:lnTo>
                    <a:pt x="0" y="309638"/>
                  </a:lnTo>
                  <a:lnTo>
                    <a:pt x="42011" y="343509"/>
                  </a:lnTo>
                  <a:lnTo>
                    <a:pt x="89166" y="355930"/>
                  </a:lnTo>
                  <a:lnTo>
                    <a:pt x="148945" y="364070"/>
                  </a:lnTo>
                  <a:lnTo>
                    <a:pt x="217792" y="366991"/>
                  </a:lnTo>
                  <a:lnTo>
                    <a:pt x="286626" y="364070"/>
                  </a:lnTo>
                  <a:lnTo>
                    <a:pt x="346417" y="355930"/>
                  </a:lnTo>
                  <a:lnTo>
                    <a:pt x="393560" y="343509"/>
                  </a:lnTo>
                  <a:lnTo>
                    <a:pt x="424484" y="327774"/>
                  </a:lnTo>
                  <a:lnTo>
                    <a:pt x="435584" y="309638"/>
                  </a:lnTo>
                  <a:lnTo>
                    <a:pt x="435584" y="307365"/>
                  </a:lnTo>
                  <a:lnTo>
                    <a:pt x="435584" y="273113"/>
                  </a:lnTo>
                  <a:lnTo>
                    <a:pt x="435584" y="252260"/>
                  </a:lnTo>
                  <a:lnTo>
                    <a:pt x="435584" y="204800"/>
                  </a:lnTo>
                  <a:close/>
                </a:path>
                <a:path w="435610" h="367030">
                  <a:moveTo>
                    <a:pt x="435584" y="45389"/>
                  </a:moveTo>
                  <a:lnTo>
                    <a:pt x="393560" y="18592"/>
                  </a:lnTo>
                  <a:lnTo>
                    <a:pt x="346417" y="8763"/>
                  </a:lnTo>
                  <a:lnTo>
                    <a:pt x="286626" y="2324"/>
                  </a:lnTo>
                  <a:lnTo>
                    <a:pt x="217792" y="0"/>
                  </a:lnTo>
                  <a:lnTo>
                    <a:pt x="148945" y="2324"/>
                  </a:lnTo>
                  <a:lnTo>
                    <a:pt x="89166" y="8763"/>
                  </a:lnTo>
                  <a:lnTo>
                    <a:pt x="42011" y="18592"/>
                  </a:lnTo>
                  <a:lnTo>
                    <a:pt x="11099" y="31051"/>
                  </a:lnTo>
                  <a:lnTo>
                    <a:pt x="0" y="45389"/>
                  </a:lnTo>
                  <a:lnTo>
                    <a:pt x="11099" y="59766"/>
                  </a:lnTo>
                  <a:lnTo>
                    <a:pt x="42011" y="72237"/>
                  </a:lnTo>
                  <a:lnTo>
                    <a:pt x="89166" y="82067"/>
                  </a:lnTo>
                  <a:lnTo>
                    <a:pt x="148945" y="88506"/>
                  </a:lnTo>
                  <a:lnTo>
                    <a:pt x="217792" y="90817"/>
                  </a:lnTo>
                  <a:lnTo>
                    <a:pt x="286626" y="88506"/>
                  </a:lnTo>
                  <a:lnTo>
                    <a:pt x="346417" y="82067"/>
                  </a:lnTo>
                  <a:lnTo>
                    <a:pt x="393560" y="72237"/>
                  </a:lnTo>
                  <a:lnTo>
                    <a:pt x="424484" y="59766"/>
                  </a:lnTo>
                  <a:lnTo>
                    <a:pt x="435584" y="45389"/>
                  </a:lnTo>
                  <a:close/>
                </a:path>
              </a:pathLst>
            </a:custGeom>
            <a:solidFill>
              <a:srgbClr val="393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740730" y="2509697"/>
              <a:ext cx="435609" cy="438150"/>
            </a:xfrm>
            <a:custGeom>
              <a:avLst/>
              <a:gdLst/>
              <a:ahLst/>
              <a:cxnLst/>
              <a:rect l="l" t="t" r="r" b="b"/>
              <a:pathLst>
                <a:path w="435610" h="438150">
                  <a:moveTo>
                    <a:pt x="435584" y="275551"/>
                  </a:moveTo>
                  <a:lnTo>
                    <a:pt x="424484" y="290550"/>
                  </a:lnTo>
                  <a:lnTo>
                    <a:pt x="393560" y="303580"/>
                  </a:lnTo>
                  <a:lnTo>
                    <a:pt x="389191" y="304546"/>
                  </a:lnTo>
                  <a:lnTo>
                    <a:pt x="389191" y="351548"/>
                  </a:lnTo>
                  <a:lnTo>
                    <a:pt x="389191" y="370446"/>
                  </a:lnTo>
                  <a:lnTo>
                    <a:pt x="381762" y="378142"/>
                  </a:lnTo>
                  <a:lnTo>
                    <a:pt x="363499" y="378142"/>
                  </a:lnTo>
                  <a:lnTo>
                    <a:pt x="356133" y="370446"/>
                  </a:lnTo>
                  <a:lnTo>
                    <a:pt x="356133" y="351548"/>
                  </a:lnTo>
                  <a:lnTo>
                    <a:pt x="363499" y="343852"/>
                  </a:lnTo>
                  <a:lnTo>
                    <a:pt x="381762" y="343852"/>
                  </a:lnTo>
                  <a:lnTo>
                    <a:pt x="389191" y="351548"/>
                  </a:lnTo>
                  <a:lnTo>
                    <a:pt x="389191" y="304546"/>
                  </a:lnTo>
                  <a:lnTo>
                    <a:pt x="346417" y="313867"/>
                  </a:lnTo>
                  <a:lnTo>
                    <a:pt x="286626" y="320611"/>
                  </a:lnTo>
                  <a:lnTo>
                    <a:pt x="217792" y="323037"/>
                  </a:lnTo>
                  <a:lnTo>
                    <a:pt x="148945" y="320611"/>
                  </a:lnTo>
                  <a:lnTo>
                    <a:pt x="89166" y="313867"/>
                  </a:lnTo>
                  <a:lnTo>
                    <a:pt x="42011" y="303580"/>
                  </a:lnTo>
                  <a:lnTo>
                    <a:pt x="11099" y="290550"/>
                  </a:lnTo>
                  <a:lnTo>
                    <a:pt x="0" y="275539"/>
                  </a:lnTo>
                  <a:lnTo>
                    <a:pt x="0" y="380377"/>
                  </a:lnTo>
                  <a:lnTo>
                    <a:pt x="42011" y="414261"/>
                  </a:lnTo>
                  <a:lnTo>
                    <a:pt x="89166" y="426694"/>
                  </a:lnTo>
                  <a:lnTo>
                    <a:pt x="148945" y="434835"/>
                  </a:lnTo>
                  <a:lnTo>
                    <a:pt x="217792" y="437769"/>
                  </a:lnTo>
                  <a:lnTo>
                    <a:pt x="286626" y="434835"/>
                  </a:lnTo>
                  <a:lnTo>
                    <a:pt x="346417" y="426694"/>
                  </a:lnTo>
                  <a:lnTo>
                    <a:pt x="393560" y="414261"/>
                  </a:lnTo>
                  <a:lnTo>
                    <a:pt x="424484" y="398513"/>
                  </a:lnTo>
                  <a:lnTo>
                    <a:pt x="435584" y="380377"/>
                  </a:lnTo>
                  <a:lnTo>
                    <a:pt x="435584" y="378142"/>
                  </a:lnTo>
                  <a:lnTo>
                    <a:pt x="435584" y="343852"/>
                  </a:lnTo>
                  <a:lnTo>
                    <a:pt x="435584" y="323037"/>
                  </a:lnTo>
                  <a:lnTo>
                    <a:pt x="435584" y="275551"/>
                  </a:lnTo>
                  <a:close/>
                </a:path>
                <a:path w="435610" h="438150">
                  <a:moveTo>
                    <a:pt x="435584" y="0"/>
                  </a:moveTo>
                  <a:lnTo>
                    <a:pt x="424484" y="14338"/>
                  </a:lnTo>
                  <a:lnTo>
                    <a:pt x="393560" y="26797"/>
                  </a:lnTo>
                  <a:lnTo>
                    <a:pt x="389191" y="27711"/>
                  </a:lnTo>
                  <a:lnTo>
                    <a:pt x="389191" y="73571"/>
                  </a:lnTo>
                  <a:lnTo>
                    <a:pt x="389191" y="92481"/>
                  </a:lnTo>
                  <a:lnTo>
                    <a:pt x="381673" y="100241"/>
                  </a:lnTo>
                  <a:lnTo>
                    <a:pt x="363588" y="100241"/>
                  </a:lnTo>
                  <a:lnTo>
                    <a:pt x="356133" y="92481"/>
                  </a:lnTo>
                  <a:lnTo>
                    <a:pt x="356133" y="73571"/>
                  </a:lnTo>
                  <a:lnTo>
                    <a:pt x="363499" y="65900"/>
                  </a:lnTo>
                  <a:lnTo>
                    <a:pt x="381762" y="65900"/>
                  </a:lnTo>
                  <a:lnTo>
                    <a:pt x="389191" y="73571"/>
                  </a:lnTo>
                  <a:lnTo>
                    <a:pt x="389191" y="27711"/>
                  </a:lnTo>
                  <a:lnTo>
                    <a:pt x="346417" y="36614"/>
                  </a:lnTo>
                  <a:lnTo>
                    <a:pt x="286626" y="43053"/>
                  </a:lnTo>
                  <a:lnTo>
                    <a:pt x="217792" y="45364"/>
                  </a:lnTo>
                  <a:lnTo>
                    <a:pt x="148945" y="43053"/>
                  </a:lnTo>
                  <a:lnTo>
                    <a:pt x="89166" y="36614"/>
                  </a:lnTo>
                  <a:lnTo>
                    <a:pt x="42011" y="26797"/>
                  </a:lnTo>
                  <a:lnTo>
                    <a:pt x="11099" y="14338"/>
                  </a:lnTo>
                  <a:lnTo>
                    <a:pt x="0" y="0"/>
                  </a:lnTo>
                  <a:lnTo>
                    <a:pt x="0" y="100241"/>
                  </a:lnTo>
                  <a:lnTo>
                    <a:pt x="42011" y="132626"/>
                  </a:lnTo>
                  <a:lnTo>
                    <a:pt x="89166" y="144500"/>
                  </a:lnTo>
                  <a:lnTo>
                    <a:pt x="148945" y="152285"/>
                  </a:lnTo>
                  <a:lnTo>
                    <a:pt x="217792" y="155079"/>
                  </a:lnTo>
                  <a:lnTo>
                    <a:pt x="286626" y="152285"/>
                  </a:lnTo>
                  <a:lnTo>
                    <a:pt x="346417" y="144500"/>
                  </a:lnTo>
                  <a:lnTo>
                    <a:pt x="393560" y="132638"/>
                  </a:lnTo>
                  <a:lnTo>
                    <a:pt x="424484" y="117576"/>
                  </a:lnTo>
                  <a:lnTo>
                    <a:pt x="435584" y="100241"/>
                  </a:lnTo>
                  <a:lnTo>
                    <a:pt x="435584" y="65900"/>
                  </a:lnTo>
                  <a:lnTo>
                    <a:pt x="435584" y="45364"/>
                  </a:lnTo>
                  <a:lnTo>
                    <a:pt x="435584" y="0"/>
                  </a:lnTo>
                  <a:close/>
                </a:path>
              </a:pathLst>
            </a:custGeom>
            <a:solidFill>
              <a:srgbClr val="427C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953072" y="2439187"/>
              <a:ext cx="435609" cy="367030"/>
            </a:xfrm>
            <a:custGeom>
              <a:avLst/>
              <a:gdLst/>
              <a:ahLst/>
              <a:cxnLst/>
              <a:rect l="l" t="t" r="r" b="b"/>
              <a:pathLst>
                <a:path w="435609" h="367030">
                  <a:moveTo>
                    <a:pt x="435597" y="204800"/>
                  </a:moveTo>
                  <a:lnTo>
                    <a:pt x="424484" y="219798"/>
                  </a:lnTo>
                  <a:lnTo>
                    <a:pt x="393573" y="232829"/>
                  </a:lnTo>
                  <a:lnTo>
                    <a:pt x="389191" y="233794"/>
                  </a:lnTo>
                  <a:lnTo>
                    <a:pt x="389191" y="280771"/>
                  </a:lnTo>
                  <a:lnTo>
                    <a:pt x="389191" y="299707"/>
                  </a:lnTo>
                  <a:lnTo>
                    <a:pt x="381762" y="307365"/>
                  </a:lnTo>
                  <a:lnTo>
                    <a:pt x="363512" y="307365"/>
                  </a:lnTo>
                  <a:lnTo>
                    <a:pt x="356133" y="299707"/>
                  </a:lnTo>
                  <a:lnTo>
                    <a:pt x="356133" y="280771"/>
                  </a:lnTo>
                  <a:lnTo>
                    <a:pt x="363512" y="273113"/>
                  </a:lnTo>
                  <a:lnTo>
                    <a:pt x="381762" y="273113"/>
                  </a:lnTo>
                  <a:lnTo>
                    <a:pt x="389191" y="280771"/>
                  </a:lnTo>
                  <a:lnTo>
                    <a:pt x="389191" y="233794"/>
                  </a:lnTo>
                  <a:lnTo>
                    <a:pt x="346430" y="243103"/>
                  </a:lnTo>
                  <a:lnTo>
                    <a:pt x="286639" y="249834"/>
                  </a:lnTo>
                  <a:lnTo>
                    <a:pt x="217792" y="252260"/>
                  </a:lnTo>
                  <a:lnTo>
                    <a:pt x="148945" y="249834"/>
                  </a:lnTo>
                  <a:lnTo>
                    <a:pt x="89166" y="243103"/>
                  </a:lnTo>
                  <a:lnTo>
                    <a:pt x="42011" y="232829"/>
                  </a:lnTo>
                  <a:lnTo>
                    <a:pt x="11099" y="219798"/>
                  </a:lnTo>
                  <a:lnTo>
                    <a:pt x="0" y="204800"/>
                  </a:lnTo>
                  <a:lnTo>
                    <a:pt x="0" y="309638"/>
                  </a:lnTo>
                  <a:lnTo>
                    <a:pt x="42011" y="343509"/>
                  </a:lnTo>
                  <a:lnTo>
                    <a:pt x="89166" y="355930"/>
                  </a:lnTo>
                  <a:lnTo>
                    <a:pt x="148945" y="364070"/>
                  </a:lnTo>
                  <a:lnTo>
                    <a:pt x="217792" y="366991"/>
                  </a:lnTo>
                  <a:lnTo>
                    <a:pt x="286639" y="364070"/>
                  </a:lnTo>
                  <a:lnTo>
                    <a:pt x="346430" y="355930"/>
                  </a:lnTo>
                  <a:lnTo>
                    <a:pt x="393573" y="343509"/>
                  </a:lnTo>
                  <a:lnTo>
                    <a:pt x="424484" y="327774"/>
                  </a:lnTo>
                  <a:lnTo>
                    <a:pt x="435597" y="309638"/>
                  </a:lnTo>
                  <a:lnTo>
                    <a:pt x="435597" y="307365"/>
                  </a:lnTo>
                  <a:lnTo>
                    <a:pt x="435597" y="273113"/>
                  </a:lnTo>
                  <a:lnTo>
                    <a:pt x="435597" y="252260"/>
                  </a:lnTo>
                  <a:lnTo>
                    <a:pt x="435597" y="204800"/>
                  </a:lnTo>
                  <a:close/>
                </a:path>
                <a:path w="435609" h="367030">
                  <a:moveTo>
                    <a:pt x="435597" y="45389"/>
                  </a:moveTo>
                  <a:lnTo>
                    <a:pt x="393573" y="18592"/>
                  </a:lnTo>
                  <a:lnTo>
                    <a:pt x="346430" y="8763"/>
                  </a:lnTo>
                  <a:lnTo>
                    <a:pt x="286639" y="2324"/>
                  </a:lnTo>
                  <a:lnTo>
                    <a:pt x="217792" y="0"/>
                  </a:lnTo>
                  <a:lnTo>
                    <a:pt x="148945" y="2324"/>
                  </a:lnTo>
                  <a:lnTo>
                    <a:pt x="89166" y="8763"/>
                  </a:lnTo>
                  <a:lnTo>
                    <a:pt x="42011" y="18592"/>
                  </a:lnTo>
                  <a:lnTo>
                    <a:pt x="11099" y="31051"/>
                  </a:lnTo>
                  <a:lnTo>
                    <a:pt x="0" y="45389"/>
                  </a:lnTo>
                  <a:lnTo>
                    <a:pt x="11099" y="59766"/>
                  </a:lnTo>
                  <a:lnTo>
                    <a:pt x="42011" y="72237"/>
                  </a:lnTo>
                  <a:lnTo>
                    <a:pt x="89166" y="82067"/>
                  </a:lnTo>
                  <a:lnTo>
                    <a:pt x="148945" y="88506"/>
                  </a:lnTo>
                  <a:lnTo>
                    <a:pt x="217792" y="90817"/>
                  </a:lnTo>
                  <a:lnTo>
                    <a:pt x="286639" y="88506"/>
                  </a:lnTo>
                  <a:lnTo>
                    <a:pt x="346430" y="82067"/>
                  </a:lnTo>
                  <a:lnTo>
                    <a:pt x="393573" y="72237"/>
                  </a:lnTo>
                  <a:lnTo>
                    <a:pt x="424484" y="59766"/>
                  </a:lnTo>
                  <a:lnTo>
                    <a:pt x="435597" y="45389"/>
                  </a:lnTo>
                  <a:close/>
                </a:path>
              </a:pathLst>
            </a:custGeom>
            <a:solidFill>
              <a:srgbClr val="393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953072" y="2509697"/>
              <a:ext cx="435609" cy="438150"/>
            </a:xfrm>
            <a:custGeom>
              <a:avLst/>
              <a:gdLst/>
              <a:ahLst/>
              <a:cxnLst/>
              <a:rect l="l" t="t" r="r" b="b"/>
              <a:pathLst>
                <a:path w="435609" h="438150">
                  <a:moveTo>
                    <a:pt x="435597" y="275551"/>
                  </a:moveTo>
                  <a:lnTo>
                    <a:pt x="424484" y="290550"/>
                  </a:lnTo>
                  <a:lnTo>
                    <a:pt x="393573" y="303580"/>
                  </a:lnTo>
                  <a:lnTo>
                    <a:pt x="389191" y="304546"/>
                  </a:lnTo>
                  <a:lnTo>
                    <a:pt x="389191" y="351548"/>
                  </a:lnTo>
                  <a:lnTo>
                    <a:pt x="389191" y="370446"/>
                  </a:lnTo>
                  <a:lnTo>
                    <a:pt x="381762" y="378142"/>
                  </a:lnTo>
                  <a:lnTo>
                    <a:pt x="363512" y="378142"/>
                  </a:lnTo>
                  <a:lnTo>
                    <a:pt x="356133" y="370446"/>
                  </a:lnTo>
                  <a:lnTo>
                    <a:pt x="356133" y="351548"/>
                  </a:lnTo>
                  <a:lnTo>
                    <a:pt x="363512" y="343852"/>
                  </a:lnTo>
                  <a:lnTo>
                    <a:pt x="381762" y="343852"/>
                  </a:lnTo>
                  <a:lnTo>
                    <a:pt x="389191" y="351548"/>
                  </a:lnTo>
                  <a:lnTo>
                    <a:pt x="389191" y="304546"/>
                  </a:lnTo>
                  <a:lnTo>
                    <a:pt x="346430" y="313867"/>
                  </a:lnTo>
                  <a:lnTo>
                    <a:pt x="286639" y="320611"/>
                  </a:lnTo>
                  <a:lnTo>
                    <a:pt x="217792" y="323037"/>
                  </a:lnTo>
                  <a:lnTo>
                    <a:pt x="148945" y="320611"/>
                  </a:lnTo>
                  <a:lnTo>
                    <a:pt x="89166" y="313867"/>
                  </a:lnTo>
                  <a:lnTo>
                    <a:pt x="42011" y="303580"/>
                  </a:lnTo>
                  <a:lnTo>
                    <a:pt x="11099" y="290550"/>
                  </a:lnTo>
                  <a:lnTo>
                    <a:pt x="0" y="275539"/>
                  </a:lnTo>
                  <a:lnTo>
                    <a:pt x="0" y="380377"/>
                  </a:lnTo>
                  <a:lnTo>
                    <a:pt x="42011" y="414261"/>
                  </a:lnTo>
                  <a:lnTo>
                    <a:pt x="89166" y="426694"/>
                  </a:lnTo>
                  <a:lnTo>
                    <a:pt x="148945" y="434835"/>
                  </a:lnTo>
                  <a:lnTo>
                    <a:pt x="217792" y="437769"/>
                  </a:lnTo>
                  <a:lnTo>
                    <a:pt x="286639" y="434835"/>
                  </a:lnTo>
                  <a:lnTo>
                    <a:pt x="346430" y="426694"/>
                  </a:lnTo>
                  <a:lnTo>
                    <a:pt x="393573" y="414261"/>
                  </a:lnTo>
                  <a:lnTo>
                    <a:pt x="424484" y="398513"/>
                  </a:lnTo>
                  <a:lnTo>
                    <a:pt x="435597" y="380377"/>
                  </a:lnTo>
                  <a:lnTo>
                    <a:pt x="435597" y="378142"/>
                  </a:lnTo>
                  <a:lnTo>
                    <a:pt x="435597" y="343852"/>
                  </a:lnTo>
                  <a:lnTo>
                    <a:pt x="435597" y="323037"/>
                  </a:lnTo>
                  <a:lnTo>
                    <a:pt x="435597" y="275551"/>
                  </a:lnTo>
                  <a:close/>
                </a:path>
                <a:path w="435609" h="438150">
                  <a:moveTo>
                    <a:pt x="435597" y="0"/>
                  </a:moveTo>
                  <a:lnTo>
                    <a:pt x="424484" y="14338"/>
                  </a:lnTo>
                  <a:lnTo>
                    <a:pt x="393573" y="26797"/>
                  </a:lnTo>
                  <a:lnTo>
                    <a:pt x="389191" y="27711"/>
                  </a:lnTo>
                  <a:lnTo>
                    <a:pt x="389191" y="73571"/>
                  </a:lnTo>
                  <a:lnTo>
                    <a:pt x="389191" y="92481"/>
                  </a:lnTo>
                  <a:lnTo>
                    <a:pt x="381673" y="100241"/>
                  </a:lnTo>
                  <a:lnTo>
                    <a:pt x="363601" y="100241"/>
                  </a:lnTo>
                  <a:lnTo>
                    <a:pt x="356133" y="92481"/>
                  </a:lnTo>
                  <a:lnTo>
                    <a:pt x="356133" y="73571"/>
                  </a:lnTo>
                  <a:lnTo>
                    <a:pt x="363512" y="65900"/>
                  </a:lnTo>
                  <a:lnTo>
                    <a:pt x="381762" y="65900"/>
                  </a:lnTo>
                  <a:lnTo>
                    <a:pt x="389191" y="73571"/>
                  </a:lnTo>
                  <a:lnTo>
                    <a:pt x="389191" y="27711"/>
                  </a:lnTo>
                  <a:lnTo>
                    <a:pt x="346430" y="36614"/>
                  </a:lnTo>
                  <a:lnTo>
                    <a:pt x="286639" y="43053"/>
                  </a:lnTo>
                  <a:lnTo>
                    <a:pt x="217792" y="45364"/>
                  </a:lnTo>
                  <a:lnTo>
                    <a:pt x="148945" y="43053"/>
                  </a:lnTo>
                  <a:lnTo>
                    <a:pt x="89166" y="36614"/>
                  </a:lnTo>
                  <a:lnTo>
                    <a:pt x="42011" y="26797"/>
                  </a:lnTo>
                  <a:lnTo>
                    <a:pt x="11099" y="14338"/>
                  </a:lnTo>
                  <a:lnTo>
                    <a:pt x="0" y="0"/>
                  </a:lnTo>
                  <a:lnTo>
                    <a:pt x="0" y="100241"/>
                  </a:lnTo>
                  <a:lnTo>
                    <a:pt x="42011" y="132626"/>
                  </a:lnTo>
                  <a:lnTo>
                    <a:pt x="89166" y="144500"/>
                  </a:lnTo>
                  <a:lnTo>
                    <a:pt x="148945" y="152285"/>
                  </a:lnTo>
                  <a:lnTo>
                    <a:pt x="217792" y="155079"/>
                  </a:lnTo>
                  <a:lnTo>
                    <a:pt x="286639" y="152285"/>
                  </a:lnTo>
                  <a:lnTo>
                    <a:pt x="346430" y="144500"/>
                  </a:lnTo>
                  <a:lnTo>
                    <a:pt x="393573" y="132638"/>
                  </a:lnTo>
                  <a:lnTo>
                    <a:pt x="424484" y="117576"/>
                  </a:lnTo>
                  <a:lnTo>
                    <a:pt x="435597" y="100241"/>
                  </a:lnTo>
                  <a:lnTo>
                    <a:pt x="435597" y="65900"/>
                  </a:lnTo>
                  <a:lnTo>
                    <a:pt x="435597" y="45364"/>
                  </a:lnTo>
                  <a:lnTo>
                    <a:pt x="435597" y="0"/>
                  </a:lnTo>
                  <a:close/>
                </a:path>
              </a:pathLst>
            </a:custGeom>
            <a:solidFill>
              <a:srgbClr val="427C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279714" y="2439187"/>
              <a:ext cx="435609" cy="367030"/>
            </a:xfrm>
            <a:custGeom>
              <a:avLst/>
              <a:gdLst/>
              <a:ahLst/>
              <a:cxnLst/>
              <a:rect l="l" t="t" r="r" b="b"/>
              <a:pathLst>
                <a:path w="435609" h="367030">
                  <a:moveTo>
                    <a:pt x="435584" y="204800"/>
                  </a:moveTo>
                  <a:lnTo>
                    <a:pt x="424484" y="219798"/>
                  </a:lnTo>
                  <a:lnTo>
                    <a:pt x="393560" y="232829"/>
                  </a:lnTo>
                  <a:lnTo>
                    <a:pt x="389191" y="233781"/>
                  </a:lnTo>
                  <a:lnTo>
                    <a:pt x="389191" y="280771"/>
                  </a:lnTo>
                  <a:lnTo>
                    <a:pt x="389191" y="299707"/>
                  </a:lnTo>
                  <a:lnTo>
                    <a:pt x="381762" y="307365"/>
                  </a:lnTo>
                  <a:lnTo>
                    <a:pt x="363499" y="307365"/>
                  </a:lnTo>
                  <a:lnTo>
                    <a:pt x="356133" y="299707"/>
                  </a:lnTo>
                  <a:lnTo>
                    <a:pt x="356133" y="280771"/>
                  </a:lnTo>
                  <a:lnTo>
                    <a:pt x="363499" y="273113"/>
                  </a:lnTo>
                  <a:lnTo>
                    <a:pt x="381762" y="273113"/>
                  </a:lnTo>
                  <a:lnTo>
                    <a:pt x="389191" y="280771"/>
                  </a:lnTo>
                  <a:lnTo>
                    <a:pt x="389191" y="233781"/>
                  </a:lnTo>
                  <a:lnTo>
                    <a:pt x="346417" y="243103"/>
                  </a:lnTo>
                  <a:lnTo>
                    <a:pt x="286626" y="249834"/>
                  </a:lnTo>
                  <a:lnTo>
                    <a:pt x="217792" y="252260"/>
                  </a:lnTo>
                  <a:lnTo>
                    <a:pt x="148945" y="249834"/>
                  </a:lnTo>
                  <a:lnTo>
                    <a:pt x="89166" y="243103"/>
                  </a:lnTo>
                  <a:lnTo>
                    <a:pt x="42011" y="232829"/>
                  </a:lnTo>
                  <a:lnTo>
                    <a:pt x="11099" y="219798"/>
                  </a:lnTo>
                  <a:lnTo>
                    <a:pt x="0" y="204800"/>
                  </a:lnTo>
                  <a:lnTo>
                    <a:pt x="0" y="309638"/>
                  </a:lnTo>
                  <a:lnTo>
                    <a:pt x="42011" y="343509"/>
                  </a:lnTo>
                  <a:lnTo>
                    <a:pt x="89166" y="355930"/>
                  </a:lnTo>
                  <a:lnTo>
                    <a:pt x="148945" y="364070"/>
                  </a:lnTo>
                  <a:lnTo>
                    <a:pt x="217792" y="366991"/>
                  </a:lnTo>
                  <a:lnTo>
                    <a:pt x="286626" y="364070"/>
                  </a:lnTo>
                  <a:lnTo>
                    <a:pt x="346417" y="355930"/>
                  </a:lnTo>
                  <a:lnTo>
                    <a:pt x="393560" y="343509"/>
                  </a:lnTo>
                  <a:lnTo>
                    <a:pt x="424484" y="327774"/>
                  </a:lnTo>
                  <a:lnTo>
                    <a:pt x="435584" y="309638"/>
                  </a:lnTo>
                  <a:lnTo>
                    <a:pt x="435584" y="307365"/>
                  </a:lnTo>
                  <a:lnTo>
                    <a:pt x="435584" y="273113"/>
                  </a:lnTo>
                  <a:lnTo>
                    <a:pt x="435584" y="252260"/>
                  </a:lnTo>
                  <a:lnTo>
                    <a:pt x="435584" y="204800"/>
                  </a:lnTo>
                  <a:close/>
                </a:path>
                <a:path w="435609" h="367030">
                  <a:moveTo>
                    <a:pt x="435584" y="45389"/>
                  </a:moveTo>
                  <a:lnTo>
                    <a:pt x="393560" y="18592"/>
                  </a:lnTo>
                  <a:lnTo>
                    <a:pt x="346417" y="8763"/>
                  </a:lnTo>
                  <a:lnTo>
                    <a:pt x="286626" y="2324"/>
                  </a:lnTo>
                  <a:lnTo>
                    <a:pt x="217792" y="0"/>
                  </a:lnTo>
                  <a:lnTo>
                    <a:pt x="148945" y="2324"/>
                  </a:lnTo>
                  <a:lnTo>
                    <a:pt x="89166" y="8763"/>
                  </a:lnTo>
                  <a:lnTo>
                    <a:pt x="42011" y="18592"/>
                  </a:lnTo>
                  <a:lnTo>
                    <a:pt x="11099" y="31051"/>
                  </a:lnTo>
                  <a:lnTo>
                    <a:pt x="0" y="45389"/>
                  </a:lnTo>
                  <a:lnTo>
                    <a:pt x="11099" y="59766"/>
                  </a:lnTo>
                  <a:lnTo>
                    <a:pt x="42011" y="72237"/>
                  </a:lnTo>
                  <a:lnTo>
                    <a:pt x="89166" y="82067"/>
                  </a:lnTo>
                  <a:lnTo>
                    <a:pt x="148945" y="88506"/>
                  </a:lnTo>
                  <a:lnTo>
                    <a:pt x="217792" y="90817"/>
                  </a:lnTo>
                  <a:lnTo>
                    <a:pt x="286626" y="88506"/>
                  </a:lnTo>
                  <a:lnTo>
                    <a:pt x="346417" y="82067"/>
                  </a:lnTo>
                  <a:lnTo>
                    <a:pt x="393560" y="72237"/>
                  </a:lnTo>
                  <a:lnTo>
                    <a:pt x="424484" y="59766"/>
                  </a:lnTo>
                  <a:lnTo>
                    <a:pt x="435584" y="45389"/>
                  </a:lnTo>
                  <a:close/>
                </a:path>
              </a:pathLst>
            </a:custGeom>
            <a:solidFill>
              <a:srgbClr val="393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279714" y="2509697"/>
              <a:ext cx="435609" cy="438150"/>
            </a:xfrm>
            <a:custGeom>
              <a:avLst/>
              <a:gdLst/>
              <a:ahLst/>
              <a:cxnLst/>
              <a:rect l="l" t="t" r="r" b="b"/>
              <a:pathLst>
                <a:path w="435609" h="438150">
                  <a:moveTo>
                    <a:pt x="435584" y="275551"/>
                  </a:moveTo>
                  <a:lnTo>
                    <a:pt x="424484" y="290550"/>
                  </a:lnTo>
                  <a:lnTo>
                    <a:pt x="393560" y="303580"/>
                  </a:lnTo>
                  <a:lnTo>
                    <a:pt x="389191" y="304546"/>
                  </a:lnTo>
                  <a:lnTo>
                    <a:pt x="389191" y="351548"/>
                  </a:lnTo>
                  <a:lnTo>
                    <a:pt x="389191" y="370446"/>
                  </a:lnTo>
                  <a:lnTo>
                    <a:pt x="381762" y="378142"/>
                  </a:lnTo>
                  <a:lnTo>
                    <a:pt x="363499" y="378142"/>
                  </a:lnTo>
                  <a:lnTo>
                    <a:pt x="356133" y="370446"/>
                  </a:lnTo>
                  <a:lnTo>
                    <a:pt x="356133" y="351548"/>
                  </a:lnTo>
                  <a:lnTo>
                    <a:pt x="363499" y="343852"/>
                  </a:lnTo>
                  <a:lnTo>
                    <a:pt x="381762" y="343852"/>
                  </a:lnTo>
                  <a:lnTo>
                    <a:pt x="389191" y="351548"/>
                  </a:lnTo>
                  <a:lnTo>
                    <a:pt x="389191" y="304546"/>
                  </a:lnTo>
                  <a:lnTo>
                    <a:pt x="346417" y="313867"/>
                  </a:lnTo>
                  <a:lnTo>
                    <a:pt x="286626" y="320611"/>
                  </a:lnTo>
                  <a:lnTo>
                    <a:pt x="217792" y="323037"/>
                  </a:lnTo>
                  <a:lnTo>
                    <a:pt x="148945" y="320611"/>
                  </a:lnTo>
                  <a:lnTo>
                    <a:pt x="89166" y="313867"/>
                  </a:lnTo>
                  <a:lnTo>
                    <a:pt x="42011" y="303580"/>
                  </a:lnTo>
                  <a:lnTo>
                    <a:pt x="11099" y="290550"/>
                  </a:lnTo>
                  <a:lnTo>
                    <a:pt x="0" y="275539"/>
                  </a:lnTo>
                  <a:lnTo>
                    <a:pt x="0" y="380377"/>
                  </a:lnTo>
                  <a:lnTo>
                    <a:pt x="42011" y="414261"/>
                  </a:lnTo>
                  <a:lnTo>
                    <a:pt x="89166" y="426694"/>
                  </a:lnTo>
                  <a:lnTo>
                    <a:pt x="148945" y="434835"/>
                  </a:lnTo>
                  <a:lnTo>
                    <a:pt x="217792" y="437769"/>
                  </a:lnTo>
                  <a:lnTo>
                    <a:pt x="286626" y="434835"/>
                  </a:lnTo>
                  <a:lnTo>
                    <a:pt x="346417" y="426694"/>
                  </a:lnTo>
                  <a:lnTo>
                    <a:pt x="393560" y="414261"/>
                  </a:lnTo>
                  <a:lnTo>
                    <a:pt x="424484" y="398513"/>
                  </a:lnTo>
                  <a:lnTo>
                    <a:pt x="435584" y="380377"/>
                  </a:lnTo>
                  <a:lnTo>
                    <a:pt x="435584" y="378142"/>
                  </a:lnTo>
                  <a:lnTo>
                    <a:pt x="435584" y="343852"/>
                  </a:lnTo>
                  <a:lnTo>
                    <a:pt x="435584" y="323037"/>
                  </a:lnTo>
                  <a:lnTo>
                    <a:pt x="435584" y="275551"/>
                  </a:lnTo>
                  <a:close/>
                </a:path>
                <a:path w="435609" h="438150">
                  <a:moveTo>
                    <a:pt x="435584" y="0"/>
                  </a:moveTo>
                  <a:lnTo>
                    <a:pt x="424484" y="14338"/>
                  </a:lnTo>
                  <a:lnTo>
                    <a:pt x="393560" y="26797"/>
                  </a:lnTo>
                  <a:lnTo>
                    <a:pt x="389191" y="27711"/>
                  </a:lnTo>
                  <a:lnTo>
                    <a:pt x="389191" y="73571"/>
                  </a:lnTo>
                  <a:lnTo>
                    <a:pt x="389191" y="92481"/>
                  </a:lnTo>
                  <a:lnTo>
                    <a:pt x="381673" y="100241"/>
                  </a:lnTo>
                  <a:lnTo>
                    <a:pt x="363588" y="100241"/>
                  </a:lnTo>
                  <a:lnTo>
                    <a:pt x="356133" y="92481"/>
                  </a:lnTo>
                  <a:lnTo>
                    <a:pt x="356133" y="73571"/>
                  </a:lnTo>
                  <a:lnTo>
                    <a:pt x="363499" y="65900"/>
                  </a:lnTo>
                  <a:lnTo>
                    <a:pt x="381762" y="65900"/>
                  </a:lnTo>
                  <a:lnTo>
                    <a:pt x="389191" y="73571"/>
                  </a:lnTo>
                  <a:lnTo>
                    <a:pt x="389191" y="27711"/>
                  </a:lnTo>
                  <a:lnTo>
                    <a:pt x="346417" y="36614"/>
                  </a:lnTo>
                  <a:lnTo>
                    <a:pt x="286626" y="43053"/>
                  </a:lnTo>
                  <a:lnTo>
                    <a:pt x="217792" y="45364"/>
                  </a:lnTo>
                  <a:lnTo>
                    <a:pt x="148945" y="43053"/>
                  </a:lnTo>
                  <a:lnTo>
                    <a:pt x="89166" y="36614"/>
                  </a:lnTo>
                  <a:lnTo>
                    <a:pt x="42011" y="26797"/>
                  </a:lnTo>
                  <a:lnTo>
                    <a:pt x="11099" y="14338"/>
                  </a:lnTo>
                  <a:lnTo>
                    <a:pt x="0" y="0"/>
                  </a:lnTo>
                  <a:lnTo>
                    <a:pt x="0" y="100241"/>
                  </a:lnTo>
                  <a:lnTo>
                    <a:pt x="42011" y="132626"/>
                  </a:lnTo>
                  <a:lnTo>
                    <a:pt x="89166" y="144500"/>
                  </a:lnTo>
                  <a:lnTo>
                    <a:pt x="148945" y="152285"/>
                  </a:lnTo>
                  <a:lnTo>
                    <a:pt x="217792" y="155079"/>
                  </a:lnTo>
                  <a:lnTo>
                    <a:pt x="286626" y="152285"/>
                  </a:lnTo>
                  <a:lnTo>
                    <a:pt x="346417" y="144500"/>
                  </a:lnTo>
                  <a:lnTo>
                    <a:pt x="393560" y="132638"/>
                  </a:lnTo>
                  <a:lnTo>
                    <a:pt x="424484" y="117576"/>
                  </a:lnTo>
                  <a:lnTo>
                    <a:pt x="435584" y="100241"/>
                  </a:lnTo>
                  <a:lnTo>
                    <a:pt x="435584" y="65900"/>
                  </a:lnTo>
                  <a:lnTo>
                    <a:pt x="435584" y="45364"/>
                  </a:lnTo>
                  <a:lnTo>
                    <a:pt x="435584" y="0"/>
                  </a:lnTo>
                  <a:close/>
                </a:path>
              </a:pathLst>
            </a:custGeom>
            <a:solidFill>
              <a:srgbClr val="427C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1033709" y="2439187"/>
              <a:ext cx="435609" cy="367030"/>
            </a:xfrm>
            <a:custGeom>
              <a:avLst/>
              <a:gdLst/>
              <a:ahLst/>
              <a:cxnLst/>
              <a:rect l="l" t="t" r="r" b="b"/>
              <a:pathLst>
                <a:path w="435609" h="367030">
                  <a:moveTo>
                    <a:pt x="435584" y="204800"/>
                  </a:moveTo>
                  <a:lnTo>
                    <a:pt x="424484" y="219798"/>
                  </a:lnTo>
                  <a:lnTo>
                    <a:pt x="393560" y="232829"/>
                  </a:lnTo>
                  <a:lnTo>
                    <a:pt x="389191" y="233781"/>
                  </a:lnTo>
                  <a:lnTo>
                    <a:pt x="389191" y="280771"/>
                  </a:lnTo>
                  <a:lnTo>
                    <a:pt x="389191" y="299707"/>
                  </a:lnTo>
                  <a:lnTo>
                    <a:pt x="381762" y="307365"/>
                  </a:lnTo>
                  <a:lnTo>
                    <a:pt x="363499" y="307365"/>
                  </a:lnTo>
                  <a:lnTo>
                    <a:pt x="356133" y="299707"/>
                  </a:lnTo>
                  <a:lnTo>
                    <a:pt x="356133" y="280771"/>
                  </a:lnTo>
                  <a:lnTo>
                    <a:pt x="363499" y="273113"/>
                  </a:lnTo>
                  <a:lnTo>
                    <a:pt x="381762" y="273113"/>
                  </a:lnTo>
                  <a:lnTo>
                    <a:pt x="389191" y="280771"/>
                  </a:lnTo>
                  <a:lnTo>
                    <a:pt x="389191" y="233781"/>
                  </a:lnTo>
                  <a:lnTo>
                    <a:pt x="346417" y="243103"/>
                  </a:lnTo>
                  <a:lnTo>
                    <a:pt x="286626" y="249834"/>
                  </a:lnTo>
                  <a:lnTo>
                    <a:pt x="217792" y="252260"/>
                  </a:lnTo>
                  <a:lnTo>
                    <a:pt x="148945" y="249834"/>
                  </a:lnTo>
                  <a:lnTo>
                    <a:pt x="89166" y="243103"/>
                  </a:lnTo>
                  <a:lnTo>
                    <a:pt x="42011" y="232829"/>
                  </a:lnTo>
                  <a:lnTo>
                    <a:pt x="11099" y="219798"/>
                  </a:lnTo>
                  <a:lnTo>
                    <a:pt x="0" y="204800"/>
                  </a:lnTo>
                  <a:lnTo>
                    <a:pt x="0" y="309638"/>
                  </a:lnTo>
                  <a:lnTo>
                    <a:pt x="42011" y="343509"/>
                  </a:lnTo>
                  <a:lnTo>
                    <a:pt x="89166" y="355930"/>
                  </a:lnTo>
                  <a:lnTo>
                    <a:pt x="148945" y="364070"/>
                  </a:lnTo>
                  <a:lnTo>
                    <a:pt x="217792" y="366991"/>
                  </a:lnTo>
                  <a:lnTo>
                    <a:pt x="286626" y="364070"/>
                  </a:lnTo>
                  <a:lnTo>
                    <a:pt x="346417" y="355930"/>
                  </a:lnTo>
                  <a:lnTo>
                    <a:pt x="393560" y="343509"/>
                  </a:lnTo>
                  <a:lnTo>
                    <a:pt x="424484" y="327774"/>
                  </a:lnTo>
                  <a:lnTo>
                    <a:pt x="435584" y="309638"/>
                  </a:lnTo>
                  <a:lnTo>
                    <a:pt x="435584" y="307365"/>
                  </a:lnTo>
                  <a:lnTo>
                    <a:pt x="435584" y="273113"/>
                  </a:lnTo>
                  <a:lnTo>
                    <a:pt x="435584" y="252260"/>
                  </a:lnTo>
                  <a:lnTo>
                    <a:pt x="435584" y="204800"/>
                  </a:lnTo>
                  <a:close/>
                </a:path>
                <a:path w="435609" h="367030">
                  <a:moveTo>
                    <a:pt x="435584" y="45389"/>
                  </a:moveTo>
                  <a:lnTo>
                    <a:pt x="393560" y="18592"/>
                  </a:lnTo>
                  <a:lnTo>
                    <a:pt x="346417" y="8763"/>
                  </a:lnTo>
                  <a:lnTo>
                    <a:pt x="286626" y="2324"/>
                  </a:lnTo>
                  <a:lnTo>
                    <a:pt x="217792" y="0"/>
                  </a:lnTo>
                  <a:lnTo>
                    <a:pt x="148945" y="2324"/>
                  </a:lnTo>
                  <a:lnTo>
                    <a:pt x="89166" y="8763"/>
                  </a:lnTo>
                  <a:lnTo>
                    <a:pt x="42011" y="18592"/>
                  </a:lnTo>
                  <a:lnTo>
                    <a:pt x="11099" y="31051"/>
                  </a:lnTo>
                  <a:lnTo>
                    <a:pt x="0" y="45389"/>
                  </a:lnTo>
                  <a:lnTo>
                    <a:pt x="11099" y="59766"/>
                  </a:lnTo>
                  <a:lnTo>
                    <a:pt x="42011" y="72237"/>
                  </a:lnTo>
                  <a:lnTo>
                    <a:pt x="89166" y="82067"/>
                  </a:lnTo>
                  <a:lnTo>
                    <a:pt x="148945" y="88506"/>
                  </a:lnTo>
                  <a:lnTo>
                    <a:pt x="217792" y="90817"/>
                  </a:lnTo>
                  <a:lnTo>
                    <a:pt x="286626" y="88506"/>
                  </a:lnTo>
                  <a:lnTo>
                    <a:pt x="346417" y="82067"/>
                  </a:lnTo>
                  <a:lnTo>
                    <a:pt x="393560" y="72237"/>
                  </a:lnTo>
                  <a:lnTo>
                    <a:pt x="424484" y="59766"/>
                  </a:lnTo>
                  <a:lnTo>
                    <a:pt x="435584" y="45389"/>
                  </a:lnTo>
                  <a:close/>
                </a:path>
              </a:pathLst>
            </a:custGeom>
            <a:solidFill>
              <a:srgbClr val="393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1033709" y="2509697"/>
              <a:ext cx="435609" cy="438150"/>
            </a:xfrm>
            <a:custGeom>
              <a:avLst/>
              <a:gdLst/>
              <a:ahLst/>
              <a:cxnLst/>
              <a:rect l="l" t="t" r="r" b="b"/>
              <a:pathLst>
                <a:path w="435609" h="438150">
                  <a:moveTo>
                    <a:pt x="435584" y="275551"/>
                  </a:moveTo>
                  <a:lnTo>
                    <a:pt x="424484" y="290550"/>
                  </a:lnTo>
                  <a:lnTo>
                    <a:pt x="393560" y="303580"/>
                  </a:lnTo>
                  <a:lnTo>
                    <a:pt x="389191" y="304546"/>
                  </a:lnTo>
                  <a:lnTo>
                    <a:pt x="389191" y="351548"/>
                  </a:lnTo>
                  <a:lnTo>
                    <a:pt x="389191" y="370446"/>
                  </a:lnTo>
                  <a:lnTo>
                    <a:pt x="381762" y="378142"/>
                  </a:lnTo>
                  <a:lnTo>
                    <a:pt x="363499" y="378142"/>
                  </a:lnTo>
                  <a:lnTo>
                    <a:pt x="356133" y="370446"/>
                  </a:lnTo>
                  <a:lnTo>
                    <a:pt x="356133" y="351548"/>
                  </a:lnTo>
                  <a:lnTo>
                    <a:pt x="363499" y="343852"/>
                  </a:lnTo>
                  <a:lnTo>
                    <a:pt x="381762" y="343852"/>
                  </a:lnTo>
                  <a:lnTo>
                    <a:pt x="389191" y="351548"/>
                  </a:lnTo>
                  <a:lnTo>
                    <a:pt x="389191" y="304546"/>
                  </a:lnTo>
                  <a:lnTo>
                    <a:pt x="346417" y="313867"/>
                  </a:lnTo>
                  <a:lnTo>
                    <a:pt x="286626" y="320611"/>
                  </a:lnTo>
                  <a:lnTo>
                    <a:pt x="217792" y="323037"/>
                  </a:lnTo>
                  <a:lnTo>
                    <a:pt x="148945" y="320611"/>
                  </a:lnTo>
                  <a:lnTo>
                    <a:pt x="89166" y="313867"/>
                  </a:lnTo>
                  <a:lnTo>
                    <a:pt x="42011" y="303580"/>
                  </a:lnTo>
                  <a:lnTo>
                    <a:pt x="11099" y="290550"/>
                  </a:lnTo>
                  <a:lnTo>
                    <a:pt x="0" y="275539"/>
                  </a:lnTo>
                  <a:lnTo>
                    <a:pt x="0" y="380377"/>
                  </a:lnTo>
                  <a:lnTo>
                    <a:pt x="42011" y="414261"/>
                  </a:lnTo>
                  <a:lnTo>
                    <a:pt x="89166" y="426694"/>
                  </a:lnTo>
                  <a:lnTo>
                    <a:pt x="148945" y="434835"/>
                  </a:lnTo>
                  <a:lnTo>
                    <a:pt x="217792" y="437769"/>
                  </a:lnTo>
                  <a:lnTo>
                    <a:pt x="286626" y="434835"/>
                  </a:lnTo>
                  <a:lnTo>
                    <a:pt x="346417" y="426694"/>
                  </a:lnTo>
                  <a:lnTo>
                    <a:pt x="393560" y="414261"/>
                  </a:lnTo>
                  <a:lnTo>
                    <a:pt x="424484" y="398513"/>
                  </a:lnTo>
                  <a:lnTo>
                    <a:pt x="435584" y="380377"/>
                  </a:lnTo>
                  <a:lnTo>
                    <a:pt x="435584" y="378142"/>
                  </a:lnTo>
                  <a:lnTo>
                    <a:pt x="435584" y="343852"/>
                  </a:lnTo>
                  <a:lnTo>
                    <a:pt x="435584" y="323037"/>
                  </a:lnTo>
                  <a:lnTo>
                    <a:pt x="435584" y="275551"/>
                  </a:lnTo>
                  <a:close/>
                </a:path>
                <a:path w="435609" h="438150">
                  <a:moveTo>
                    <a:pt x="435584" y="0"/>
                  </a:moveTo>
                  <a:lnTo>
                    <a:pt x="424484" y="14338"/>
                  </a:lnTo>
                  <a:lnTo>
                    <a:pt x="393560" y="26797"/>
                  </a:lnTo>
                  <a:lnTo>
                    <a:pt x="389191" y="27711"/>
                  </a:lnTo>
                  <a:lnTo>
                    <a:pt x="389191" y="73571"/>
                  </a:lnTo>
                  <a:lnTo>
                    <a:pt x="389191" y="92481"/>
                  </a:lnTo>
                  <a:lnTo>
                    <a:pt x="381673" y="100241"/>
                  </a:lnTo>
                  <a:lnTo>
                    <a:pt x="363588" y="100241"/>
                  </a:lnTo>
                  <a:lnTo>
                    <a:pt x="356133" y="92481"/>
                  </a:lnTo>
                  <a:lnTo>
                    <a:pt x="356133" y="73571"/>
                  </a:lnTo>
                  <a:lnTo>
                    <a:pt x="363499" y="65900"/>
                  </a:lnTo>
                  <a:lnTo>
                    <a:pt x="381762" y="65900"/>
                  </a:lnTo>
                  <a:lnTo>
                    <a:pt x="389191" y="73571"/>
                  </a:lnTo>
                  <a:lnTo>
                    <a:pt x="389191" y="27711"/>
                  </a:lnTo>
                  <a:lnTo>
                    <a:pt x="346417" y="36614"/>
                  </a:lnTo>
                  <a:lnTo>
                    <a:pt x="286626" y="43053"/>
                  </a:lnTo>
                  <a:lnTo>
                    <a:pt x="217792" y="45364"/>
                  </a:lnTo>
                  <a:lnTo>
                    <a:pt x="148945" y="43053"/>
                  </a:lnTo>
                  <a:lnTo>
                    <a:pt x="89166" y="36614"/>
                  </a:lnTo>
                  <a:lnTo>
                    <a:pt x="42011" y="26797"/>
                  </a:lnTo>
                  <a:lnTo>
                    <a:pt x="11099" y="14338"/>
                  </a:lnTo>
                  <a:lnTo>
                    <a:pt x="0" y="0"/>
                  </a:lnTo>
                  <a:lnTo>
                    <a:pt x="0" y="100241"/>
                  </a:lnTo>
                  <a:lnTo>
                    <a:pt x="42011" y="132626"/>
                  </a:lnTo>
                  <a:lnTo>
                    <a:pt x="89166" y="144500"/>
                  </a:lnTo>
                  <a:lnTo>
                    <a:pt x="148945" y="152285"/>
                  </a:lnTo>
                  <a:lnTo>
                    <a:pt x="217792" y="155079"/>
                  </a:lnTo>
                  <a:lnTo>
                    <a:pt x="286626" y="152285"/>
                  </a:lnTo>
                  <a:lnTo>
                    <a:pt x="346417" y="144500"/>
                  </a:lnTo>
                  <a:lnTo>
                    <a:pt x="393560" y="132638"/>
                  </a:lnTo>
                  <a:lnTo>
                    <a:pt x="424484" y="117576"/>
                  </a:lnTo>
                  <a:lnTo>
                    <a:pt x="435584" y="100241"/>
                  </a:lnTo>
                  <a:lnTo>
                    <a:pt x="435584" y="65900"/>
                  </a:lnTo>
                  <a:lnTo>
                    <a:pt x="435584" y="45364"/>
                  </a:lnTo>
                  <a:lnTo>
                    <a:pt x="435584" y="0"/>
                  </a:lnTo>
                  <a:close/>
                </a:path>
              </a:pathLst>
            </a:custGeom>
            <a:solidFill>
              <a:srgbClr val="427C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856097" y="3211448"/>
              <a:ext cx="5457190" cy="645795"/>
            </a:xfrm>
            <a:custGeom>
              <a:avLst/>
              <a:gdLst/>
              <a:ahLst/>
              <a:cxnLst/>
              <a:rect l="l" t="t" r="r" b="b"/>
              <a:pathLst>
                <a:path w="5457190" h="645795">
                  <a:moveTo>
                    <a:pt x="190500" y="114300"/>
                  </a:moveTo>
                  <a:lnTo>
                    <a:pt x="174625" y="95250"/>
                  </a:lnTo>
                  <a:lnTo>
                    <a:pt x="95250" y="0"/>
                  </a:lnTo>
                  <a:lnTo>
                    <a:pt x="0" y="114300"/>
                  </a:lnTo>
                  <a:lnTo>
                    <a:pt x="76200" y="114300"/>
                  </a:lnTo>
                  <a:lnTo>
                    <a:pt x="76200" y="614934"/>
                  </a:lnTo>
                  <a:lnTo>
                    <a:pt x="114300" y="614934"/>
                  </a:lnTo>
                  <a:lnTo>
                    <a:pt x="114300" y="114300"/>
                  </a:lnTo>
                  <a:lnTo>
                    <a:pt x="190500" y="114300"/>
                  </a:lnTo>
                  <a:close/>
                </a:path>
                <a:path w="5457190" h="645795">
                  <a:moveTo>
                    <a:pt x="1402842" y="114300"/>
                  </a:moveTo>
                  <a:lnTo>
                    <a:pt x="1386967" y="95250"/>
                  </a:lnTo>
                  <a:lnTo>
                    <a:pt x="1307592" y="0"/>
                  </a:lnTo>
                  <a:lnTo>
                    <a:pt x="1212342" y="114300"/>
                  </a:lnTo>
                  <a:lnTo>
                    <a:pt x="1288542" y="114300"/>
                  </a:lnTo>
                  <a:lnTo>
                    <a:pt x="1288542" y="637032"/>
                  </a:lnTo>
                  <a:lnTo>
                    <a:pt x="1326642" y="637032"/>
                  </a:lnTo>
                  <a:lnTo>
                    <a:pt x="1326642" y="114300"/>
                  </a:lnTo>
                  <a:lnTo>
                    <a:pt x="1402842" y="114300"/>
                  </a:lnTo>
                  <a:close/>
                </a:path>
                <a:path w="5457190" h="645795">
                  <a:moveTo>
                    <a:pt x="2729484" y="114300"/>
                  </a:moveTo>
                  <a:lnTo>
                    <a:pt x="2713609" y="95250"/>
                  </a:lnTo>
                  <a:lnTo>
                    <a:pt x="2634234" y="0"/>
                  </a:lnTo>
                  <a:lnTo>
                    <a:pt x="2538984" y="114300"/>
                  </a:lnTo>
                  <a:lnTo>
                    <a:pt x="2615184" y="114300"/>
                  </a:lnTo>
                  <a:lnTo>
                    <a:pt x="2615184" y="645287"/>
                  </a:lnTo>
                  <a:lnTo>
                    <a:pt x="2653284" y="645287"/>
                  </a:lnTo>
                  <a:lnTo>
                    <a:pt x="2653284" y="114300"/>
                  </a:lnTo>
                  <a:lnTo>
                    <a:pt x="2729484" y="114300"/>
                  </a:lnTo>
                  <a:close/>
                </a:path>
                <a:path w="5457190" h="645795">
                  <a:moveTo>
                    <a:pt x="5456809" y="114300"/>
                  </a:moveTo>
                  <a:lnTo>
                    <a:pt x="5440934" y="95250"/>
                  </a:lnTo>
                  <a:lnTo>
                    <a:pt x="5361559" y="0"/>
                  </a:lnTo>
                  <a:lnTo>
                    <a:pt x="5266309" y="114300"/>
                  </a:lnTo>
                  <a:lnTo>
                    <a:pt x="5342509" y="114300"/>
                  </a:lnTo>
                  <a:lnTo>
                    <a:pt x="5342509" y="614934"/>
                  </a:lnTo>
                  <a:lnTo>
                    <a:pt x="5380609" y="614934"/>
                  </a:lnTo>
                  <a:lnTo>
                    <a:pt x="5380609" y="114300"/>
                  </a:lnTo>
                  <a:lnTo>
                    <a:pt x="5456809" y="114300"/>
                  </a:lnTo>
                  <a:close/>
                </a:path>
              </a:pathLst>
            </a:custGeom>
            <a:solidFill>
              <a:srgbClr val="2587B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5482780" y="7258113"/>
            <a:ext cx="6176010" cy="1298575"/>
            <a:chOff x="5482780" y="7258113"/>
            <a:chExt cx="6176010" cy="1298575"/>
          </a:xfrm>
        </p:grpSpPr>
        <p:sp>
          <p:nvSpPr>
            <p:cNvPr id="25" name="object 25"/>
            <p:cNvSpPr/>
            <p:nvPr/>
          </p:nvSpPr>
          <p:spPr>
            <a:xfrm>
              <a:off x="5506592" y="7281926"/>
              <a:ext cx="6128385" cy="1250950"/>
            </a:xfrm>
            <a:custGeom>
              <a:avLst/>
              <a:gdLst/>
              <a:ahLst/>
              <a:cxnLst/>
              <a:rect l="l" t="t" r="r" b="b"/>
              <a:pathLst>
                <a:path w="6128384" h="1250950">
                  <a:moveTo>
                    <a:pt x="0" y="1250823"/>
                  </a:moveTo>
                  <a:lnTo>
                    <a:pt x="6128003" y="1250823"/>
                  </a:lnTo>
                  <a:lnTo>
                    <a:pt x="6128003" y="0"/>
                  </a:lnTo>
                  <a:lnTo>
                    <a:pt x="0" y="0"/>
                  </a:lnTo>
                  <a:lnTo>
                    <a:pt x="0" y="1250823"/>
                  </a:lnTo>
                  <a:close/>
                </a:path>
              </a:pathLst>
            </a:custGeom>
            <a:ln w="47625">
              <a:solidFill>
                <a:srgbClr val="5BB1E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078862" y="7617904"/>
              <a:ext cx="530225" cy="447040"/>
            </a:xfrm>
            <a:custGeom>
              <a:avLst/>
              <a:gdLst/>
              <a:ahLst/>
              <a:cxnLst/>
              <a:rect l="l" t="t" r="r" b="b"/>
              <a:pathLst>
                <a:path w="530225" h="447040">
                  <a:moveTo>
                    <a:pt x="529996" y="249186"/>
                  </a:moveTo>
                  <a:lnTo>
                    <a:pt x="520534" y="264528"/>
                  </a:lnTo>
                  <a:lnTo>
                    <a:pt x="493814" y="278320"/>
                  </a:lnTo>
                  <a:lnTo>
                    <a:pt x="473544" y="284048"/>
                  </a:lnTo>
                  <a:lnTo>
                    <a:pt x="473544" y="353136"/>
                  </a:lnTo>
                  <a:lnTo>
                    <a:pt x="471957" y="361251"/>
                  </a:lnTo>
                  <a:lnTo>
                    <a:pt x="467639" y="367880"/>
                  </a:lnTo>
                  <a:lnTo>
                    <a:pt x="461251" y="372338"/>
                  </a:lnTo>
                  <a:lnTo>
                    <a:pt x="453428" y="373976"/>
                  </a:lnTo>
                  <a:lnTo>
                    <a:pt x="445592" y="372338"/>
                  </a:lnTo>
                  <a:lnTo>
                    <a:pt x="439204" y="367880"/>
                  </a:lnTo>
                  <a:lnTo>
                    <a:pt x="434898" y="361251"/>
                  </a:lnTo>
                  <a:lnTo>
                    <a:pt x="433324" y="353136"/>
                  </a:lnTo>
                  <a:lnTo>
                    <a:pt x="434898" y="345020"/>
                  </a:lnTo>
                  <a:lnTo>
                    <a:pt x="439204" y="338404"/>
                  </a:lnTo>
                  <a:lnTo>
                    <a:pt x="445592" y="333933"/>
                  </a:lnTo>
                  <a:lnTo>
                    <a:pt x="453428" y="332308"/>
                  </a:lnTo>
                  <a:lnTo>
                    <a:pt x="461251" y="333933"/>
                  </a:lnTo>
                  <a:lnTo>
                    <a:pt x="467639" y="338404"/>
                  </a:lnTo>
                  <a:lnTo>
                    <a:pt x="471957" y="345020"/>
                  </a:lnTo>
                  <a:lnTo>
                    <a:pt x="473544" y="353136"/>
                  </a:lnTo>
                  <a:lnTo>
                    <a:pt x="473544" y="284048"/>
                  </a:lnTo>
                  <a:lnTo>
                    <a:pt x="452386" y="290004"/>
                  </a:lnTo>
                  <a:lnTo>
                    <a:pt x="398754" y="299034"/>
                  </a:lnTo>
                  <a:lnTo>
                    <a:pt x="335445" y="304863"/>
                  </a:lnTo>
                  <a:lnTo>
                    <a:pt x="264998" y="306920"/>
                  </a:lnTo>
                  <a:lnTo>
                    <a:pt x="194551" y="304863"/>
                  </a:lnTo>
                  <a:lnTo>
                    <a:pt x="131241" y="299034"/>
                  </a:lnTo>
                  <a:lnTo>
                    <a:pt x="77609" y="290004"/>
                  </a:lnTo>
                  <a:lnTo>
                    <a:pt x="36182" y="278320"/>
                  </a:lnTo>
                  <a:lnTo>
                    <a:pt x="0" y="249186"/>
                  </a:lnTo>
                  <a:lnTo>
                    <a:pt x="0" y="376745"/>
                  </a:lnTo>
                  <a:lnTo>
                    <a:pt x="36182" y="411962"/>
                  </a:lnTo>
                  <a:lnTo>
                    <a:pt x="77609" y="426085"/>
                  </a:lnTo>
                  <a:lnTo>
                    <a:pt x="131241" y="436994"/>
                  </a:lnTo>
                  <a:lnTo>
                    <a:pt x="194551" y="444030"/>
                  </a:lnTo>
                  <a:lnTo>
                    <a:pt x="264998" y="446519"/>
                  </a:lnTo>
                  <a:lnTo>
                    <a:pt x="335445" y="444030"/>
                  </a:lnTo>
                  <a:lnTo>
                    <a:pt x="398754" y="436994"/>
                  </a:lnTo>
                  <a:lnTo>
                    <a:pt x="452386" y="426085"/>
                  </a:lnTo>
                  <a:lnTo>
                    <a:pt x="493814" y="411962"/>
                  </a:lnTo>
                  <a:lnTo>
                    <a:pt x="529996" y="376745"/>
                  </a:lnTo>
                  <a:lnTo>
                    <a:pt x="529996" y="373976"/>
                  </a:lnTo>
                  <a:lnTo>
                    <a:pt x="529996" y="332308"/>
                  </a:lnTo>
                  <a:lnTo>
                    <a:pt x="529996" y="306920"/>
                  </a:lnTo>
                  <a:lnTo>
                    <a:pt x="529996" y="249186"/>
                  </a:lnTo>
                  <a:close/>
                </a:path>
                <a:path w="530225" h="447040">
                  <a:moveTo>
                    <a:pt x="529996" y="55232"/>
                  </a:moveTo>
                  <a:lnTo>
                    <a:pt x="493814" y="27355"/>
                  </a:lnTo>
                  <a:lnTo>
                    <a:pt x="452386" y="16179"/>
                  </a:lnTo>
                  <a:lnTo>
                    <a:pt x="398754" y="7543"/>
                  </a:lnTo>
                  <a:lnTo>
                    <a:pt x="335445" y="1968"/>
                  </a:lnTo>
                  <a:lnTo>
                    <a:pt x="264998" y="0"/>
                  </a:lnTo>
                  <a:lnTo>
                    <a:pt x="194551" y="1968"/>
                  </a:lnTo>
                  <a:lnTo>
                    <a:pt x="131241" y="7543"/>
                  </a:lnTo>
                  <a:lnTo>
                    <a:pt x="77609" y="16179"/>
                  </a:lnTo>
                  <a:lnTo>
                    <a:pt x="36182" y="27355"/>
                  </a:lnTo>
                  <a:lnTo>
                    <a:pt x="0" y="55232"/>
                  </a:lnTo>
                  <a:lnTo>
                    <a:pt x="9461" y="69938"/>
                  </a:lnTo>
                  <a:lnTo>
                    <a:pt x="77609" y="94322"/>
                  </a:lnTo>
                  <a:lnTo>
                    <a:pt x="131241" y="102958"/>
                  </a:lnTo>
                  <a:lnTo>
                    <a:pt x="194551" y="108521"/>
                  </a:lnTo>
                  <a:lnTo>
                    <a:pt x="264998" y="110490"/>
                  </a:lnTo>
                  <a:lnTo>
                    <a:pt x="335445" y="108521"/>
                  </a:lnTo>
                  <a:lnTo>
                    <a:pt x="398754" y="102958"/>
                  </a:lnTo>
                  <a:lnTo>
                    <a:pt x="452386" y="94322"/>
                  </a:lnTo>
                  <a:lnTo>
                    <a:pt x="493814" y="83134"/>
                  </a:lnTo>
                  <a:lnTo>
                    <a:pt x="529996" y="55232"/>
                  </a:lnTo>
                  <a:close/>
                </a:path>
              </a:pathLst>
            </a:custGeom>
            <a:solidFill>
              <a:srgbClr val="393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078862" y="7703692"/>
              <a:ext cx="530225" cy="532765"/>
            </a:xfrm>
            <a:custGeom>
              <a:avLst/>
              <a:gdLst/>
              <a:ahLst/>
              <a:cxnLst/>
              <a:rect l="l" t="t" r="r" b="b"/>
              <a:pathLst>
                <a:path w="530225" h="532765">
                  <a:moveTo>
                    <a:pt x="529996" y="335267"/>
                  </a:moveTo>
                  <a:lnTo>
                    <a:pt x="520534" y="350608"/>
                  </a:lnTo>
                  <a:lnTo>
                    <a:pt x="493814" y="364413"/>
                  </a:lnTo>
                  <a:lnTo>
                    <a:pt x="473544" y="370141"/>
                  </a:lnTo>
                  <a:lnTo>
                    <a:pt x="473544" y="439254"/>
                  </a:lnTo>
                  <a:lnTo>
                    <a:pt x="471957" y="447357"/>
                  </a:lnTo>
                  <a:lnTo>
                    <a:pt x="467639" y="453974"/>
                  </a:lnTo>
                  <a:lnTo>
                    <a:pt x="461251" y="458444"/>
                  </a:lnTo>
                  <a:lnTo>
                    <a:pt x="453440" y="460095"/>
                  </a:lnTo>
                  <a:lnTo>
                    <a:pt x="445592" y="458444"/>
                  </a:lnTo>
                  <a:lnTo>
                    <a:pt x="439204" y="453974"/>
                  </a:lnTo>
                  <a:lnTo>
                    <a:pt x="434898" y="447357"/>
                  </a:lnTo>
                  <a:lnTo>
                    <a:pt x="433324" y="439254"/>
                  </a:lnTo>
                  <a:lnTo>
                    <a:pt x="434898" y="431139"/>
                  </a:lnTo>
                  <a:lnTo>
                    <a:pt x="439204" y="424497"/>
                  </a:lnTo>
                  <a:lnTo>
                    <a:pt x="445592" y="420014"/>
                  </a:lnTo>
                  <a:lnTo>
                    <a:pt x="453440" y="418376"/>
                  </a:lnTo>
                  <a:lnTo>
                    <a:pt x="461251" y="420014"/>
                  </a:lnTo>
                  <a:lnTo>
                    <a:pt x="467639" y="424497"/>
                  </a:lnTo>
                  <a:lnTo>
                    <a:pt x="471957" y="431139"/>
                  </a:lnTo>
                  <a:lnTo>
                    <a:pt x="473544" y="439254"/>
                  </a:lnTo>
                  <a:lnTo>
                    <a:pt x="473544" y="370141"/>
                  </a:lnTo>
                  <a:lnTo>
                    <a:pt x="452386" y="376110"/>
                  </a:lnTo>
                  <a:lnTo>
                    <a:pt x="398754" y="385152"/>
                  </a:lnTo>
                  <a:lnTo>
                    <a:pt x="335445" y="390982"/>
                  </a:lnTo>
                  <a:lnTo>
                    <a:pt x="264998" y="393039"/>
                  </a:lnTo>
                  <a:lnTo>
                    <a:pt x="194551" y="390982"/>
                  </a:lnTo>
                  <a:lnTo>
                    <a:pt x="131241" y="385152"/>
                  </a:lnTo>
                  <a:lnTo>
                    <a:pt x="77609" y="376110"/>
                  </a:lnTo>
                  <a:lnTo>
                    <a:pt x="36182" y="364413"/>
                  </a:lnTo>
                  <a:lnTo>
                    <a:pt x="0" y="335267"/>
                  </a:lnTo>
                  <a:lnTo>
                    <a:pt x="0" y="462813"/>
                  </a:lnTo>
                  <a:lnTo>
                    <a:pt x="36182" y="498055"/>
                  </a:lnTo>
                  <a:lnTo>
                    <a:pt x="77609" y="512178"/>
                  </a:lnTo>
                  <a:lnTo>
                    <a:pt x="131241" y="523100"/>
                  </a:lnTo>
                  <a:lnTo>
                    <a:pt x="194551" y="530136"/>
                  </a:lnTo>
                  <a:lnTo>
                    <a:pt x="264998" y="532638"/>
                  </a:lnTo>
                  <a:lnTo>
                    <a:pt x="335445" y="530136"/>
                  </a:lnTo>
                  <a:lnTo>
                    <a:pt x="398754" y="523100"/>
                  </a:lnTo>
                  <a:lnTo>
                    <a:pt x="452386" y="512178"/>
                  </a:lnTo>
                  <a:lnTo>
                    <a:pt x="493814" y="498055"/>
                  </a:lnTo>
                  <a:lnTo>
                    <a:pt x="529996" y="462813"/>
                  </a:lnTo>
                  <a:lnTo>
                    <a:pt x="529996" y="460095"/>
                  </a:lnTo>
                  <a:lnTo>
                    <a:pt x="529996" y="418376"/>
                  </a:lnTo>
                  <a:lnTo>
                    <a:pt x="529996" y="393039"/>
                  </a:lnTo>
                  <a:lnTo>
                    <a:pt x="529996" y="335267"/>
                  </a:lnTo>
                  <a:close/>
                </a:path>
                <a:path w="530225" h="532765">
                  <a:moveTo>
                    <a:pt x="529996" y="0"/>
                  </a:moveTo>
                  <a:lnTo>
                    <a:pt x="520534" y="14681"/>
                  </a:lnTo>
                  <a:lnTo>
                    <a:pt x="493814" y="27863"/>
                  </a:lnTo>
                  <a:lnTo>
                    <a:pt x="473544" y="33337"/>
                  </a:lnTo>
                  <a:lnTo>
                    <a:pt x="473544" y="101015"/>
                  </a:lnTo>
                  <a:lnTo>
                    <a:pt x="471957" y="109118"/>
                  </a:lnTo>
                  <a:lnTo>
                    <a:pt x="467639" y="115747"/>
                  </a:lnTo>
                  <a:lnTo>
                    <a:pt x="461251" y="120205"/>
                  </a:lnTo>
                  <a:lnTo>
                    <a:pt x="453428" y="121856"/>
                  </a:lnTo>
                  <a:lnTo>
                    <a:pt x="445592" y="120205"/>
                  </a:lnTo>
                  <a:lnTo>
                    <a:pt x="439204" y="115747"/>
                  </a:lnTo>
                  <a:lnTo>
                    <a:pt x="434898" y="109118"/>
                  </a:lnTo>
                  <a:lnTo>
                    <a:pt x="433324" y="101015"/>
                  </a:lnTo>
                  <a:lnTo>
                    <a:pt x="434898" y="92913"/>
                  </a:lnTo>
                  <a:lnTo>
                    <a:pt x="439204" y="86283"/>
                  </a:lnTo>
                  <a:lnTo>
                    <a:pt x="445592" y="81826"/>
                  </a:lnTo>
                  <a:lnTo>
                    <a:pt x="453428" y="80187"/>
                  </a:lnTo>
                  <a:lnTo>
                    <a:pt x="461251" y="81826"/>
                  </a:lnTo>
                  <a:lnTo>
                    <a:pt x="467639" y="86283"/>
                  </a:lnTo>
                  <a:lnTo>
                    <a:pt x="471957" y="92913"/>
                  </a:lnTo>
                  <a:lnTo>
                    <a:pt x="473544" y="101015"/>
                  </a:lnTo>
                  <a:lnTo>
                    <a:pt x="473544" y="33337"/>
                  </a:lnTo>
                  <a:lnTo>
                    <a:pt x="452386" y="39027"/>
                  </a:lnTo>
                  <a:lnTo>
                    <a:pt x="398754" y="47663"/>
                  </a:lnTo>
                  <a:lnTo>
                    <a:pt x="335445" y="53225"/>
                  </a:lnTo>
                  <a:lnTo>
                    <a:pt x="264998" y="55194"/>
                  </a:lnTo>
                  <a:lnTo>
                    <a:pt x="194551" y="53225"/>
                  </a:lnTo>
                  <a:lnTo>
                    <a:pt x="131241" y="47663"/>
                  </a:lnTo>
                  <a:lnTo>
                    <a:pt x="77609" y="39027"/>
                  </a:lnTo>
                  <a:lnTo>
                    <a:pt x="36182" y="27863"/>
                  </a:lnTo>
                  <a:lnTo>
                    <a:pt x="0" y="0"/>
                  </a:lnTo>
                  <a:lnTo>
                    <a:pt x="0" y="121958"/>
                  </a:lnTo>
                  <a:lnTo>
                    <a:pt x="36182" y="155638"/>
                  </a:lnTo>
                  <a:lnTo>
                    <a:pt x="77609" y="169151"/>
                  </a:lnTo>
                  <a:lnTo>
                    <a:pt x="131241" y="179578"/>
                  </a:lnTo>
                  <a:lnTo>
                    <a:pt x="194551" y="186309"/>
                  </a:lnTo>
                  <a:lnTo>
                    <a:pt x="264998" y="188696"/>
                  </a:lnTo>
                  <a:lnTo>
                    <a:pt x="335445" y="186309"/>
                  </a:lnTo>
                  <a:lnTo>
                    <a:pt x="398754" y="179590"/>
                  </a:lnTo>
                  <a:lnTo>
                    <a:pt x="452386" y="169151"/>
                  </a:lnTo>
                  <a:lnTo>
                    <a:pt x="493814" y="155638"/>
                  </a:lnTo>
                  <a:lnTo>
                    <a:pt x="529996" y="121958"/>
                  </a:lnTo>
                  <a:lnTo>
                    <a:pt x="529996" y="80187"/>
                  </a:lnTo>
                  <a:lnTo>
                    <a:pt x="529996" y="55194"/>
                  </a:lnTo>
                  <a:lnTo>
                    <a:pt x="529996" y="0"/>
                  </a:lnTo>
                  <a:close/>
                </a:path>
              </a:pathLst>
            </a:custGeom>
            <a:solidFill>
              <a:srgbClr val="427C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615815" y="7617904"/>
              <a:ext cx="530225" cy="447040"/>
            </a:xfrm>
            <a:custGeom>
              <a:avLst/>
              <a:gdLst/>
              <a:ahLst/>
              <a:cxnLst/>
              <a:rect l="l" t="t" r="r" b="b"/>
              <a:pathLst>
                <a:path w="530225" h="447040">
                  <a:moveTo>
                    <a:pt x="529996" y="249186"/>
                  </a:moveTo>
                  <a:lnTo>
                    <a:pt x="520534" y="264528"/>
                  </a:lnTo>
                  <a:lnTo>
                    <a:pt x="493814" y="278320"/>
                  </a:lnTo>
                  <a:lnTo>
                    <a:pt x="473544" y="284048"/>
                  </a:lnTo>
                  <a:lnTo>
                    <a:pt x="473544" y="353136"/>
                  </a:lnTo>
                  <a:lnTo>
                    <a:pt x="471957" y="361251"/>
                  </a:lnTo>
                  <a:lnTo>
                    <a:pt x="467639" y="367880"/>
                  </a:lnTo>
                  <a:lnTo>
                    <a:pt x="461251" y="372338"/>
                  </a:lnTo>
                  <a:lnTo>
                    <a:pt x="453440" y="373976"/>
                  </a:lnTo>
                  <a:lnTo>
                    <a:pt x="445592" y="372338"/>
                  </a:lnTo>
                  <a:lnTo>
                    <a:pt x="439204" y="367880"/>
                  </a:lnTo>
                  <a:lnTo>
                    <a:pt x="434898" y="361251"/>
                  </a:lnTo>
                  <a:lnTo>
                    <a:pt x="433324" y="353136"/>
                  </a:lnTo>
                  <a:lnTo>
                    <a:pt x="434898" y="345020"/>
                  </a:lnTo>
                  <a:lnTo>
                    <a:pt x="439204" y="338404"/>
                  </a:lnTo>
                  <a:lnTo>
                    <a:pt x="445592" y="333933"/>
                  </a:lnTo>
                  <a:lnTo>
                    <a:pt x="453440" y="332308"/>
                  </a:lnTo>
                  <a:lnTo>
                    <a:pt x="461251" y="333933"/>
                  </a:lnTo>
                  <a:lnTo>
                    <a:pt x="467639" y="338404"/>
                  </a:lnTo>
                  <a:lnTo>
                    <a:pt x="471957" y="345020"/>
                  </a:lnTo>
                  <a:lnTo>
                    <a:pt x="473544" y="353136"/>
                  </a:lnTo>
                  <a:lnTo>
                    <a:pt x="473544" y="284048"/>
                  </a:lnTo>
                  <a:lnTo>
                    <a:pt x="452386" y="290004"/>
                  </a:lnTo>
                  <a:lnTo>
                    <a:pt x="398754" y="299034"/>
                  </a:lnTo>
                  <a:lnTo>
                    <a:pt x="335445" y="304863"/>
                  </a:lnTo>
                  <a:lnTo>
                    <a:pt x="264998" y="306920"/>
                  </a:lnTo>
                  <a:lnTo>
                    <a:pt x="194551" y="304863"/>
                  </a:lnTo>
                  <a:lnTo>
                    <a:pt x="131241" y="299034"/>
                  </a:lnTo>
                  <a:lnTo>
                    <a:pt x="77609" y="290004"/>
                  </a:lnTo>
                  <a:lnTo>
                    <a:pt x="36182" y="278320"/>
                  </a:lnTo>
                  <a:lnTo>
                    <a:pt x="0" y="249186"/>
                  </a:lnTo>
                  <a:lnTo>
                    <a:pt x="0" y="376745"/>
                  </a:lnTo>
                  <a:lnTo>
                    <a:pt x="36182" y="411962"/>
                  </a:lnTo>
                  <a:lnTo>
                    <a:pt x="77609" y="426085"/>
                  </a:lnTo>
                  <a:lnTo>
                    <a:pt x="131241" y="436994"/>
                  </a:lnTo>
                  <a:lnTo>
                    <a:pt x="194551" y="444030"/>
                  </a:lnTo>
                  <a:lnTo>
                    <a:pt x="264998" y="446519"/>
                  </a:lnTo>
                  <a:lnTo>
                    <a:pt x="335445" y="444030"/>
                  </a:lnTo>
                  <a:lnTo>
                    <a:pt x="398754" y="436994"/>
                  </a:lnTo>
                  <a:lnTo>
                    <a:pt x="452386" y="426085"/>
                  </a:lnTo>
                  <a:lnTo>
                    <a:pt x="493814" y="411962"/>
                  </a:lnTo>
                  <a:lnTo>
                    <a:pt x="529996" y="376745"/>
                  </a:lnTo>
                  <a:lnTo>
                    <a:pt x="529996" y="373976"/>
                  </a:lnTo>
                  <a:lnTo>
                    <a:pt x="529996" y="332308"/>
                  </a:lnTo>
                  <a:lnTo>
                    <a:pt x="529996" y="306920"/>
                  </a:lnTo>
                  <a:lnTo>
                    <a:pt x="529996" y="249186"/>
                  </a:lnTo>
                  <a:close/>
                </a:path>
                <a:path w="530225" h="447040">
                  <a:moveTo>
                    <a:pt x="529996" y="55232"/>
                  </a:moveTo>
                  <a:lnTo>
                    <a:pt x="493814" y="27355"/>
                  </a:lnTo>
                  <a:lnTo>
                    <a:pt x="452386" y="16179"/>
                  </a:lnTo>
                  <a:lnTo>
                    <a:pt x="398754" y="7543"/>
                  </a:lnTo>
                  <a:lnTo>
                    <a:pt x="335445" y="1968"/>
                  </a:lnTo>
                  <a:lnTo>
                    <a:pt x="264998" y="0"/>
                  </a:lnTo>
                  <a:lnTo>
                    <a:pt x="194551" y="1968"/>
                  </a:lnTo>
                  <a:lnTo>
                    <a:pt x="131241" y="7543"/>
                  </a:lnTo>
                  <a:lnTo>
                    <a:pt x="77609" y="16179"/>
                  </a:lnTo>
                  <a:lnTo>
                    <a:pt x="36182" y="27355"/>
                  </a:lnTo>
                  <a:lnTo>
                    <a:pt x="0" y="55232"/>
                  </a:lnTo>
                  <a:lnTo>
                    <a:pt x="9461" y="69938"/>
                  </a:lnTo>
                  <a:lnTo>
                    <a:pt x="77609" y="94322"/>
                  </a:lnTo>
                  <a:lnTo>
                    <a:pt x="131241" y="102958"/>
                  </a:lnTo>
                  <a:lnTo>
                    <a:pt x="194551" y="108521"/>
                  </a:lnTo>
                  <a:lnTo>
                    <a:pt x="264998" y="110490"/>
                  </a:lnTo>
                  <a:lnTo>
                    <a:pt x="335445" y="108521"/>
                  </a:lnTo>
                  <a:lnTo>
                    <a:pt x="398754" y="102958"/>
                  </a:lnTo>
                  <a:lnTo>
                    <a:pt x="452386" y="94322"/>
                  </a:lnTo>
                  <a:lnTo>
                    <a:pt x="493814" y="83134"/>
                  </a:lnTo>
                  <a:lnTo>
                    <a:pt x="529996" y="55232"/>
                  </a:lnTo>
                  <a:close/>
                </a:path>
              </a:pathLst>
            </a:custGeom>
            <a:solidFill>
              <a:srgbClr val="393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0615815" y="7703692"/>
              <a:ext cx="530225" cy="532765"/>
            </a:xfrm>
            <a:custGeom>
              <a:avLst/>
              <a:gdLst/>
              <a:ahLst/>
              <a:cxnLst/>
              <a:rect l="l" t="t" r="r" b="b"/>
              <a:pathLst>
                <a:path w="530225" h="532765">
                  <a:moveTo>
                    <a:pt x="529996" y="335267"/>
                  </a:moveTo>
                  <a:lnTo>
                    <a:pt x="520534" y="350608"/>
                  </a:lnTo>
                  <a:lnTo>
                    <a:pt x="493814" y="364413"/>
                  </a:lnTo>
                  <a:lnTo>
                    <a:pt x="473544" y="370141"/>
                  </a:lnTo>
                  <a:lnTo>
                    <a:pt x="473544" y="439254"/>
                  </a:lnTo>
                  <a:lnTo>
                    <a:pt x="471957" y="447357"/>
                  </a:lnTo>
                  <a:lnTo>
                    <a:pt x="467639" y="453974"/>
                  </a:lnTo>
                  <a:lnTo>
                    <a:pt x="461251" y="458444"/>
                  </a:lnTo>
                  <a:lnTo>
                    <a:pt x="453440" y="460095"/>
                  </a:lnTo>
                  <a:lnTo>
                    <a:pt x="445592" y="458444"/>
                  </a:lnTo>
                  <a:lnTo>
                    <a:pt x="439204" y="453974"/>
                  </a:lnTo>
                  <a:lnTo>
                    <a:pt x="434898" y="447357"/>
                  </a:lnTo>
                  <a:lnTo>
                    <a:pt x="433324" y="439254"/>
                  </a:lnTo>
                  <a:lnTo>
                    <a:pt x="434898" y="431139"/>
                  </a:lnTo>
                  <a:lnTo>
                    <a:pt x="439204" y="424497"/>
                  </a:lnTo>
                  <a:lnTo>
                    <a:pt x="445592" y="420014"/>
                  </a:lnTo>
                  <a:lnTo>
                    <a:pt x="453440" y="418376"/>
                  </a:lnTo>
                  <a:lnTo>
                    <a:pt x="461251" y="420014"/>
                  </a:lnTo>
                  <a:lnTo>
                    <a:pt x="467639" y="424497"/>
                  </a:lnTo>
                  <a:lnTo>
                    <a:pt x="471957" y="431139"/>
                  </a:lnTo>
                  <a:lnTo>
                    <a:pt x="473544" y="439254"/>
                  </a:lnTo>
                  <a:lnTo>
                    <a:pt x="473544" y="370141"/>
                  </a:lnTo>
                  <a:lnTo>
                    <a:pt x="452386" y="376110"/>
                  </a:lnTo>
                  <a:lnTo>
                    <a:pt x="398754" y="385152"/>
                  </a:lnTo>
                  <a:lnTo>
                    <a:pt x="335445" y="390982"/>
                  </a:lnTo>
                  <a:lnTo>
                    <a:pt x="264998" y="393039"/>
                  </a:lnTo>
                  <a:lnTo>
                    <a:pt x="194551" y="390982"/>
                  </a:lnTo>
                  <a:lnTo>
                    <a:pt x="131241" y="385152"/>
                  </a:lnTo>
                  <a:lnTo>
                    <a:pt x="77609" y="376110"/>
                  </a:lnTo>
                  <a:lnTo>
                    <a:pt x="36182" y="364413"/>
                  </a:lnTo>
                  <a:lnTo>
                    <a:pt x="0" y="335267"/>
                  </a:lnTo>
                  <a:lnTo>
                    <a:pt x="0" y="462813"/>
                  </a:lnTo>
                  <a:lnTo>
                    <a:pt x="36182" y="498055"/>
                  </a:lnTo>
                  <a:lnTo>
                    <a:pt x="77609" y="512178"/>
                  </a:lnTo>
                  <a:lnTo>
                    <a:pt x="131241" y="523100"/>
                  </a:lnTo>
                  <a:lnTo>
                    <a:pt x="194551" y="530136"/>
                  </a:lnTo>
                  <a:lnTo>
                    <a:pt x="264998" y="532638"/>
                  </a:lnTo>
                  <a:lnTo>
                    <a:pt x="335445" y="530136"/>
                  </a:lnTo>
                  <a:lnTo>
                    <a:pt x="398754" y="523100"/>
                  </a:lnTo>
                  <a:lnTo>
                    <a:pt x="452386" y="512178"/>
                  </a:lnTo>
                  <a:lnTo>
                    <a:pt x="493814" y="498055"/>
                  </a:lnTo>
                  <a:lnTo>
                    <a:pt x="529996" y="462813"/>
                  </a:lnTo>
                  <a:lnTo>
                    <a:pt x="529996" y="460095"/>
                  </a:lnTo>
                  <a:lnTo>
                    <a:pt x="529996" y="418376"/>
                  </a:lnTo>
                  <a:lnTo>
                    <a:pt x="529996" y="393039"/>
                  </a:lnTo>
                  <a:lnTo>
                    <a:pt x="529996" y="335267"/>
                  </a:lnTo>
                  <a:close/>
                </a:path>
                <a:path w="530225" h="532765">
                  <a:moveTo>
                    <a:pt x="529996" y="0"/>
                  </a:moveTo>
                  <a:lnTo>
                    <a:pt x="520534" y="14681"/>
                  </a:lnTo>
                  <a:lnTo>
                    <a:pt x="493814" y="27863"/>
                  </a:lnTo>
                  <a:lnTo>
                    <a:pt x="473544" y="33337"/>
                  </a:lnTo>
                  <a:lnTo>
                    <a:pt x="473544" y="101015"/>
                  </a:lnTo>
                  <a:lnTo>
                    <a:pt x="471957" y="109118"/>
                  </a:lnTo>
                  <a:lnTo>
                    <a:pt x="467639" y="115747"/>
                  </a:lnTo>
                  <a:lnTo>
                    <a:pt x="461251" y="120205"/>
                  </a:lnTo>
                  <a:lnTo>
                    <a:pt x="453428" y="121856"/>
                  </a:lnTo>
                  <a:lnTo>
                    <a:pt x="445592" y="120205"/>
                  </a:lnTo>
                  <a:lnTo>
                    <a:pt x="439204" y="115747"/>
                  </a:lnTo>
                  <a:lnTo>
                    <a:pt x="434898" y="109118"/>
                  </a:lnTo>
                  <a:lnTo>
                    <a:pt x="433324" y="101015"/>
                  </a:lnTo>
                  <a:lnTo>
                    <a:pt x="434898" y="92913"/>
                  </a:lnTo>
                  <a:lnTo>
                    <a:pt x="439204" y="86283"/>
                  </a:lnTo>
                  <a:lnTo>
                    <a:pt x="445592" y="81826"/>
                  </a:lnTo>
                  <a:lnTo>
                    <a:pt x="453440" y="80187"/>
                  </a:lnTo>
                  <a:lnTo>
                    <a:pt x="461251" y="81826"/>
                  </a:lnTo>
                  <a:lnTo>
                    <a:pt x="467639" y="86283"/>
                  </a:lnTo>
                  <a:lnTo>
                    <a:pt x="471957" y="92913"/>
                  </a:lnTo>
                  <a:lnTo>
                    <a:pt x="473544" y="101015"/>
                  </a:lnTo>
                  <a:lnTo>
                    <a:pt x="473544" y="33337"/>
                  </a:lnTo>
                  <a:lnTo>
                    <a:pt x="452386" y="39027"/>
                  </a:lnTo>
                  <a:lnTo>
                    <a:pt x="398754" y="47663"/>
                  </a:lnTo>
                  <a:lnTo>
                    <a:pt x="335445" y="53225"/>
                  </a:lnTo>
                  <a:lnTo>
                    <a:pt x="264998" y="55194"/>
                  </a:lnTo>
                  <a:lnTo>
                    <a:pt x="194551" y="53225"/>
                  </a:lnTo>
                  <a:lnTo>
                    <a:pt x="131241" y="47663"/>
                  </a:lnTo>
                  <a:lnTo>
                    <a:pt x="77609" y="39027"/>
                  </a:lnTo>
                  <a:lnTo>
                    <a:pt x="36182" y="27863"/>
                  </a:lnTo>
                  <a:lnTo>
                    <a:pt x="0" y="0"/>
                  </a:lnTo>
                  <a:lnTo>
                    <a:pt x="0" y="121958"/>
                  </a:lnTo>
                  <a:lnTo>
                    <a:pt x="36182" y="155638"/>
                  </a:lnTo>
                  <a:lnTo>
                    <a:pt x="77609" y="169151"/>
                  </a:lnTo>
                  <a:lnTo>
                    <a:pt x="131241" y="179578"/>
                  </a:lnTo>
                  <a:lnTo>
                    <a:pt x="194551" y="186309"/>
                  </a:lnTo>
                  <a:lnTo>
                    <a:pt x="264998" y="188696"/>
                  </a:lnTo>
                  <a:lnTo>
                    <a:pt x="335445" y="186309"/>
                  </a:lnTo>
                  <a:lnTo>
                    <a:pt x="398754" y="179590"/>
                  </a:lnTo>
                  <a:lnTo>
                    <a:pt x="452386" y="169151"/>
                  </a:lnTo>
                  <a:lnTo>
                    <a:pt x="493814" y="155638"/>
                  </a:lnTo>
                  <a:lnTo>
                    <a:pt x="529996" y="121958"/>
                  </a:lnTo>
                  <a:lnTo>
                    <a:pt x="529996" y="80187"/>
                  </a:lnTo>
                  <a:lnTo>
                    <a:pt x="529996" y="55194"/>
                  </a:lnTo>
                  <a:lnTo>
                    <a:pt x="529996" y="0"/>
                  </a:lnTo>
                  <a:close/>
                </a:path>
              </a:pathLst>
            </a:custGeom>
            <a:solidFill>
              <a:srgbClr val="427C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783846" y="7617904"/>
              <a:ext cx="530225" cy="447040"/>
            </a:xfrm>
            <a:custGeom>
              <a:avLst/>
              <a:gdLst/>
              <a:ahLst/>
              <a:cxnLst/>
              <a:rect l="l" t="t" r="r" b="b"/>
              <a:pathLst>
                <a:path w="530225" h="447040">
                  <a:moveTo>
                    <a:pt x="529996" y="249186"/>
                  </a:moveTo>
                  <a:lnTo>
                    <a:pt x="520534" y="264528"/>
                  </a:lnTo>
                  <a:lnTo>
                    <a:pt x="493814" y="278320"/>
                  </a:lnTo>
                  <a:lnTo>
                    <a:pt x="473544" y="284048"/>
                  </a:lnTo>
                  <a:lnTo>
                    <a:pt x="473544" y="353136"/>
                  </a:lnTo>
                  <a:lnTo>
                    <a:pt x="471957" y="361251"/>
                  </a:lnTo>
                  <a:lnTo>
                    <a:pt x="467639" y="367880"/>
                  </a:lnTo>
                  <a:lnTo>
                    <a:pt x="461251" y="372338"/>
                  </a:lnTo>
                  <a:lnTo>
                    <a:pt x="453440" y="373976"/>
                  </a:lnTo>
                  <a:lnTo>
                    <a:pt x="445592" y="372338"/>
                  </a:lnTo>
                  <a:lnTo>
                    <a:pt x="439204" y="367880"/>
                  </a:lnTo>
                  <a:lnTo>
                    <a:pt x="434898" y="361251"/>
                  </a:lnTo>
                  <a:lnTo>
                    <a:pt x="433324" y="353136"/>
                  </a:lnTo>
                  <a:lnTo>
                    <a:pt x="434898" y="345020"/>
                  </a:lnTo>
                  <a:lnTo>
                    <a:pt x="439204" y="338404"/>
                  </a:lnTo>
                  <a:lnTo>
                    <a:pt x="445592" y="333933"/>
                  </a:lnTo>
                  <a:lnTo>
                    <a:pt x="453428" y="332308"/>
                  </a:lnTo>
                  <a:lnTo>
                    <a:pt x="461251" y="333933"/>
                  </a:lnTo>
                  <a:lnTo>
                    <a:pt x="467639" y="338404"/>
                  </a:lnTo>
                  <a:lnTo>
                    <a:pt x="471957" y="345020"/>
                  </a:lnTo>
                  <a:lnTo>
                    <a:pt x="473544" y="353136"/>
                  </a:lnTo>
                  <a:lnTo>
                    <a:pt x="473544" y="284048"/>
                  </a:lnTo>
                  <a:lnTo>
                    <a:pt x="452386" y="290004"/>
                  </a:lnTo>
                  <a:lnTo>
                    <a:pt x="398754" y="299034"/>
                  </a:lnTo>
                  <a:lnTo>
                    <a:pt x="335445" y="304863"/>
                  </a:lnTo>
                  <a:lnTo>
                    <a:pt x="264998" y="306920"/>
                  </a:lnTo>
                  <a:lnTo>
                    <a:pt x="194551" y="304863"/>
                  </a:lnTo>
                  <a:lnTo>
                    <a:pt x="131241" y="299034"/>
                  </a:lnTo>
                  <a:lnTo>
                    <a:pt x="77609" y="290004"/>
                  </a:lnTo>
                  <a:lnTo>
                    <a:pt x="36182" y="278320"/>
                  </a:lnTo>
                  <a:lnTo>
                    <a:pt x="0" y="249186"/>
                  </a:lnTo>
                  <a:lnTo>
                    <a:pt x="0" y="376745"/>
                  </a:lnTo>
                  <a:lnTo>
                    <a:pt x="36182" y="411962"/>
                  </a:lnTo>
                  <a:lnTo>
                    <a:pt x="77609" y="426085"/>
                  </a:lnTo>
                  <a:lnTo>
                    <a:pt x="131241" y="436994"/>
                  </a:lnTo>
                  <a:lnTo>
                    <a:pt x="194551" y="444030"/>
                  </a:lnTo>
                  <a:lnTo>
                    <a:pt x="264998" y="446519"/>
                  </a:lnTo>
                  <a:lnTo>
                    <a:pt x="335445" y="444030"/>
                  </a:lnTo>
                  <a:lnTo>
                    <a:pt x="398754" y="436994"/>
                  </a:lnTo>
                  <a:lnTo>
                    <a:pt x="452386" y="426085"/>
                  </a:lnTo>
                  <a:lnTo>
                    <a:pt x="493814" y="411962"/>
                  </a:lnTo>
                  <a:lnTo>
                    <a:pt x="529996" y="376745"/>
                  </a:lnTo>
                  <a:lnTo>
                    <a:pt x="529996" y="373976"/>
                  </a:lnTo>
                  <a:lnTo>
                    <a:pt x="529996" y="332308"/>
                  </a:lnTo>
                  <a:lnTo>
                    <a:pt x="529996" y="306920"/>
                  </a:lnTo>
                  <a:lnTo>
                    <a:pt x="529996" y="249186"/>
                  </a:lnTo>
                  <a:close/>
                </a:path>
                <a:path w="530225" h="447040">
                  <a:moveTo>
                    <a:pt x="529996" y="55232"/>
                  </a:moveTo>
                  <a:lnTo>
                    <a:pt x="493814" y="27355"/>
                  </a:lnTo>
                  <a:lnTo>
                    <a:pt x="452386" y="16179"/>
                  </a:lnTo>
                  <a:lnTo>
                    <a:pt x="398754" y="7543"/>
                  </a:lnTo>
                  <a:lnTo>
                    <a:pt x="335445" y="1968"/>
                  </a:lnTo>
                  <a:lnTo>
                    <a:pt x="264998" y="0"/>
                  </a:lnTo>
                  <a:lnTo>
                    <a:pt x="194551" y="1968"/>
                  </a:lnTo>
                  <a:lnTo>
                    <a:pt x="131241" y="7543"/>
                  </a:lnTo>
                  <a:lnTo>
                    <a:pt x="77609" y="16179"/>
                  </a:lnTo>
                  <a:lnTo>
                    <a:pt x="36182" y="27355"/>
                  </a:lnTo>
                  <a:lnTo>
                    <a:pt x="0" y="55232"/>
                  </a:lnTo>
                  <a:lnTo>
                    <a:pt x="9461" y="69938"/>
                  </a:lnTo>
                  <a:lnTo>
                    <a:pt x="77609" y="94322"/>
                  </a:lnTo>
                  <a:lnTo>
                    <a:pt x="131241" y="102958"/>
                  </a:lnTo>
                  <a:lnTo>
                    <a:pt x="194551" y="108521"/>
                  </a:lnTo>
                  <a:lnTo>
                    <a:pt x="264998" y="110490"/>
                  </a:lnTo>
                  <a:lnTo>
                    <a:pt x="335445" y="108521"/>
                  </a:lnTo>
                  <a:lnTo>
                    <a:pt x="398754" y="102958"/>
                  </a:lnTo>
                  <a:lnTo>
                    <a:pt x="452386" y="94322"/>
                  </a:lnTo>
                  <a:lnTo>
                    <a:pt x="493814" y="83134"/>
                  </a:lnTo>
                  <a:lnTo>
                    <a:pt x="529996" y="55232"/>
                  </a:lnTo>
                  <a:close/>
                </a:path>
              </a:pathLst>
            </a:custGeom>
            <a:solidFill>
              <a:srgbClr val="393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783846" y="7703692"/>
              <a:ext cx="530225" cy="532765"/>
            </a:xfrm>
            <a:custGeom>
              <a:avLst/>
              <a:gdLst/>
              <a:ahLst/>
              <a:cxnLst/>
              <a:rect l="l" t="t" r="r" b="b"/>
              <a:pathLst>
                <a:path w="530225" h="532765">
                  <a:moveTo>
                    <a:pt x="529996" y="335267"/>
                  </a:moveTo>
                  <a:lnTo>
                    <a:pt x="520534" y="350608"/>
                  </a:lnTo>
                  <a:lnTo>
                    <a:pt x="493814" y="364413"/>
                  </a:lnTo>
                  <a:lnTo>
                    <a:pt x="473544" y="370141"/>
                  </a:lnTo>
                  <a:lnTo>
                    <a:pt x="473544" y="439254"/>
                  </a:lnTo>
                  <a:lnTo>
                    <a:pt x="471957" y="447357"/>
                  </a:lnTo>
                  <a:lnTo>
                    <a:pt x="467639" y="453974"/>
                  </a:lnTo>
                  <a:lnTo>
                    <a:pt x="461251" y="458444"/>
                  </a:lnTo>
                  <a:lnTo>
                    <a:pt x="453440" y="460095"/>
                  </a:lnTo>
                  <a:lnTo>
                    <a:pt x="445592" y="458444"/>
                  </a:lnTo>
                  <a:lnTo>
                    <a:pt x="439204" y="453974"/>
                  </a:lnTo>
                  <a:lnTo>
                    <a:pt x="434898" y="447357"/>
                  </a:lnTo>
                  <a:lnTo>
                    <a:pt x="433324" y="439254"/>
                  </a:lnTo>
                  <a:lnTo>
                    <a:pt x="434898" y="431139"/>
                  </a:lnTo>
                  <a:lnTo>
                    <a:pt x="439204" y="424497"/>
                  </a:lnTo>
                  <a:lnTo>
                    <a:pt x="445592" y="420014"/>
                  </a:lnTo>
                  <a:lnTo>
                    <a:pt x="453440" y="418376"/>
                  </a:lnTo>
                  <a:lnTo>
                    <a:pt x="461251" y="420014"/>
                  </a:lnTo>
                  <a:lnTo>
                    <a:pt x="467639" y="424497"/>
                  </a:lnTo>
                  <a:lnTo>
                    <a:pt x="471957" y="431139"/>
                  </a:lnTo>
                  <a:lnTo>
                    <a:pt x="473544" y="439254"/>
                  </a:lnTo>
                  <a:lnTo>
                    <a:pt x="473544" y="370141"/>
                  </a:lnTo>
                  <a:lnTo>
                    <a:pt x="452386" y="376110"/>
                  </a:lnTo>
                  <a:lnTo>
                    <a:pt x="398754" y="385152"/>
                  </a:lnTo>
                  <a:lnTo>
                    <a:pt x="335445" y="390982"/>
                  </a:lnTo>
                  <a:lnTo>
                    <a:pt x="264998" y="393039"/>
                  </a:lnTo>
                  <a:lnTo>
                    <a:pt x="194551" y="390982"/>
                  </a:lnTo>
                  <a:lnTo>
                    <a:pt x="131241" y="385152"/>
                  </a:lnTo>
                  <a:lnTo>
                    <a:pt x="77609" y="376110"/>
                  </a:lnTo>
                  <a:lnTo>
                    <a:pt x="36182" y="364413"/>
                  </a:lnTo>
                  <a:lnTo>
                    <a:pt x="0" y="335267"/>
                  </a:lnTo>
                  <a:lnTo>
                    <a:pt x="0" y="462813"/>
                  </a:lnTo>
                  <a:lnTo>
                    <a:pt x="36182" y="498055"/>
                  </a:lnTo>
                  <a:lnTo>
                    <a:pt x="77609" y="512178"/>
                  </a:lnTo>
                  <a:lnTo>
                    <a:pt x="131241" y="523100"/>
                  </a:lnTo>
                  <a:lnTo>
                    <a:pt x="194551" y="530136"/>
                  </a:lnTo>
                  <a:lnTo>
                    <a:pt x="264998" y="532638"/>
                  </a:lnTo>
                  <a:lnTo>
                    <a:pt x="335445" y="530136"/>
                  </a:lnTo>
                  <a:lnTo>
                    <a:pt x="398754" y="523100"/>
                  </a:lnTo>
                  <a:lnTo>
                    <a:pt x="452386" y="512178"/>
                  </a:lnTo>
                  <a:lnTo>
                    <a:pt x="493814" y="498055"/>
                  </a:lnTo>
                  <a:lnTo>
                    <a:pt x="529996" y="462813"/>
                  </a:lnTo>
                  <a:lnTo>
                    <a:pt x="529996" y="460095"/>
                  </a:lnTo>
                  <a:lnTo>
                    <a:pt x="529996" y="418376"/>
                  </a:lnTo>
                  <a:lnTo>
                    <a:pt x="529996" y="393039"/>
                  </a:lnTo>
                  <a:lnTo>
                    <a:pt x="529996" y="335267"/>
                  </a:lnTo>
                  <a:close/>
                </a:path>
                <a:path w="530225" h="532765">
                  <a:moveTo>
                    <a:pt x="529996" y="0"/>
                  </a:moveTo>
                  <a:lnTo>
                    <a:pt x="520534" y="14681"/>
                  </a:lnTo>
                  <a:lnTo>
                    <a:pt x="493814" y="27863"/>
                  </a:lnTo>
                  <a:lnTo>
                    <a:pt x="473544" y="33337"/>
                  </a:lnTo>
                  <a:lnTo>
                    <a:pt x="473544" y="101015"/>
                  </a:lnTo>
                  <a:lnTo>
                    <a:pt x="471957" y="109118"/>
                  </a:lnTo>
                  <a:lnTo>
                    <a:pt x="467639" y="115747"/>
                  </a:lnTo>
                  <a:lnTo>
                    <a:pt x="461251" y="120205"/>
                  </a:lnTo>
                  <a:lnTo>
                    <a:pt x="453428" y="121856"/>
                  </a:lnTo>
                  <a:lnTo>
                    <a:pt x="445592" y="120205"/>
                  </a:lnTo>
                  <a:lnTo>
                    <a:pt x="439204" y="115747"/>
                  </a:lnTo>
                  <a:lnTo>
                    <a:pt x="434898" y="109118"/>
                  </a:lnTo>
                  <a:lnTo>
                    <a:pt x="433324" y="101015"/>
                  </a:lnTo>
                  <a:lnTo>
                    <a:pt x="434898" y="92913"/>
                  </a:lnTo>
                  <a:lnTo>
                    <a:pt x="439204" y="86283"/>
                  </a:lnTo>
                  <a:lnTo>
                    <a:pt x="445592" y="81826"/>
                  </a:lnTo>
                  <a:lnTo>
                    <a:pt x="453428" y="80187"/>
                  </a:lnTo>
                  <a:lnTo>
                    <a:pt x="461251" y="81826"/>
                  </a:lnTo>
                  <a:lnTo>
                    <a:pt x="467639" y="86283"/>
                  </a:lnTo>
                  <a:lnTo>
                    <a:pt x="471957" y="92913"/>
                  </a:lnTo>
                  <a:lnTo>
                    <a:pt x="473544" y="101015"/>
                  </a:lnTo>
                  <a:lnTo>
                    <a:pt x="473544" y="33337"/>
                  </a:lnTo>
                  <a:lnTo>
                    <a:pt x="452386" y="39027"/>
                  </a:lnTo>
                  <a:lnTo>
                    <a:pt x="398754" y="47663"/>
                  </a:lnTo>
                  <a:lnTo>
                    <a:pt x="335445" y="53225"/>
                  </a:lnTo>
                  <a:lnTo>
                    <a:pt x="264998" y="55194"/>
                  </a:lnTo>
                  <a:lnTo>
                    <a:pt x="194551" y="53225"/>
                  </a:lnTo>
                  <a:lnTo>
                    <a:pt x="131241" y="47663"/>
                  </a:lnTo>
                  <a:lnTo>
                    <a:pt x="77609" y="39027"/>
                  </a:lnTo>
                  <a:lnTo>
                    <a:pt x="36182" y="27863"/>
                  </a:lnTo>
                  <a:lnTo>
                    <a:pt x="0" y="0"/>
                  </a:lnTo>
                  <a:lnTo>
                    <a:pt x="0" y="121958"/>
                  </a:lnTo>
                  <a:lnTo>
                    <a:pt x="36182" y="155638"/>
                  </a:lnTo>
                  <a:lnTo>
                    <a:pt x="77609" y="169151"/>
                  </a:lnTo>
                  <a:lnTo>
                    <a:pt x="131241" y="179578"/>
                  </a:lnTo>
                  <a:lnTo>
                    <a:pt x="194551" y="186309"/>
                  </a:lnTo>
                  <a:lnTo>
                    <a:pt x="264998" y="188696"/>
                  </a:lnTo>
                  <a:lnTo>
                    <a:pt x="335445" y="186309"/>
                  </a:lnTo>
                  <a:lnTo>
                    <a:pt x="398754" y="179590"/>
                  </a:lnTo>
                  <a:lnTo>
                    <a:pt x="452386" y="169151"/>
                  </a:lnTo>
                  <a:lnTo>
                    <a:pt x="493814" y="155638"/>
                  </a:lnTo>
                  <a:lnTo>
                    <a:pt x="529996" y="121958"/>
                  </a:lnTo>
                  <a:lnTo>
                    <a:pt x="529996" y="80187"/>
                  </a:lnTo>
                  <a:lnTo>
                    <a:pt x="529996" y="55194"/>
                  </a:lnTo>
                  <a:lnTo>
                    <a:pt x="529996" y="0"/>
                  </a:lnTo>
                  <a:close/>
                </a:path>
              </a:pathLst>
            </a:custGeom>
            <a:solidFill>
              <a:srgbClr val="427C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491108" y="7617904"/>
              <a:ext cx="530225" cy="447040"/>
            </a:xfrm>
            <a:custGeom>
              <a:avLst/>
              <a:gdLst/>
              <a:ahLst/>
              <a:cxnLst/>
              <a:rect l="l" t="t" r="r" b="b"/>
              <a:pathLst>
                <a:path w="530225" h="447040">
                  <a:moveTo>
                    <a:pt x="529996" y="249186"/>
                  </a:moveTo>
                  <a:lnTo>
                    <a:pt x="520534" y="264528"/>
                  </a:lnTo>
                  <a:lnTo>
                    <a:pt x="493814" y="278320"/>
                  </a:lnTo>
                  <a:lnTo>
                    <a:pt x="473544" y="284048"/>
                  </a:lnTo>
                  <a:lnTo>
                    <a:pt x="473544" y="353136"/>
                  </a:lnTo>
                  <a:lnTo>
                    <a:pt x="471957" y="361251"/>
                  </a:lnTo>
                  <a:lnTo>
                    <a:pt x="467639" y="367880"/>
                  </a:lnTo>
                  <a:lnTo>
                    <a:pt x="461251" y="372338"/>
                  </a:lnTo>
                  <a:lnTo>
                    <a:pt x="453428" y="373976"/>
                  </a:lnTo>
                  <a:lnTo>
                    <a:pt x="445592" y="372338"/>
                  </a:lnTo>
                  <a:lnTo>
                    <a:pt x="439204" y="367880"/>
                  </a:lnTo>
                  <a:lnTo>
                    <a:pt x="434898" y="361251"/>
                  </a:lnTo>
                  <a:lnTo>
                    <a:pt x="433324" y="353136"/>
                  </a:lnTo>
                  <a:lnTo>
                    <a:pt x="434898" y="345020"/>
                  </a:lnTo>
                  <a:lnTo>
                    <a:pt x="439204" y="338404"/>
                  </a:lnTo>
                  <a:lnTo>
                    <a:pt x="445592" y="333933"/>
                  </a:lnTo>
                  <a:lnTo>
                    <a:pt x="453428" y="332308"/>
                  </a:lnTo>
                  <a:lnTo>
                    <a:pt x="461251" y="333933"/>
                  </a:lnTo>
                  <a:lnTo>
                    <a:pt x="467639" y="338404"/>
                  </a:lnTo>
                  <a:lnTo>
                    <a:pt x="471957" y="345020"/>
                  </a:lnTo>
                  <a:lnTo>
                    <a:pt x="473544" y="353136"/>
                  </a:lnTo>
                  <a:lnTo>
                    <a:pt x="473544" y="284048"/>
                  </a:lnTo>
                  <a:lnTo>
                    <a:pt x="452386" y="290004"/>
                  </a:lnTo>
                  <a:lnTo>
                    <a:pt x="398754" y="299034"/>
                  </a:lnTo>
                  <a:lnTo>
                    <a:pt x="335445" y="304863"/>
                  </a:lnTo>
                  <a:lnTo>
                    <a:pt x="264998" y="306920"/>
                  </a:lnTo>
                  <a:lnTo>
                    <a:pt x="194551" y="304863"/>
                  </a:lnTo>
                  <a:lnTo>
                    <a:pt x="131241" y="299034"/>
                  </a:lnTo>
                  <a:lnTo>
                    <a:pt x="77609" y="290004"/>
                  </a:lnTo>
                  <a:lnTo>
                    <a:pt x="36182" y="278320"/>
                  </a:lnTo>
                  <a:lnTo>
                    <a:pt x="0" y="249186"/>
                  </a:lnTo>
                  <a:lnTo>
                    <a:pt x="0" y="376745"/>
                  </a:lnTo>
                  <a:lnTo>
                    <a:pt x="36182" y="411962"/>
                  </a:lnTo>
                  <a:lnTo>
                    <a:pt x="77609" y="426085"/>
                  </a:lnTo>
                  <a:lnTo>
                    <a:pt x="131241" y="436994"/>
                  </a:lnTo>
                  <a:lnTo>
                    <a:pt x="194551" y="444030"/>
                  </a:lnTo>
                  <a:lnTo>
                    <a:pt x="264998" y="446519"/>
                  </a:lnTo>
                  <a:lnTo>
                    <a:pt x="335445" y="444030"/>
                  </a:lnTo>
                  <a:lnTo>
                    <a:pt x="398754" y="436994"/>
                  </a:lnTo>
                  <a:lnTo>
                    <a:pt x="452386" y="426085"/>
                  </a:lnTo>
                  <a:lnTo>
                    <a:pt x="493814" y="411962"/>
                  </a:lnTo>
                  <a:lnTo>
                    <a:pt x="529996" y="376745"/>
                  </a:lnTo>
                  <a:lnTo>
                    <a:pt x="529996" y="373976"/>
                  </a:lnTo>
                  <a:lnTo>
                    <a:pt x="529996" y="332308"/>
                  </a:lnTo>
                  <a:lnTo>
                    <a:pt x="529996" y="306920"/>
                  </a:lnTo>
                  <a:lnTo>
                    <a:pt x="529996" y="249186"/>
                  </a:lnTo>
                  <a:close/>
                </a:path>
                <a:path w="530225" h="447040">
                  <a:moveTo>
                    <a:pt x="529996" y="55232"/>
                  </a:moveTo>
                  <a:lnTo>
                    <a:pt x="493814" y="27355"/>
                  </a:lnTo>
                  <a:lnTo>
                    <a:pt x="452386" y="16179"/>
                  </a:lnTo>
                  <a:lnTo>
                    <a:pt x="398754" y="7543"/>
                  </a:lnTo>
                  <a:lnTo>
                    <a:pt x="335445" y="1968"/>
                  </a:lnTo>
                  <a:lnTo>
                    <a:pt x="264998" y="0"/>
                  </a:lnTo>
                  <a:lnTo>
                    <a:pt x="194551" y="1968"/>
                  </a:lnTo>
                  <a:lnTo>
                    <a:pt x="131241" y="7543"/>
                  </a:lnTo>
                  <a:lnTo>
                    <a:pt x="77609" y="16179"/>
                  </a:lnTo>
                  <a:lnTo>
                    <a:pt x="36182" y="27355"/>
                  </a:lnTo>
                  <a:lnTo>
                    <a:pt x="0" y="55232"/>
                  </a:lnTo>
                  <a:lnTo>
                    <a:pt x="9461" y="69938"/>
                  </a:lnTo>
                  <a:lnTo>
                    <a:pt x="77609" y="94322"/>
                  </a:lnTo>
                  <a:lnTo>
                    <a:pt x="131241" y="102958"/>
                  </a:lnTo>
                  <a:lnTo>
                    <a:pt x="194551" y="108521"/>
                  </a:lnTo>
                  <a:lnTo>
                    <a:pt x="264998" y="110490"/>
                  </a:lnTo>
                  <a:lnTo>
                    <a:pt x="335445" y="108521"/>
                  </a:lnTo>
                  <a:lnTo>
                    <a:pt x="398754" y="102958"/>
                  </a:lnTo>
                  <a:lnTo>
                    <a:pt x="452386" y="94322"/>
                  </a:lnTo>
                  <a:lnTo>
                    <a:pt x="493814" y="83134"/>
                  </a:lnTo>
                  <a:lnTo>
                    <a:pt x="529996" y="55232"/>
                  </a:lnTo>
                  <a:close/>
                </a:path>
              </a:pathLst>
            </a:custGeom>
            <a:solidFill>
              <a:srgbClr val="393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491108" y="7703692"/>
              <a:ext cx="530225" cy="532765"/>
            </a:xfrm>
            <a:custGeom>
              <a:avLst/>
              <a:gdLst/>
              <a:ahLst/>
              <a:cxnLst/>
              <a:rect l="l" t="t" r="r" b="b"/>
              <a:pathLst>
                <a:path w="530225" h="532765">
                  <a:moveTo>
                    <a:pt x="529996" y="335267"/>
                  </a:moveTo>
                  <a:lnTo>
                    <a:pt x="520534" y="350608"/>
                  </a:lnTo>
                  <a:lnTo>
                    <a:pt x="493814" y="364413"/>
                  </a:lnTo>
                  <a:lnTo>
                    <a:pt x="473544" y="370141"/>
                  </a:lnTo>
                  <a:lnTo>
                    <a:pt x="473544" y="439254"/>
                  </a:lnTo>
                  <a:lnTo>
                    <a:pt x="471957" y="447357"/>
                  </a:lnTo>
                  <a:lnTo>
                    <a:pt x="467639" y="453974"/>
                  </a:lnTo>
                  <a:lnTo>
                    <a:pt x="461251" y="458444"/>
                  </a:lnTo>
                  <a:lnTo>
                    <a:pt x="453440" y="460095"/>
                  </a:lnTo>
                  <a:lnTo>
                    <a:pt x="445592" y="458444"/>
                  </a:lnTo>
                  <a:lnTo>
                    <a:pt x="439204" y="453974"/>
                  </a:lnTo>
                  <a:lnTo>
                    <a:pt x="434898" y="447357"/>
                  </a:lnTo>
                  <a:lnTo>
                    <a:pt x="433324" y="439254"/>
                  </a:lnTo>
                  <a:lnTo>
                    <a:pt x="434898" y="431139"/>
                  </a:lnTo>
                  <a:lnTo>
                    <a:pt x="439204" y="424497"/>
                  </a:lnTo>
                  <a:lnTo>
                    <a:pt x="445592" y="420014"/>
                  </a:lnTo>
                  <a:lnTo>
                    <a:pt x="453440" y="418376"/>
                  </a:lnTo>
                  <a:lnTo>
                    <a:pt x="461251" y="420014"/>
                  </a:lnTo>
                  <a:lnTo>
                    <a:pt x="467639" y="424497"/>
                  </a:lnTo>
                  <a:lnTo>
                    <a:pt x="471957" y="431139"/>
                  </a:lnTo>
                  <a:lnTo>
                    <a:pt x="473544" y="439254"/>
                  </a:lnTo>
                  <a:lnTo>
                    <a:pt x="473544" y="370141"/>
                  </a:lnTo>
                  <a:lnTo>
                    <a:pt x="452386" y="376110"/>
                  </a:lnTo>
                  <a:lnTo>
                    <a:pt x="398754" y="385152"/>
                  </a:lnTo>
                  <a:lnTo>
                    <a:pt x="335445" y="390982"/>
                  </a:lnTo>
                  <a:lnTo>
                    <a:pt x="264998" y="393039"/>
                  </a:lnTo>
                  <a:lnTo>
                    <a:pt x="194551" y="390982"/>
                  </a:lnTo>
                  <a:lnTo>
                    <a:pt x="131241" y="385152"/>
                  </a:lnTo>
                  <a:lnTo>
                    <a:pt x="77609" y="376110"/>
                  </a:lnTo>
                  <a:lnTo>
                    <a:pt x="36182" y="364413"/>
                  </a:lnTo>
                  <a:lnTo>
                    <a:pt x="0" y="335267"/>
                  </a:lnTo>
                  <a:lnTo>
                    <a:pt x="0" y="462813"/>
                  </a:lnTo>
                  <a:lnTo>
                    <a:pt x="36182" y="498055"/>
                  </a:lnTo>
                  <a:lnTo>
                    <a:pt x="77609" y="512178"/>
                  </a:lnTo>
                  <a:lnTo>
                    <a:pt x="131241" y="523100"/>
                  </a:lnTo>
                  <a:lnTo>
                    <a:pt x="194551" y="530136"/>
                  </a:lnTo>
                  <a:lnTo>
                    <a:pt x="264998" y="532638"/>
                  </a:lnTo>
                  <a:lnTo>
                    <a:pt x="335445" y="530136"/>
                  </a:lnTo>
                  <a:lnTo>
                    <a:pt x="398754" y="523100"/>
                  </a:lnTo>
                  <a:lnTo>
                    <a:pt x="452386" y="512178"/>
                  </a:lnTo>
                  <a:lnTo>
                    <a:pt x="493814" y="498055"/>
                  </a:lnTo>
                  <a:lnTo>
                    <a:pt x="529996" y="462813"/>
                  </a:lnTo>
                  <a:lnTo>
                    <a:pt x="529996" y="460095"/>
                  </a:lnTo>
                  <a:lnTo>
                    <a:pt x="529996" y="418376"/>
                  </a:lnTo>
                  <a:lnTo>
                    <a:pt x="529996" y="393039"/>
                  </a:lnTo>
                  <a:lnTo>
                    <a:pt x="529996" y="335267"/>
                  </a:lnTo>
                  <a:close/>
                </a:path>
                <a:path w="530225" h="532765">
                  <a:moveTo>
                    <a:pt x="529996" y="0"/>
                  </a:moveTo>
                  <a:lnTo>
                    <a:pt x="520534" y="14681"/>
                  </a:lnTo>
                  <a:lnTo>
                    <a:pt x="493814" y="27863"/>
                  </a:lnTo>
                  <a:lnTo>
                    <a:pt x="473544" y="33337"/>
                  </a:lnTo>
                  <a:lnTo>
                    <a:pt x="473544" y="101015"/>
                  </a:lnTo>
                  <a:lnTo>
                    <a:pt x="471957" y="109118"/>
                  </a:lnTo>
                  <a:lnTo>
                    <a:pt x="467639" y="115747"/>
                  </a:lnTo>
                  <a:lnTo>
                    <a:pt x="461251" y="120205"/>
                  </a:lnTo>
                  <a:lnTo>
                    <a:pt x="453428" y="121856"/>
                  </a:lnTo>
                  <a:lnTo>
                    <a:pt x="445592" y="120205"/>
                  </a:lnTo>
                  <a:lnTo>
                    <a:pt x="439204" y="115747"/>
                  </a:lnTo>
                  <a:lnTo>
                    <a:pt x="434898" y="109118"/>
                  </a:lnTo>
                  <a:lnTo>
                    <a:pt x="433324" y="101015"/>
                  </a:lnTo>
                  <a:lnTo>
                    <a:pt x="434898" y="92913"/>
                  </a:lnTo>
                  <a:lnTo>
                    <a:pt x="439204" y="86283"/>
                  </a:lnTo>
                  <a:lnTo>
                    <a:pt x="445592" y="81826"/>
                  </a:lnTo>
                  <a:lnTo>
                    <a:pt x="453428" y="80187"/>
                  </a:lnTo>
                  <a:lnTo>
                    <a:pt x="461251" y="81826"/>
                  </a:lnTo>
                  <a:lnTo>
                    <a:pt x="467639" y="86283"/>
                  </a:lnTo>
                  <a:lnTo>
                    <a:pt x="471957" y="92913"/>
                  </a:lnTo>
                  <a:lnTo>
                    <a:pt x="473544" y="101015"/>
                  </a:lnTo>
                  <a:lnTo>
                    <a:pt x="473544" y="33337"/>
                  </a:lnTo>
                  <a:lnTo>
                    <a:pt x="452386" y="39027"/>
                  </a:lnTo>
                  <a:lnTo>
                    <a:pt x="398754" y="47663"/>
                  </a:lnTo>
                  <a:lnTo>
                    <a:pt x="335445" y="53225"/>
                  </a:lnTo>
                  <a:lnTo>
                    <a:pt x="264998" y="55194"/>
                  </a:lnTo>
                  <a:lnTo>
                    <a:pt x="194551" y="53225"/>
                  </a:lnTo>
                  <a:lnTo>
                    <a:pt x="131241" y="47663"/>
                  </a:lnTo>
                  <a:lnTo>
                    <a:pt x="77609" y="39027"/>
                  </a:lnTo>
                  <a:lnTo>
                    <a:pt x="36182" y="27863"/>
                  </a:lnTo>
                  <a:lnTo>
                    <a:pt x="0" y="0"/>
                  </a:lnTo>
                  <a:lnTo>
                    <a:pt x="0" y="121958"/>
                  </a:lnTo>
                  <a:lnTo>
                    <a:pt x="36182" y="155638"/>
                  </a:lnTo>
                  <a:lnTo>
                    <a:pt x="77609" y="169151"/>
                  </a:lnTo>
                  <a:lnTo>
                    <a:pt x="131241" y="179578"/>
                  </a:lnTo>
                  <a:lnTo>
                    <a:pt x="194551" y="186309"/>
                  </a:lnTo>
                  <a:lnTo>
                    <a:pt x="264998" y="188696"/>
                  </a:lnTo>
                  <a:lnTo>
                    <a:pt x="335445" y="186309"/>
                  </a:lnTo>
                  <a:lnTo>
                    <a:pt x="398754" y="179590"/>
                  </a:lnTo>
                  <a:lnTo>
                    <a:pt x="452386" y="169151"/>
                  </a:lnTo>
                  <a:lnTo>
                    <a:pt x="493814" y="155638"/>
                  </a:lnTo>
                  <a:lnTo>
                    <a:pt x="529996" y="121958"/>
                  </a:lnTo>
                  <a:lnTo>
                    <a:pt x="529996" y="80187"/>
                  </a:lnTo>
                  <a:lnTo>
                    <a:pt x="529996" y="55194"/>
                  </a:lnTo>
                  <a:lnTo>
                    <a:pt x="529996" y="0"/>
                  </a:lnTo>
                  <a:close/>
                </a:path>
              </a:pathLst>
            </a:custGeom>
            <a:solidFill>
              <a:srgbClr val="427CB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/>
          <p:cNvGrpSpPr/>
          <p:nvPr/>
        </p:nvGrpSpPr>
        <p:grpSpPr>
          <a:xfrm>
            <a:off x="8609647" y="8709215"/>
            <a:ext cx="1779905" cy="760730"/>
            <a:chOff x="8609647" y="8709215"/>
            <a:chExt cx="1779905" cy="760730"/>
          </a:xfrm>
        </p:grpSpPr>
        <p:sp>
          <p:nvSpPr>
            <p:cNvPr id="35" name="object 35"/>
            <p:cNvSpPr/>
            <p:nvPr/>
          </p:nvSpPr>
          <p:spPr>
            <a:xfrm>
              <a:off x="8633459" y="8733028"/>
              <a:ext cx="1732280" cy="713105"/>
            </a:xfrm>
            <a:custGeom>
              <a:avLst/>
              <a:gdLst/>
              <a:ahLst/>
              <a:cxnLst/>
              <a:rect l="l" t="t" r="r" b="b"/>
              <a:pathLst>
                <a:path w="1732279" h="713104">
                  <a:moveTo>
                    <a:pt x="0" y="713066"/>
                  </a:moveTo>
                  <a:lnTo>
                    <a:pt x="1731772" y="713066"/>
                  </a:lnTo>
                  <a:lnTo>
                    <a:pt x="1731772" y="0"/>
                  </a:lnTo>
                  <a:lnTo>
                    <a:pt x="0" y="0"/>
                  </a:lnTo>
                  <a:lnTo>
                    <a:pt x="0" y="713066"/>
                  </a:lnTo>
                  <a:close/>
                </a:path>
              </a:pathLst>
            </a:custGeom>
            <a:ln w="47625">
              <a:solidFill>
                <a:srgbClr val="5BB1E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0044" y="8918206"/>
              <a:ext cx="1069390" cy="34270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46667" y="8821280"/>
              <a:ext cx="665086" cy="536549"/>
            </a:xfrm>
            <a:prstGeom prst="rect">
              <a:avLst/>
            </a:prstGeom>
          </p:spPr>
        </p:pic>
      </p:grpSp>
      <p:pic>
        <p:nvPicPr>
          <p:cNvPr id="38" name="object 3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55607" y="8787678"/>
            <a:ext cx="690815" cy="612080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5942076" y="6739508"/>
            <a:ext cx="190500" cy="542290"/>
          </a:xfrm>
          <a:custGeom>
            <a:avLst/>
            <a:gdLst/>
            <a:ahLst/>
            <a:cxnLst/>
            <a:rect l="l" t="t" r="r" b="b"/>
            <a:pathLst>
              <a:path w="190500" h="542290">
                <a:moveTo>
                  <a:pt x="76249" y="428573"/>
                </a:moveTo>
                <a:lnTo>
                  <a:pt x="0" y="430402"/>
                </a:lnTo>
                <a:lnTo>
                  <a:pt x="98044" y="542289"/>
                </a:lnTo>
                <a:lnTo>
                  <a:pt x="173259" y="447547"/>
                </a:lnTo>
                <a:lnTo>
                  <a:pt x="76708" y="447547"/>
                </a:lnTo>
                <a:lnTo>
                  <a:pt x="76293" y="430402"/>
                </a:lnTo>
                <a:lnTo>
                  <a:pt x="76249" y="428573"/>
                </a:lnTo>
                <a:close/>
              </a:path>
              <a:path w="190500" h="542290">
                <a:moveTo>
                  <a:pt x="114348" y="427658"/>
                </a:moveTo>
                <a:lnTo>
                  <a:pt x="76249" y="428573"/>
                </a:lnTo>
                <a:lnTo>
                  <a:pt x="76686" y="446658"/>
                </a:lnTo>
                <a:lnTo>
                  <a:pt x="76708" y="447547"/>
                </a:lnTo>
                <a:lnTo>
                  <a:pt x="114808" y="446658"/>
                </a:lnTo>
                <a:lnTo>
                  <a:pt x="114415" y="430402"/>
                </a:lnTo>
                <a:lnTo>
                  <a:pt x="114348" y="427658"/>
                </a:lnTo>
                <a:close/>
              </a:path>
              <a:path w="190500" h="542290">
                <a:moveTo>
                  <a:pt x="190500" y="425830"/>
                </a:moveTo>
                <a:lnTo>
                  <a:pt x="114348" y="427658"/>
                </a:lnTo>
                <a:lnTo>
                  <a:pt x="114808" y="446658"/>
                </a:lnTo>
                <a:lnTo>
                  <a:pt x="76708" y="447547"/>
                </a:lnTo>
                <a:lnTo>
                  <a:pt x="173259" y="447547"/>
                </a:lnTo>
                <a:lnTo>
                  <a:pt x="190500" y="425830"/>
                </a:lnTo>
                <a:close/>
              </a:path>
              <a:path w="190500" h="542290">
                <a:moveTo>
                  <a:pt x="104012" y="0"/>
                </a:moveTo>
                <a:lnTo>
                  <a:pt x="65912" y="1015"/>
                </a:lnTo>
                <a:lnTo>
                  <a:pt x="76182" y="425830"/>
                </a:lnTo>
                <a:lnTo>
                  <a:pt x="76249" y="428573"/>
                </a:lnTo>
                <a:lnTo>
                  <a:pt x="114348" y="427658"/>
                </a:lnTo>
                <a:lnTo>
                  <a:pt x="104037" y="1015"/>
                </a:lnTo>
                <a:lnTo>
                  <a:pt x="104012" y="0"/>
                </a:lnTo>
                <a:close/>
              </a:path>
            </a:pathLst>
          </a:custGeom>
          <a:solidFill>
            <a:srgbClr val="258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666608" y="6740017"/>
            <a:ext cx="190500" cy="542290"/>
          </a:xfrm>
          <a:custGeom>
            <a:avLst/>
            <a:gdLst/>
            <a:ahLst/>
            <a:cxnLst/>
            <a:rect l="l" t="t" r="r" b="b"/>
            <a:pathLst>
              <a:path w="190500" h="542290">
                <a:moveTo>
                  <a:pt x="76200" y="427481"/>
                </a:moveTo>
                <a:lnTo>
                  <a:pt x="0" y="427481"/>
                </a:lnTo>
                <a:lnTo>
                  <a:pt x="95250" y="541781"/>
                </a:lnTo>
                <a:lnTo>
                  <a:pt x="174625" y="446531"/>
                </a:lnTo>
                <a:lnTo>
                  <a:pt x="76200" y="446531"/>
                </a:lnTo>
                <a:lnTo>
                  <a:pt x="76200" y="427481"/>
                </a:lnTo>
                <a:close/>
              </a:path>
              <a:path w="190500" h="542290">
                <a:moveTo>
                  <a:pt x="114300" y="0"/>
                </a:moveTo>
                <a:lnTo>
                  <a:pt x="76200" y="0"/>
                </a:lnTo>
                <a:lnTo>
                  <a:pt x="76200" y="446531"/>
                </a:lnTo>
                <a:lnTo>
                  <a:pt x="114300" y="446531"/>
                </a:lnTo>
                <a:lnTo>
                  <a:pt x="114300" y="0"/>
                </a:lnTo>
                <a:close/>
              </a:path>
              <a:path w="190500" h="542290">
                <a:moveTo>
                  <a:pt x="190500" y="427481"/>
                </a:moveTo>
                <a:lnTo>
                  <a:pt x="114300" y="427481"/>
                </a:lnTo>
                <a:lnTo>
                  <a:pt x="114300" y="446531"/>
                </a:lnTo>
                <a:lnTo>
                  <a:pt x="174625" y="446531"/>
                </a:lnTo>
                <a:lnTo>
                  <a:pt x="190500" y="427481"/>
                </a:lnTo>
                <a:close/>
              </a:path>
            </a:pathLst>
          </a:custGeom>
          <a:solidFill>
            <a:srgbClr val="258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4550770" y="5176265"/>
            <a:ext cx="1359535" cy="190500"/>
          </a:xfrm>
          <a:custGeom>
            <a:avLst/>
            <a:gdLst/>
            <a:ahLst/>
            <a:cxnLst/>
            <a:rect l="l" t="t" r="r" b="b"/>
            <a:pathLst>
              <a:path w="1359534" h="190500">
                <a:moveTo>
                  <a:pt x="114300" y="0"/>
                </a:moveTo>
                <a:lnTo>
                  <a:pt x="0" y="95250"/>
                </a:lnTo>
                <a:lnTo>
                  <a:pt x="114300" y="190500"/>
                </a:lnTo>
                <a:lnTo>
                  <a:pt x="114300" y="114300"/>
                </a:lnTo>
                <a:lnTo>
                  <a:pt x="95250" y="1143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0"/>
                </a:lnTo>
                <a:close/>
              </a:path>
              <a:path w="1359534" h="190500">
                <a:moveTo>
                  <a:pt x="1245107" y="0"/>
                </a:moveTo>
                <a:lnTo>
                  <a:pt x="1245107" y="190500"/>
                </a:lnTo>
                <a:lnTo>
                  <a:pt x="1336548" y="114300"/>
                </a:lnTo>
                <a:lnTo>
                  <a:pt x="1264157" y="114300"/>
                </a:lnTo>
                <a:lnTo>
                  <a:pt x="1264157" y="76200"/>
                </a:lnTo>
                <a:lnTo>
                  <a:pt x="1336548" y="76200"/>
                </a:lnTo>
                <a:lnTo>
                  <a:pt x="1245107" y="0"/>
                </a:lnTo>
                <a:close/>
              </a:path>
              <a:path w="1359534" h="190500">
                <a:moveTo>
                  <a:pt x="114300" y="76200"/>
                </a:moveTo>
                <a:lnTo>
                  <a:pt x="95250" y="76200"/>
                </a:lnTo>
                <a:lnTo>
                  <a:pt x="95250" y="114300"/>
                </a:lnTo>
                <a:lnTo>
                  <a:pt x="114300" y="114300"/>
                </a:lnTo>
                <a:lnTo>
                  <a:pt x="114300" y="76200"/>
                </a:lnTo>
                <a:close/>
              </a:path>
              <a:path w="1359534" h="190500">
                <a:moveTo>
                  <a:pt x="1245107" y="76200"/>
                </a:moveTo>
                <a:lnTo>
                  <a:pt x="114300" y="76200"/>
                </a:lnTo>
                <a:lnTo>
                  <a:pt x="114300" y="114300"/>
                </a:lnTo>
                <a:lnTo>
                  <a:pt x="1245107" y="114300"/>
                </a:lnTo>
                <a:lnTo>
                  <a:pt x="1245107" y="76200"/>
                </a:lnTo>
                <a:close/>
              </a:path>
              <a:path w="1359534" h="190500">
                <a:moveTo>
                  <a:pt x="1336548" y="76200"/>
                </a:moveTo>
                <a:lnTo>
                  <a:pt x="1264157" y="76200"/>
                </a:lnTo>
                <a:lnTo>
                  <a:pt x="1264157" y="114300"/>
                </a:lnTo>
                <a:lnTo>
                  <a:pt x="1336548" y="114300"/>
                </a:lnTo>
                <a:lnTo>
                  <a:pt x="1359407" y="95250"/>
                </a:lnTo>
                <a:lnTo>
                  <a:pt x="1336548" y="76200"/>
                </a:lnTo>
                <a:close/>
              </a:path>
            </a:pathLst>
          </a:custGeom>
          <a:solidFill>
            <a:srgbClr val="2587B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2" name="object 42"/>
          <p:cNvGrpSpPr/>
          <p:nvPr/>
        </p:nvGrpSpPr>
        <p:grpSpPr>
          <a:xfrm>
            <a:off x="13501082" y="4834971"/>
            <a:ext cx="1031875" cy="1356360"/>
            <a:chOff x="13501082" y="4834971"/>
            <a:chExt cx="1031875" cy="1356360"/>
          </a:xfrm>
        </p:grpSpPr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501670" y="4834971"/>
              <a:ext cx="926388" cy="81792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501082" y="5688931"/>
              <a:ext cx="1031575" cy="502358"/>
            </a:xfrm>
            <a:prstGeom prst="rect">
              <a:avLst/>
            </a:prstGeom>
          </p:spPr>
        </p:pic>
      </p:grpSp>
      <p:sp>
        <p:nvSpPr>
          <p:cNvPr id="45" name="object 45"/>
          <p:cNvSpPr/>
          <p:nvPr/>
        </p:nvSpPr>
        <p:spPr>
          <a:xfrm>
            <a:off x="9206992" y="6740017"/>
            <a:ext cx="190500" cy="542290"/>
          </a:xfrm>
          <a:custGeom>
            <a:avLst/>
            <a:gdLst/>
            <a:ahLst/>
            <a:cxnLst/>
            <a:rect l="l" t="t" r="r" b="b"/>
            <a:pathLst>
              <a:path w="190500" h="542290">
                <a:moveTo>
                  <a:pt x="76200" y="427481"/>
                </a:moveTo>
                <a:lnTo>
                  <a:pt x="0" y="427481"/>
                </a:lnTo>
                <a:lnTo>
                  <a:pt x="95250" y="541781"/>
                </a:lnTo>
                <a:lnTo>
                  <a:pt x="174625" y="446531"/>
                </a:lnTo>
                <a:lnTo>
                  <a:pt x="76200" y="446531"/>
                </a:lnTo>
                <a:lnTo>
                  <a:pt x="76200" y="427481"/>
                </a:lnTo>
                <a:close/>
              </a:path>
              <a:path w="190500" h="542290">
                <a:moveTo>
                  <a:pt x="114300" y="0"/>
                </a:moveTo>
                <a:lnTo>
                  <a:pt x="76200" y="0"/>
                </a:lnTo>
                <a:lnTo>
                  <a:pt x="76200" y="446531"/>
                </a:lnTo>
                <a:lnTo>
                  <a:pt x="114300" y="446531"/>
                </a:lnTo>
                <a:lnTo>
                  <a:pt x="114300" y="0"/>
                </a:lnTo>
                <a:close/>
              </a:path>
              <a:path w="190500" h="542290">
                <a:moveTo>
                  <a:pt x="190500" y="427481"/>
                </a:moveTo>
                <a:lnTo>
                  <a:pt x="114300" y="427481"/>
                </a:lnTo>
                <a:lnTo>
                  <a:pt x="114300" y="446531"/>
                </a:lnTo>
                <a:lnTo>
                  <a:pt x="174625" y="446531"/>
                </a:lnTo>
                <a:lnTo>
                  <a:pt x="190500" y="427481"/>
                </a:lnTo>
                <a:close/>
              </a:path>
            </a:pathLst>
          </a:custGeom>
          <a:solidFill>
            <a:srgbClr val="258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0776839" y="6760591"/>
            <a:ext cx="190500" cy="521334"/>
          </a:xfrm>
          <a:custGeom>
            <a:avLst/>
            <a:gdLst/>
            <a:ahLst/>
            <a:cxnLst/>
            <a:rect l="l" t="t" r="r" b="b"/>
            <a:pathLst>
              <a:path w="190500" h="521334">
                <a:moveTo>
                  <a:pt x="76200" y="406908"/>
                </a:moveTo>
                <a:lnTo>
                  <a:pt x="0" y="406908"/>
                </a:lnTo>
                <a:lnTo>
                  <a:pt x="95250" y="521208"/>
                </a:lnTo>
                <a:lnTo>
                  <a:pt x="174625" y="425958"/>
                </a:lnTo>
                <a:lnTo>
                  <a:pt x="76200" y="425958"/>
                </a:lnTo>
                <a:lnTo>
                  <a:pt x="76200" y="406908"/>
                </a:lnTo>
                <a:close/>
              </a:path>
              <a:path w="190500" h="521334">
                <a:moveTo>
                  <a:pt x="114300" y="0"/>
                </a:moveTo>
                <a:lnTo>
                  <a:pt x="76200" y="0"/>
                </a:lnTo>
                <a:lnTo>
                  <a:pt x="76200" y="425958"/>
                </a:lnTo>
                <a:lnTo>
                  <a:pt x="114300" y="425958"/>
                </a:lnTo>
                <a:lnTo>
                  <a:pt x="114300" y="0"/>
                </a:lnTo>
                <a:close/>
              </a:path>
              <a:path w="190500" h="521334">
                <a:moveTo>
                  <a:pt x="190500" y="406908"/>
                </a:moveTo>
                <a:lnTo>
                  <a:pt x="114300" y="406908"/>
                </a:lnTo>
                <a:lnTo>
                  <a:pt x="114300" y="425958"/>
                </a:lnTo>
                <a:lnTo>
                  <a:pt x="174625" y="425958"/>
                </a:lnTo>
                <a:lnTo>
                  <a:pt x="190500" y="406908"/>
                </a:lnTo>
                <a:close/>
              </a:path>
            </a:pathLst>
          </a:custGeom>
          <a:solidFill>
            <a:srgbClr val="2587B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7" name="object 4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2618" y="5308472"/>
            <a:ext cx="757254" cy="671830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710450" y="2648966"/>
            <a:ext cx="1398270" cy="1969770"/>
            <a:chOff x="710450" y="2648966"/>
            <a:chExt cx="1398270" cy="1969770"/>
          </a:xfrm>
        </p:grpSpPr>
        <p:sp>
          <p:nvSpPr>
            <p:cNvPr id="49" name="object 49"/>
            <p:cNvSpPr/>
            <p:nvPr/>
          </p:nvSpPr>
          <p:spPr>
            <a:xfrm>
              <a:off x="1390129" y="3900296"/>
              <a:ext cx="718185" cy="718185"/>
            </a:xfrm>
            <a:custGeom>
              <a:avLst/>
              <a:gdLst/>
              <a:ahLst/>
              <a:cxnLst/>
              <a:rect l="l" t="t" r="r" b="b"/>
              <a:pathLst>
                <a:path w="718185" h="718185">
                  <a:moveTo>
                    <a:pt x="190931" y="6070"/>
                  </a:moveTo>
                  <a:lnTo>
                    <a:pt x="188912" y="2692"/>
                  </a:lnTo>
                  <a:lnTo>
                    <a:pt x="184848" y="508"/>
                  </a:lnTo>
                  <a:lnTo>
                    <a:pt x="184137" y="254"/>
                  </a:lnTo>
                  <a:lnTo>
                    <a:pt x="183134" y="0"/>
                  </a:lnTo>
                  <a:lnTo>
                    <a:pt x="178790" y="0"/>
                  </a:lnTo>
                  <a:lnTo>
                    <a:pt x="177609" y="254"/>
                  </a:lnTo>
                  <a:lnTo>
                    <a:pt x="176466" y="736"/>
                  </a:lnTo>
                  <a:lnTo>
                    <a:pt x="170980" y="4394"/>
                  </a:lnTo>
                  <a:lnTo>
                    <a:pt x="170980" y="28371"/>
                  </a:lnTo>
                  <a:lnTo>
                    <a:pt x="170980" y="689279"/>
                  </a:lnTo>
                  <a:lnTo>
                    <a:pt x="19951" y="588670"/>
                  </a:lnTo>
                  <a:lnTo>
                    <a:pt x="19951" y="128968"/>
                  </a:lnTo>
                  <a:lnTo>
                    <a:pt x="170980" y="28371"/>
                  </a:lnTo>
                  <a:lnTo>
                    <a:pt x="170980" y="4394"/>
                  </a:lnTo>
                  <a:lnTo>
                    <a:pt x="1663" y="117195"/>
                  </a:lnTo>
                  <a:lnTo>
                    <a:pt x="0" y="120319"/>
                  </a:lnTo>
                  <a:lnTo>
                    <a:pt x="0" y="597331"/>
                  </a:lnTo>
                  <a:lnTo>
                    <a:pt x="1663" y="600456"/>
                  </a:lnTo>
                  <a:lnTo>
                    <a:pt x="177101" y="717321"/>
                  </a:lnTo>
                  <a:lnTo>
                    <a:pt x="179019" y="717892"/>
                  </a:lnTo>
                  <a:lnTo>
                    <a:pt x="182575" y="717892"/>
                  </a:lnTo>
                  <a:lnTo>
                    <a:pt x="184188" y="717486"/>
                  </a:lnTo>
                  <a:lnTo>
                    <a:pt x="188912" y="714971"/>
                  </a:lnTo>
                  <a:lnTo>
                    <a:pt x="190931" y="711593"/>
                  </a:lnTo>
                  <a:lnTo>
                    <a:pt x="190931" y="689279"/>
                  </a:lnTo>
                  <a:lnTo>
                    <a:pt x="190931" y="28371"/>
                  </a:lnTo>
                  <a:lnTo>
                    <a:pt x="190931" y="6070"/>
                  </a:lnTo>
                  <a:close/>
                </a:path>
                <a:path w="718185" h="718185">
                  <a:moveTo>
                    <a:pt x="718121" y="120319"/>
                  </a:moveTo>
                  <a:lnTo>
                    <a:pt x="716457" y="117195"/>
                  </a:lnTo>
                  <a:lnTo>
                    <a:pt x="698169" y="105016"/>
                  </a:lnTo>
                  <a:lnTo>
                    <a:pt x="698169" y="128968"/>
                  </a:lnTo>
                  <a:lnTo>
                    <a:pt x="698169" y="588670"/>
                  </a:lnTo>
                  <a:lnTo>
                    <a:pt x="547141" y="689279"/>
                  </a:lnTo>
                  <a:lnTo>
                    <a:pt x="547141" y="28371"/>
                  </a:lnTo>
                  <a:lnTo>
                    <a:pt x="698169" y="128968"/>
                  </a:lnTo>
                  <a:lnTo>
                    <a:pt x="698169" y="105016"/>
                  </a:lnTo>
                  <a:lnTo>
                    <a:pt x="583133" y="28371"/>
                  </a:lnTo>
                  <a:lnTo>
                    <a:pt x="541655" y="736"/>
                  </a:lnTo>
                  <a:lnTo>
                    <a:pt x="540512" y="279"/>
                  </a:lnTo>
                  <a:lnTo>
                    <a:pt x="539330" y="0"/>
                  </a:lnTo>
                  <a:lnTo>
                    <a:pt x="534974" y="0"/>
                  </a:lnTo>
                  <a:lnTo>
                    <a:pt x="533920" y="279"/>
                  </a:lnTo>
                  <a:lnTo>
                    <a:pt x="533260" y="508"/>
                  </a:lnTo>
                  <a:lnTo>
                    <a:pt x="529209" y="2667"/>
                  </a:lnTo>
                  <a:lnTo>
                    <a:pt x="527189" y="6057"/>
                  </a:lnTo>
                  <a:lnTo>
                    <a:pt x="527189" y="711581"/>
                  </a:lnTo>
                  <a:lnTo>
                    <a:pt x="529209" y="714959"/>
                  </a:lnTo>
                  <a:lnTo>
                    <a:pt x="533933" y="717473"/>
                  </a:lnTo>
                  <a:lnTo>
                    <a:pt x="535546" y="717880"/>
                  </a:lnTo>
                  <a:lnTo>
                    <a:pt x="539102" y="717880"/>
                  </a:lnTo>
                  <a:lnTo>
                    <a:pt x="541020" y="717308"/>
                  </a:lnTo>
                  <a:lnTo>
                    <a:pt x="583095" y="689279"/>
                  </a:lnTo>
                  <a:lnTo>
                    <a:pt x="716457" y="600443"/>
                  </a:lnTo>
                  <a:lnTo>
                    <a:pt x="718121" y="597319"/>
                  </a:lnTo>
                  <a:lnTo>
                    <a:pt x="718121" y="120319"/>
                  </a:lnTo>
                  <a:close/>
                </a:path>
              </a:pathLst>
            </a:custGeom>
            <a:solidFill>
              <a:srgbClr val="5CAD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436268" y="3946207"/>
              <a:ext cx="626110" cy="626110"/>
            </a:xfrm>
            <a:custGeom>
              <a:avLst/>
              <a:gdLst/>
              <a:ahLst/>
              <a:cxnLst/>
              <a:rect l="l" t="t" r="r" b="b"/>
              <a:pathLst>
                <a:path w="626110" h="626110">
                  <a:moveTo>
                    <a:pt x="111544" y="93649"/>
                  </a:moveTo>
                  <a:lnTo>
                    <a:pt x="103759" y="85852"/>
                  </a:lnTo>
                  <a:lnTo>
                    <a:pt x="97434" y="85852"/>
                  </a:lnTo>
                  <a:lnTo>
                    <a:pt x="64338" y="118948"/>
                  </a:lnTo>
                  <a:lnTo>
                    <a:pt x="59436" y="125895"/>
                  </a:lnTo>
                  <a:lnTo>
                    <a:pt x="57251" y="133781"/>
                  </a:lnTo>
                  <a:lnTo>
                    <a:pt x="57861" y="141947"/>
                  </a:lnTo>
                  <a:lnTo>
                    <a:pt x="61341" y="149720"/>
                  </a:lnTo>
                  <a:lnTo>
                    <a:pt x="82029" y="180581"/>
                  </a:lnTo>
                  <a:lnTo>
                    <a:pt x="56083" y="243217"/>
                  </a:lnTo>
                  <a:lnTo>
                    <a:pt x="11696" y="253441"/>
                  </a:lnTo>
                  <a:lnTo>
                    <a:pt x="0" y="274281"/>
                  </a:lnTo>
                  <a:lnTo>
                    <a:pt x="0" y="351536"/>
                  </a:lnTo>
                  <a:lnTo>
                    <a:pt x="56083" y="382612"/>
                  </a:lnTo>
                  <a:lnTo>
                    <a:pt x="82029" y="445236"/>
                  </a:lnTo>
                  <a:lnTo>
                    <a:pt x="61341" y="476097"/>
                  </a:lnTo>
                  <a:lnTo>
                    <a:pt x="57861" y="483857"/>
                  </a:lnTo>
                  <a:lnTo>
                    <a:pt x="57315" y="491248"/>
                  </a:lnTo>
                  <a:lnTo>
                    <a:pt x="57251" y="492023"/>
                  </a:lnTo>
                  <a:lnTo>
                    <a:pt x="59436" y="499922"/>
                  </a:lnTo>
                  <a:lnTo>
                    <a:pt x="64338" y="506869"/>
                  </a:lnTo>
                  <a:lnTo>
                    <a:pt x="95491" y="538010"/>
                  </a:lnTo>
                  <a:lnTo>
                    <a:pt x="98044" y="538988"/>
                  </a:lnTo>
                  <a:lnTo>
                    <a:pt x="103162" y="538988"/>
                  </a:lnTo>
                  <a:lnTo>
                    <a:pt x="105702" y="538010"/>
                  </a:lnTo>
                  <a:lnTo>
                    <a:pt x="111544" y="532168"/>
                  </a:lnTo>
                  <a:lnTo>
                    <a:pt x="111544" y="525843"/>
                  </a:lnTo>
                  <a:lnTo>
                    <a:pt x="78447" y="492760"/>
                  </a:lnTo>
                  <a:lnTo>
                    <a:pt x="76911" y="491248"/>
                  </a:lnTo>
                  <a:lnTo>
                    <a:pt x="76695" y="489000"/>
                  </a:lnTo>
                  <a:lnTo>
                    <a:pt x="103416" y="449135"/>
                  </a:lnTo>
                  <a:lnTo>
                    <a:pt x="103771" y="445617"/>
                  </a:lnTo>
                  <a:lnTo>
                    <a:pt x="71234" y="367042"/>
                  </a:lnTo>
                  <a:lnTo>
                    <a:pt x="68465" y="364718"/>
                  </a:lnTo>
                  <a:lnTo>
                    <a:pt x="21374" y="355460"/>
                  </a:lnTo>
                  <a:lnTo>
                    <a:pt x="19939" y="353707"/>
                  </a:lnTo>
                  <a:lnTo>
                    <a:pt x="19939" y="272122"/>
                  </a:lnTo>
                  <a:lnTo>
                    <a:pt x="21374" y="270395"/>
                  </a:lnTo>
                  <a:lnTo>
                    <a:pt x="68465" y="261137"/>
                  </a:lnTo>
                  <a:lnTo>
                    <a:pt x="71196" y="258876"/>
                  </a:lnTo>
                  <a:lnTo>
                    <a:pt x="103771" y="180213"/>
                  </a:lnTo>
                  <a:lnTo>
                    <a:pt x="103416" y="176707"/>
                  </a:lnTo>
                  <a:lnTo>
                    <a:pt x="76695" y="136842"/>
                  </a:lnTo>
                  <a:lnTo>
                    <a:pt x="76911" y="134607"/>
                  </a:lnTo>
                  <a:lnTo>
                    <a:pt x="111544" y="99961"/>
                  </a:lnTo>
                  <a:lnTo>
                    <a:pt x="111544" y="93649"/>
                  </a:lnTo>
                  <a:close/>
                </a:path>
                <a:path w="626110" h="626110">
                  <a:moveTo>
                    <a:pt x="256667" y="255727"/>
                  </a:moveTo>
                  <a:lnTo>
                    <a:pt x="249453" y="247396"/>
                  </a:lnTo>
                  <a:lnTo>
                    <a:pt x="243166" y="246951"/>
                  </a:lnTo>
                  <a:lnTo>
                    <a:pt x="173507" y="307263"/>
                  </a:lnTo>
                  <a:lnTo>
                    <a:pt x="172262" y="310019"/>
                  </a:lnTo>
                  <a:lnTo>
                    <a:pt x="172262" y="315798"/>
                  </a:lnTo>
                  <a:lnTo>
                    <a:pt x="173507" y="318566"/>
                  </a:lnTo>
                  <a:lnTo>
                    <a:pt x="240880" y="376897"/>
                  </a:lnTo>
                  <a:lnTo>
                    <a:pt x="243205" y="377710"/>
                  </a:lnTo>
                  <a:lnTo>
                    <a:pt x="248310" y="377710"/>
                  </a:lnTo>
                  <a:lnTo>
                    <a:pt x="251079" y="376542"/>
                  </a:lnTo>
                  <a:lnTo>
                    <a:pt x="253060" y="374281"/>
                  </a:lnTo>
                  <a:lnTo>
                    <a:pt x="256667" y="370090"/>
                  </a:lnTo>
                  <a:lnTo>
                    <a:pt x="256209" y="363804"/>
                  </a:lnTo>
                  <a:lnTo>
                    <a:pt x="197459" y="312902"/>
                  </a:lnTo>
                  <a:lnTo>
                    <a:pt x="256209" y="262026"/>
                  </a:lnTo>
                  <a:lnTo>
                    <a:pt x="256667" y="255727"/>
                  </a:lnTo>
                  <a:close/>
                </a:path>
                <a:path w="626110" h="626110">
                  <a:moveTo>
                    <a:pt x="341033" y="246532"/>
                  </a:moveTo>
                  <a:lnTo>
                    <a:pt x="337908" y="241058"/>
                  </a:lnTo>
                  <a:lnTo>
                    <a:pt x="327240" y="238201"/>
                  </a:lnTo>
                  <a:lnTo>
                    <a:pt x="321767" y="241350"/>
                  </a:lnTo>
                  <a:lnTo>
                    <a:pt x="284810" y="379323"/>
                  </a:lnTo>
                  <a:lnTo>
                    <a:pt x="287959" y="384771"/>
                  </a:lnTo>
                  <a:lnTo>
                    <a:pt x="293281" y="386194"/>
                  </a:lnTo>
                  <a:lnTo>
                    <a:pt x="294500" y="386549"/>
                  </a:lnTo>
                  <a:lnTo>
                    <a:pt x="300266" y="386549"/>
                  </a:lnTo>
                  <a:lnTo>
                    <a:pt x="304304" y="383616"/>
                  </a:lnTo>
                  <a:lnTo>
                    <a:pt x="341033" y="246532"/>
                  </a:lnTo>
                  <a:close/>
                </a:path>
                <a:path w="626110" h="626110">
                  <a:moveTo>
                    <a:pt x="453580" y="310007"/>
                  </a:moveTo>
                  <a:lnTo>
                    <a:pt x="452335" y="307251"/>
                  </a:lnTo>
                  <a:lnTo>
                    <a:pt x="382676" y="246926"/>
                  </a:lnTo>
                  <a:lnTo>
                    <a:pt x="376389" y="247383"/>
                  </a:lnTo>
                  <a:lnTo>
                    <a:pt x="369176" y="255714"/>
                  </a:lnTo>
                  <a:lnTo>
                    <a:pt x="369633" y="262013"/>
                  </a:lnTo>
                  <a:lnTo>
                    <a:pt x="428383" y="312889"/>
                  </a:lnTo>
                  <a:lnTo>
                    <a:pt x="369633" y="363804"/>
                  </a:lnTo>
                  <a:lnTo>
                    <a:pt x="369176" y="370090"/>
                  </a:lnTo>
                  <a:lnTo>
                    <a:pt x="374764" y="376542"/>
                  </a:lnTo>
                  <a:lnTo>
                    <a:pt x="377532" y="377698"/>
                  </a:lnTo>
                  <a:lnTo>
                    <a:pt x="382638" y="377698"/>
                  </a:lnTo>
                  <a:lnTo>
                    <a:pt x="384962" y="376897"/>
                  </a:lnTo>
                  <a:lnTo>
                    <a:pt x="452335" y="318554"/>
                  </a:lnTo>
                  <a:lnTo>
                    <a:pt x="453580" y="315798"/>
                  </a:lnTo>
                  <a:lnTo>
                    <a:pt x="453580" y="310007"/>
                  </a:lnTo>
                  <a:close/>
                </a:path>
                <a:path w="626110" h="626110">
                  <a:moveTo>
                    <a:pt x="468109" y="419341"/>
                  </a:moveTo>
                  <a:lnTo>
                    <a:pt x="467131" y="413105"/>
                  </a:lnTo>
                  <a:lnTo>
                    <a:pt x="458241" y="406603"/>
                  </a:lnTo>
                  <a:lnTo>
                    <a:pt x="451993" y="407568"/>
                  </a:lnTo>
                  <a:lnTo>
                    <a:pt x="448754" y="412026"/>
                  </a:lnTo>
                  <a:lnTo>
                    <a:pt x="421716" y="441045"/>
                  </a:lnTo>
                  <a:lnTo>
                    <a:pt x="389039" y="462749"/>
                  </a:lnTo>
                  <a:lnTo>
                    <a:pt x="352259" y="476351"/>
                  </a:lnTo>
                  <a:lnTo>
                    <a:pt x="312915" y="481050"/>
                  </a:lnTo>
                  <a:lnTo>
                    <a:pt x="273583" y="476351"/>
                  </a:lnTo>
                  <a:lnTo>
                    <a:pt x="236804" y="462749"/>
                  </a:lnTo>
                  <a:lnTo>
                    <a:pt x="204127" y="441045"/>
                  </a:lnTo>
                  <a:lnTo>
                    <a:pt x="177088" y="412026"/>
                  </a:lnTo>
                  <a:lnTo>
                    <a:pt x="173850" y="407568"/>
                  </a:lnTo>
                  <a:lnTo>
                    <a:pt x="167601" y="406603"/>
                  </a:lnTo>
                  <a:lnTo>
                    <a:pt x="158699" y="413105"/>
                  </a:lnTo>
                  <a:lnTo>
                    <a:pt x="157746" y="419341"/>
                  </a:lnTo>
                  <a:lnTo>
                    <a:pt x="160985" y="423786"/>
                  </a:lnTo>
                  <a:lnTo>
                    <a:pt x="191223" y="456247"/>
                  </a:lnTo>
                  <a:lnTo>
                    <a:pt x="227774" y="480517"/>
                  </a:lnTo>
                  <a:lnTo>
                    <a:pt x="268922" y="495719"/>
                  </a:lnTo>
                  <a:lnTo>
                    <a:pt x="312915" y="500976"/>
                  </a:lnTo>
                  <a:lnTo>
                    <a:pt x="356920" y="495719"/>
                  </a:lnTo>
                  <a:lnTo>
                    <a:pt x="396595" y="481050"/>
                  </a:lnTo>
                  <a:lnTo>
                    <a:pt x="398068" y="480517"/>
                  </a:lnTo>
                  <a:lnTo>
                    <a:pt x="434619" y="456247"/>
                  </a:lnTo>
                  <a:lnTo>
                    <a:pt x="464858" y="423786"/>
                  </a:lnTo>
                  <a:lnTo>
                    <a:pt x="468109" y="419341"/>
                  </a:lnTo>
                  <a:close/>
                </a:path>
                <a:path w="626110" h="626110">
                  <a:moveTo>
                    <a:pt x="468109" y="206489"/>
                  </a:moveTo>
                  <a:lnTo>
                    <a:pt x="464858" y="202031"/>
                  </a:lnTo>
                  <a:lnTo>
                    <a:pt x="434619" y="169583"/>
                  </a:lnTo>
                  <a:lnTo>
                    <a:pt x="398056" y="145313"/>
                  </a:lnTo>
                  <a:lnTo>
                    <a:pt x="396633" y="144792"/>
                  </a:lnTo>
                  <a:lnTo>
                    <a:pt x="356920" y="130111"/>
                  </a:lnTo>
                  <a:lnTo>
                    <a:pt x="312915" y="124841"/>
                  </a:lnTo>
                  <a:lnTo>
                    <a:pt x="268922" y="130111"/>
                  </a:lnTo>
                  <a:lnTo>
                    <a:pt x="227774" y="145313"/>
                  </a:lnTo>
                  <a:lnTo>
                    <a:pt x="191223" y="169583"/>
                  </a:lnTo>
                  <a:lnTo>
                    <a:pt x="160985" y="202031"/>
                  </a:lnTo>
                  <a:lnTo>
                    <a:pt x="157746" y="206489"/>
                  </a:lnTo>
                  <a:lnTo>
                    <a:pt x="158699" y="212725"/>
                  </a:lnTo>
                  <a:lnTo>
                    <a:pt x="164922" y="217271"/>
                  </a:lnTo>
                  <a:lnTo>
                    <a:pt x="166992" y="217893"/>
                  </a:lnTo>
                  <a:lnTo>
                    <a:pt x="172097" y="217893"/>
                  </a:lnTo>
                  <a:lnTo>
                    <a:pt x="175133" y="216471"/>
                  </a:lnTo>
                  <a:lnTo>
                    <a:pt x="177088" y="213804"/>
                  </a:lnTo>
                  <a:lnTo>
                    <a:pt x="204127" y="184797"/>
                  </a:lnTo>
                  <a:lnTo>
                    <a:pt x="236804" y="163093"/>
                  </a:lnTo>
                  <a:lnTo>
                    <a:pt x="273583" y="149504"/>
                  </a:lnTo>
                  <a:lnTo>
                    <a:pt x="312915" y="144792"/>
                  </a:lnTo>
                  <a:lnTo>
                    <a:pt x="352259" y="149504"/>
                  </a:lnTo>
                  <a:lnTo>
                    <a:pt x="389039" y="163093"/>
                  </a:lnTo>
                  <a:lnTo>
                    <a:pt x="421716" y="184797"/>
                  </a:lnTo>
                  <a:lnTo>
                    <a:pt x="448754" y="213804"/>
                  </a:lnTo>
                  <a:lnTo>
                    <a:pt x="451993" y="218249"/>
                  </a:lnTo>
                  <a:lnTo>
                    <a:pt x="458241" y="219214"/>
                  </a:lnTo>
                  <a:lnTo>
                    <a:pt x="467131" y="212725"/>
                  </a:lnTo>
                  <a:lnTo>
                    <a:pt x="468109" y="206489"/>
                  </a:lnTo>
                  <a:close/>
                </a:path>
                <a:path w="626110" h="626110">
                  <a:moveTo>
                    <a:pt x="468160" y="540524"/>
                  </a:moveTo>
                  <a:lnTo>
                    <a:pt x="466940" y="534327"/>
                  </a:lnTo>
                  <a:lnTo>
                    <a:pt x="449148" y="522389"/>
                  </a:lnTo>
                  <a:lnTo>
                    <a:pt x="445630" y="522046"/>
                  </a:lnTo>
                  <a:lnTo>
                    <a:pt x="366966" y="554634"/>
                  </a:lnTo>
                  <a:lnTo>
                    <a:pt x="364731" y="557364"/>
                  </a:lnTo>
                  <a:lnTo>
                    <a:pt x="355434" y="604431"/>
                  </a:lnTo>
                  <a:lnTo>
                    <a:pt x="353720" y="605853"/>
                  </a:lnTo>
                  <a:lnTo>
                    <a:pt x="272122" y="605853"/>
                  </a:lnTo>
                  <a:lnTo>
                    <a:pt x="270395" y="604431"/>
                  </a:lnTo>
                  <a:lnTo>
                    <a:pt x="261124" y="557364"/>
                  </a:lnTo>
                  <a:lnTo>
                    <a:pt x="258889" y="554634"/>
                  </a:lnTo>
                  <a:lnTo>
                    <a:pt x="232765" y="543801"/>
                  </a:lnTo>
                  <a:lnTo>
                    <a:pt x="180263" y="522046"/>
                  </a:lnTo>
                  <a:lnTo>
                    <a:pt x="179971" y="522046"/>
                  </a:lnTo>
                  <a:lnTo>
                    <a:pt x="176682" y="522389"/>
                  </a:lnTo>
                  <a:lnTo>
                    <a:pt x="158902" y="534327"/>
                  </a:lnTo>
                  <a:lnTo>
                    <a:pt x="157695" y="540524"/>
                  </a:lnTo>
                  <a:lnTo>
                    <a:pt x="162585" y="547839"/>
                  </a:lnTo>
                  <a:lnTo>
                    <a:pt x="163880" y="549681"/>
                  </a:lnTo>
                  <a:lnTo>
                    <a:pt x="170014" y="550900"/>
                  </a:lnTo>
                  <a:lnTo>
                    <a:pt x="180606" y="543801"/>
                  </a:lnTo>
                  <a:lnTo>
                    <a:pt x="243217" y="569747"/>
                  </a:lnTo>
                  <a:lnTo>
                    <a:pt x="250355" y="605853"/>
                  </a:lnTo>
                  <a:lnTo>
                    <a:pt x="250418" y="606196"/>
                  </a:lnTo>
                  <a:lnTo>
                    <a:pt x="253453" y="614146"/>
                  </a:lnTo>
                  <a:lnTo>
                    <a:pt x="258787" y="620356"/>
                  </a:lnTo>
                  <a:lnTo>
                    <a:pt x="265912" y="624408"/>
                  </a:lnTo>
                  <a:lnTo>
                    <a:pt x="274294" y="625843"/>
                  </a:lnTo>
                  <a:lnTo>
                    <a:pt x="351548" y="625843"/>
                  </a:lnTo>
                  <a:lnTo>
                    <a:pt x="375488" y="605853"/>
                  </a:lnTo>
                  <a:lnTo>
                    <a:pt x="382625" y="569747"/>
                  </a:lnTo>
                  <a:lnTo>
                    <a:pt x="445236" y="543801"/>
                  </a:lnTo>
                  <a:lnTo>
                    <a:pt x="455815" y="550900"/>
                  </a:lnTo>
                  <a:lnTo>
                    <a:pt x="462013" y="549681"/>
                  </a:lnTo>
                  <a:lnTo>
                    <a:pt x="465963" y="543801"/>
                  </a:lnTo>
                  <a:lnTo>
                    <a:pt x="468160" y="540524"/>
                  </a:lnTo>
                  <a:close/>
                </a:path>
                <a:path w="626110" h="626110">
                  <a:moveTo>
                    <a:pt x="468160" y="85318"/>
                  </a:moveTo>
                  <a:lnTo>
                    <a:pt x="465963" y="82054"/>
                  </a:lnTo>
                  <a:lnTo>
                    <a:pt x="462038" y="76187"/>
                  </a:lnTo>
                  <a:lnTo>
                    <a:pt x="456006" y="74980"/>
                  </a:lnTo>
                  <a:lnTo>
                    <a:pt x="455764" y="74980"/>
                  </a:lnTo>
                  <a:lnTo>
                    <a:pt x="445236" y="82042"/>
                  </a:lnTo>
                  <a:lnTo>
                    <a:pt x="382651" y="56108"/>
                  </a:lnTo>
                  <a:lnTo>
                    <a:pt x="372389" y="11709"/>
                  </a:lnTo>
                  <a:lnTo>
                    <a:pt x="351548" y="0"/>
                  </a:lnTo>
                  <a:lnTo>
                    <a:pt x="274294" y="0"/>
                  </a:lnTo>
                  <a:lnTo>
                    <a:pt x="243217" y="56108"/>
                  </a:lnTo>
                  <a:lnTo>
                    <a:pt x="180606" y="82054"/>
                  </a:lnTo>
                  <a:lnTo>
                    <a:pt x="170014" y="74980"/>
                  </a:lnTo>
                  <a:lnTo>
                    <a:pt x="163817" y="76187"/>
                  </a:lnTo>
                  <a:lnTo>
                    <a:pt x="157683" y="85318"/>
                  </a:lnTo>
                  <a:lnTo>
                    <a:pt x="158965" y="91516"/>
                  </a:lnTo>
                  <a:lnTo>
                    <a:pt x="175590" y="102704"/>
                  </a:lnTo>
                  <a:lnTo>
                    <a:pt x="177533" y="103276"/>
                  </a:lnTo>
                  <a:lnTo>
                    <a:pt x="180771" y="103276"/>
                  </a:lnTo>
                  <a:lnTo>
                    <a:pt x="232664" y="82054"/>
                  </a:lnTo>
                  <a:lnTo>
                    <a:pt x="270395" y="21399"/>
                  </a:lnTo>
                  <a:lnTo>
                    <a:pt x="272122" y="19951"/>
                  </a:lnTo>
                  <a:lnTo>
                    <a:pt x="353720" y="19951"/>
                  </a:lnTo>
                  <a:lnTo>
                    <a:pt x="355447" y="21399"/>
                  </a:lnTo>
                  <a:lnTo>
                    <a:pt x="364731" y="68465"/>
                  </a:lnTo>
                  <a:lnTo>
                    <a:pt x="366966" y="71208"/>
                  </a:lnTo>
                  <a:lnTo>
                    <a:pt x="445630" y="103797"/>
                  </a:lnTo>
                  <a:lnTo>
                    <a:pt x="449148" y="103441"/>
                  </a:lnTo>
                  <a:lnTo>
                    <a:pt x="466940" y="91516"/>
                  </a:lnTo>
                  <a:lnTo>
                    <a:pt x="468160" y="85318"/>
                  </a:lnTo>
                  <a:close/>
                </a:path>
                <a:path w="626110" h="626110">
                  <a:moveTo>
                    <a:pt x="625843" y="274307"/>
                  </a:moveTo>
                  <a:lnTo>
                    <a:pt x="569760" y="243217"/>
                  </a:lnTo>
                  <a:lnTo>
                    <a:pt x="543814" y="180594"/>
                  </a:lnTo>
                  <a:lnTo>
                    <a:pt x="564502" y="149733"/>
                  </a:lnTo>
                  <a:lnTo>
                    <a:pt x="567982" y="141973"/>
                  </a:lnTo>
                  <a:lnTo>
                    <a:pt x="568528" y="134581"/>
                  </a:lnTo>
                  <a:lnTo>
                    <a:pt x="568591" y="133807"/>
                  </a:lnTo>
                  <a:lnTo>
                    <a:pt x="566407" y="125907"/>
                  </a:lnTo>
                  <a:lnTo>
                    <a:pt x="561492" y="118960"/>
                  </a:lnTo>
                  <a:lnTo>
                    <a:pt x="528408" y="85852"/>
                  </a:lnTo>
                  <a:lnTo>
                    <a:pt x="522084" y="85852"/>
                  </a:lnTo>
                  <a:lnTo>
                    <a:pt x="514299" y="93649"/>
                  </a:lnTo>
                  <a:lnTo>
                    <a:pt x="514299" y="99961"/>
                  </a:lnTo>
                  <a:lnTo>
                    <a:pt x="547395" y="133057"/>
                  </a:lnTo>
                  <a:lnTo>
                    <a:pt x="548932" y="134581"/>
                  </a:lnTo>
                  <a:lnTo>
                    <a:pt x="549148" y="136829"/>
                  </a:lnTo>
                  <a:lnTo>
                    <a:pt x="522414" y="176669"/>
                  </a:lnTo>
                  <a:lnTo>
                    <a:pt x="522058" y="180200"/>
                  </a:lnTo>
                  <a:lnTo>
                    <a:pt x="554659" y="258864"/>
                  </a:lnTo>
                  <a:lnTo>
                    <a:pt x="557377" y="261112"/>
                  </a:lnTo>
                  <a:lnTo>
                    <a:pt x="604469" y="270370"/>
                  </a:lnTo>
                  <a:lnTo>
                    <a:pt x="605891" y="272110"/>
                  </a:lnTo>
                  <a:lnTo>
                    <a:pt x="605891" y="353682"/>
                  </a:lnTo>
                  <a:lnTo>
                    <a:pt x="604469" y="355422"/>
                  </a:lnTo>
                  <a:lnTo>
                    <a:pt x="557377" y="364693"/>
                  </a:lnTo>
                  <a:lnTo>
                    <a:pt x="554609" y="367055"/>
                  </a:lnTo>
                  <a:lnTo>
                    <a:pt x="522058" y="445604"/>
                  </a:lnTo>
                  <a:lnTo>
                    <a:pt x="522414" y="449110"/>
                  </a:lnTo>
                  <a:lnTo>
                    <a:pt x="549148" y="488988"/>
                  </a:lnTo>
                  <a:lnTo>
                    <a:pt x="548932" y="491223"/>
                  </a:lnTo>
                  <a:lnTo>
                    <a:pt x="514299" y="525868"/>
                  </a:lnTo>
                  <a:lnTo>
                    <a:pt x="514299" y="532180"/>
                  </a:lnTo>
                  <a:lnTo>
                    <a:pt x="520141" y="538022"/>
                  </a:lnTo>
                  <a:lnTo>
                    <a:pt x="522706" y="539000"/>
                  </a:lnTo>
                  <a:lnTo>
                    <a:pt x="527799" y="539000"/>
                  </a:lnTo>
                  <a:lnTo>
                    <a:pt x="530352" y="538022"/>
                  </a:lnTo>
                  <a:lnTo>
                    <a:pt x="561492" y="506882"/>
                  </a:lnTo>
                  <a:lnTo>
                    <a:pt x="566407" y="499935"/>
                  </a:lnTo>
                  <a:lnTo>
                    <a:pt x="568591" y="492036"/>
                  </a:lnTo>
                  <a:lnTo>
                    <a:pt x="567982" y="483870"/>
                  </a:lnTo>
                  <a:lnTo>
                    <a:pt x="564502" y="476110"/>
                  </a:lnTo>
                  <a:lnTo>
                    <a:pt x="543814" y="445249"/>
                  </a:lnTo>
                  <a:lnTo>
                    <a:pt x="569760" y="382625"/>
                  </a:lnTo>
                  <a:lnTo>
                    <a:pt x="614159" y="372402"/>
                  </a:lnTo>
                  <a:lnTo>
                    <a:pt x="625843" y="351548"/>
                  </a:lnTo>
                  <a:lnTo>
                    <a:pt x="625843" y="274307"/>
                  </a:lnTo>
                  <a:close/>
                </a:path>
              </a:pathLst>
            </a:custGeom>
            <a:solidFill>
              <a:srgbClr val="2F4B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0450" y="2648966"/>
              <a:ext cx="413004" cy="816864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898309" y="3466083"/>
              <a:ext cx="946150" cy="433705"/>
            </a:xfrm>
            <a:custGeom>
              <a:avLst/>
              <a:gdLst/>
              <a:ahLst/>
              <a:cxnLst/>
              <a:rect l="l" t="t" r="r" b="b"/>
              <a:pathLst>
                <a:path w="946150" h="433704">
                  <a:moveTo>
                    <a:pt x="831423" y="318897"/>
                  </a:moveTo>
                  <a:lnTo>
                    <a:pt x="755484" y="318897"/>
                  </a:lnTo>
                  <a:lnTo>
                    <a:pt x="850734" y="433197"/>
                  </a:lnTo>
                  <a:lnTo>
                    <a:pt x="929792" y="338328"/>
                  </a:lnTo>
                  <a:lnTo>
                    <a:pt x="831684" y="338328"/>
                  </a:lnTo>
                  <a:lnTo>
                    <a:pt x="831423" y="318897"/>
                  </a:lnTo>
                  <a:close/>
                </a:path>
                <a:path w="946150" h="433704">
                  <a:moveTo>
                    <a:pt x="38087" y="0"/>
                  </a:moveTo>
                  <a:lnTo>
                    <a:pt x="0" y="0"/>
                  </a:lnTo>
                  <a:lnTo>
                    <a:pt x="0" y="102362"/>
                  </a:lnTo>
                  <a:lnTo>
                    <a:pt x="9143" y="148717"/>
                  </a:lnTo>
                  <a:lnTo>
                    <a:pt x="35039" y="187579"/>
                  </a:lnTo>
                  <a:lnTo>
                    <a:pt x="73304" y="213741"/>
                  </a:lnTo>
                  <a:lnTo>
                    <a:pt x="120307" y="223647"/>
                  </a:lnTo>
                  <a:lnTo>
                    <a:pt x="736434" y="223647"/>
                  </a:lnTo>
                  <a:lnTo>
                    <a:pt x="747229" y="224155"/>
                  </a:lnTo>
                  <a:lnTo>
                    <a:pt x="790536" y="240411"/>
                  </a:lnTo>
                  <a:lnTo>
                    <a:pt x="820635" y="274193"/>
                  </a:lnTo>
                  <a:lnTo>
                    <a:pt x="831674" y="337566"/>
                  </a:lnTo>
                  <a:lnTo>
                    <a:pt x="831684" y="338328"/>
                  </a:lnTo>
                  <a:lnTo>
                    <a:pt x="869784" y="337566"/>
                  </a:lnTo>
                  <a:lnTo>
                    <a:pt x="869022" y="304292"/>
                  </a:lnTo>
                  <a:lnTo>
                    <a:pt x="866925" y="291338"/>
                  </a:lnTo>
                  <a:lnTo>
                    <a:pt x="866863" y="290957"/>
                  </a:lnTo>
                  <a:lnTo>
                    <a:pt x="853274" y="254508"/>
                  </a:lnTo>
                  <a:lnTo>
                    <a:pt x="830160" y="224027"/>
                  </a:lnTo>
                  <a:lnTo>
                    <a:pt x="799299" y="201295"/>
                  </a:lnTo>
                  <a:lnTo>
                    <a:pt x="762342" y="187960"/>
                  </a:lnTo>
                  <a:lnTo>
                    <a:pt x="736434" y="185547"/>
                  </a:lnTo>
                  <a:lnTo>
                    <a:pt x="122377" y="185547"/>
                  </a:lnTo>
                  <a:lnTo>
                    <a:pt x="113703" y="185166"/>
                  </a:lnTo>
                  <a:lnTo>
                    <a:pt x="75590" y="171831"/>
                  </a:lnTo>
                  <a:lnTo>
                    <a:pt x="48539" y="142748"/>
                  </a:lnTo>
                  <a:lnTo>
                    <a:pt x="38087" y="102362"/>
                  </a:lnTo>
                  <a:lnTo>
                    <a:pt x="38087" y="0"/>
                  </a:lnTo>
                  <a:close/>
                </a:path>
                <a:path w="946150" h="433704">
                  <a:moveTo>
                    <a:pt x="945984" y="318897"/>
                  </a:moveTo>
                  <a:lnTo>
                    <a:pt x="869357" y="318897"/>
                  </a:lnTo>
                  <a:lnTo>
                    <a:pt x="869784" y="337566"/>
                  </a:lnTo>
                  <a:lnTo>
                    <a:pt x="831684" y="338328"/>
                  </a:lnTo>
                  <a:lnTo>
                    <a:pt x="929792" y="338328"/>
                  </a:lnTo>
                  <a:lnTo>
                    <a:pt x="945984" y="318897"/>
                  </a:lnTo>
                  <a:close/>
                </a:path>
              </a:pathLst>
            </a:custGeom>
            <a:solidFill>
              <a:srgbClr val="2587B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3" name="object 5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73910" y="5306085"/>
            <a:ext cx="674027" cy="707237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644207" y="5214886"/>
            <a:ext cx="2588895" cy="1177925"/>
          </a:xfrm>
          <a:prstGeom prst="rect">
            <a:avLst/>
          </a:prstGeom>
          <a:ln w="47625">
            <a:solidFill>
              <a:srgbClr val="5BB1E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1450">
              <a:latin typeface="Times New Roman"/>
              <a:cs typeface="Times New Roman"/>
            </a:endParaRPr>
          </a:p>
          <a:p>
            <a:pPr marL="483870">
              <a:lnSpc>
                <a:spcPct val="100000"/>
              </a:lnSpc>
              <a:tabLst>
                <a:tab pos="1299210" algn="l"/>
              </a:tabLst>
            </a:pPr>
            <a:r>
              <a:rPr dirty="0" sz="1900" spc="-25" b="1">
                <a:solidFill>
                  <a:srgbClr val="1C86E0"/>
                </a:solidFill>
                <a:latin typeface="Arial"/>
                <a:cs typeface="Arial"/>
              </a:rPr>
              <a:t>WAF</a:t>
            </a:r>
            <a:r>
              <a:rPr dirty="0" sz="1900" b="1">
                <a:solidFill>
                  <a:srgbClr val="1C86E0"/>
                </a:solidFill>
                <a:latin typeface="Arial"/>
                <a:cs typeface="Arial"/>
              </a:rPr>
              <a:t>	</a:t>
            </a:r>
            <a:r>
              <a:rPr dirty="0" baseline="1915" sz="2175" spc="-15" b="1">
                <a:solidFill>
                  <a:srgbClr val="1C86E0"/>
                </a:solidFill>
                <a:latin typeface="Arial"/>
                <a:cs typeface="Arial"/>
              </a:rPr>
              <a:t>Protection</a:t>
            </a:r>
            <a:endParaRPr baseline="1915" sz="2175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659254" y="6392417"/>
            <a:ext cx="190500" cy="819785"/>
          </a:xfrm>
          <a:custGeom>
            <a:avLst/>
            <a:gdLst/>
            <a:ahLst/>
            <a:cxnLst/>
            <a:rect l="l" t="t" r="r" b="b"/>
            <a:pathLst>
              <a:path w="190500" h="819784">
                <a:moveTo>
                  <a:pt x="76180" y="705129"/>
                </a:moveTo>
                <a:lnTo>
                  <a:pt x="0" y="705739"/>
                </a:lnTo>
                <a:lnTo>
                  <a:pt x="96138" y="819277"/>
                </a:lnTo>
                <a:lnTo>
                  <a:pt x="174148" y="724154"/>
                </a:lnTo>
                <a:lnTo>
                  <a:pt x="76326" y="724154"/>
                </a:lnTo>
                <a:lnTo>
                  <a:pt x="76184" y="705739"/>
                </a:lnTo>
                <a:lnTo>
                  <a:pt x="76180" y="705129"/>
                </a:lnTo>
                <a:close/>
              </a:path>
              <a:path w="190500" h="819784">
                <a:moveTo>
                  <a:pt x="114279" y="704824"/>
                </a:moveTo>
                <a:lnTo>
                  <a:pt x="76180" y="705129"/>
                </a:lnTo>
                <a:lnTo>
                  <a:pt x="76325" y="723900"/>
                </a:lnTo>
                <a:lnTo>
                  <a:pt x="76326" y="724154"/>
                </a:lnTo>
                <a:lnTo>
                  <a:pt x="114426" y="723900"/>
                </a:lnTo>
                <a:lnTo>
                  <a:pt x="114286" y="705739"/>
                </a:lnTo>
                <a:lnTo>
                  <a:pt x="114279" y="704824"/>
                </a:lnTo>
                <a:close/>
              </a:path>
              <a:path w="190500" h="819784">
                <a:moveTo>
                  <a:pt x="190500" y="704215"/>
                </a:moveTo>
                <a:lnTo>
                  <a:pt x="114279" y="704824"/>
                </a:lnTo>
                <a:lnTo>
                  <a:pt x="114426" y="723900"/>
                </a:lnTo>
                <a:lnTo>
                  <a:pt x="76326" y="724154"/>
                </a:lnTo>
                <a:lnTo>
                  <a:pt x="174148" y="724154"/>
                </a:lnTo>
                <a:lnTo>
                  <a:pt x="190500" y="704215"/>
                </a:lnTo>
                <a:close/>
              </a:path>
              <a:path w="190500" h="819784">
                <a:moveTo>
                  <a:pt x="108838" y="0"/>
                </a:moveTo>
                <a:lnTo>
                  <a:pt x="70738" y="254"/>
                </a:lnTo>
                <a:lnTo>
                  <a:pt x="76173" y="704215"/>
                </a:lnTo>
                <a:lnTo>
                  <a:pt x="76180" y="705129"/>
                </a:lnTo>
                <a:lnTo>
                  <a:pt x="114279" y="704824"/>
                </a:lnTo>
                <a:lnTo>
                  <a:pt x="108840" y="254"/>
                </a:lnTo>
                <a:lnTo>
                  <a:pt x="108838" y="0"/>
                </a:lnTo>
                <a:close/>
              </a:path>
            </a:pathLst>
          </a:custGeom>
          <a:solidFill>
            <a:srgbClr val="258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122170" y="7545578"/>
            <a:ext cx="1391920" cy="190500"/>
          </a:xfrm>
          <a:custGeom>
            <a:avLst/>
            <a:gdLst/>
            <a:ahLst/>
            <a:cxnLst/>
            <a:rect l="l" t="t" r="r" b="b"/>
            <a:pathLst>
              <a:path w="1391920" h="190500">
                <a:moveTo>
                  <a:pt x="1277239" y="0"/>
                </a:moveTo>
                <a:lnTo>
                  <a:pt x="1277239" y="190500"/>
                </a:lnTo>
                <a:lnTo>
                  <a:pt x="1368679" y="114300"/>
                </a:lnTo>
                <a:lnTo>
                  <a:pt x="1296289" y="114300"/>
                </a:lnTo>
                <a:lnTo>
                  <a:pt x="1296289" y="76200"/>
                </a:lnTo>
                <a:lnTo>
                  <a:pt x="1368679" y="76200"/>
                </a:lnTo>
                <a:lnTo>
                  <a:pt x="1277239" y="0"/>
                </a:lnTo>
                <a:close/>
              </a:path>
              <a:path w="1391920" h="190500">
                <a:moveTo>
                  <a:pt x="1277239" y="76200"/>
                </a:moveTo>
                <a:lnTo>
                  <a:pt x="0" y="76200"/>
                </a:lnTo>
                <a:lnTo>
                  <a:pt x="0" y="114300"/>
                </a:lnTo>
                <a:lnTo>
                  <a:pt x="1277239" y="114300"/>
                </a:lnTo>
                <a:lnTo>
                  <a:pt x="1277239" y="76200"/>
                </a:lnTo>
                <a:close/>
              </a:path>
              <a:path w="1391920" h="190500">
                <a:moveTo>
                  <a:pt x="1368679" y="76200"/>
                </a:moveTo>
                <a:lnTo>
                  <a:pt x="1296289" y="76200"/>
                </a:lnTo>
                <a:lnTo>
                  <a:pt x="1296289" y="114300"/>
                </a:lnTo>
                <a:lnTo>
                  <a:pt x="1368679" y="114300"/>
                </a:lnTo>
                <a:lnTo>
                  <a:pt x="1391539" y="95250"/>
                </a:lnTo>
                <a:lnTo>
                  <a:pt x="1368679" y="76200"/>
                </a:lnTo>
                <a:close/>
              </a:path>
            </a:pathLst>
          </a:custGeom>
          <a:solidFill>
            <a:srgbClr val="258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1921490" y="3431666"/>
            <a:ext cx="2070100" cy="993775"/>
          </a:xfrm>
          <a:custGeom>
            <a:avLst/>
            <a:gdLst/>
            <a:ahLst/>
            <a:cxnLst/>
            <a:rect l="l" t="t" r="r" b="b"/>
            <a:pathLst>
              <a:path w="2070100" h="993775">
                <a:moveTo>
                  <a:pt x="114300" y="802766"/>
                </a:moveTo>
                <a:lnTo>
                  <a:pt x="0" y="898016"/>
                </a:lnTo>
                <a:lnTo>
                  <a:pt x="114300" y="993266"/>
                </a:lnTo>
                <a:lnTo>
                  <a:pt x="114300" y="917066"/>
                </a:lnTo>
                <a:lnTo>
                  <a:pt x="95250" y="917066"/>
                </a:lnTo>
                <a:lnTo>
                  <a:pt x="95250" y="878966"/>
                </a:lnTo>
                <a:lnTo>
                  <a:pt x="114300" y="878966"/>
                </a:lnTo>
                <a:lnTo>
                  <a:pt x="114300" y="802766"/>
                </a:lnTo>
                <a:close/>
              </a:path>
              <a:path w="2070100" h="993775">
                <a:moveTo>
                  <a:pt x="114300" y="878966"/>
                </a:moveTo>
                <a:lnTo>
                  <a:pt x="95250" y="878966"/>
                </a:lnTo>
                <a:lnTo>
                  <a:pt x="95250" y="917066"/>
                </a:lnTo>
                <a:lnTo>
                  <a:pt x="114300" y="917066"/>
                </a:lnTo>
                <a:lnTo>
                  <a:pt x="114300" y="878966"/>
                </a:lnTo>
                <a:close/>
              </a:path>
              <a:path w="2070100" h="993775">
                <a:moveTo>
                  <a:pt x="2069592" y="0"/>
                </a:moveTo>
                <a:lnTo>
                  <a:pt x="1263396" y="0"/>
                </a:lnTo>
                <a:lnTo>
                  <a:pt x="1251203" y="253"/>
                </a:lnTo>
                <a:lnTo>
                  <a:pt x="1190625" y="10922"/>
                </a:lnTo>
                <a:lnTo>
                  <a:pt x="1146175" y="29463"/>
                </a:lnTo>
                <a:lnTo>
                  <a:pt x="1106550" y="56006"/>
                </a:lnTo>
                <a:lnTo>
                  <a:pt x="1072895" y="89534"/>
                </a:lnTo>
                <a:lnTo>
                  <a:pt x="1046099" y="128777"/>
                </a:lnTo>
                <a:lnTo>
                  <a:pt x="1027176" y="173100"/>
                </a:lnTo>
                <a:lnTo>
                  <a:pt x="1017142" y="221233"/>
                </a:lnTo>
                <a:lnTo>
                  <a:pt x="1015745" y="247141"/>
                </a:lnTo>
                <a:lnTo>
                  <a:pt x="1015745" y="669416"/>
                </a:lnTo>
                <a:lnTo>
                  <a:pt x="1014602" y="691006"/>
                </a:lnTo>
                <a:lnTo>
                  <a:pt x="1006475" y="731265"/>
                </a:lnTo>
                <a:lnTo>
                  <a:pt x="990726" y="768984"/>
                </a:lnTo>
                <a:lnTo>
                  <a:pt x="967739" y="803020"/>
                </a:lnTo>
                <a:lnTo>
                  <a:pt x="938276" y="832103"/>
                </a:lnTo>
                <a:lnTo>
                  <a:pt x="904112" y="854709"/>
                </a:lnTo>
                <a:lnTo>
                  <a:pt x="866266" y="870203"/>
                </a:lnTo>
                <a:lnTo>
                  <a:pt x="826007" y="878077"/>
                </a:lnTo>
                <a:lnTo>
                  <a:pt x="805179" y="878966"/>
                </a:lnTo>
                <a:lnTo>
                  <a:pt x="114300" y="878966"/>
                </a:lnTo>
                <a:lnTo>
                  <a:pt x="114300" y="917066"/>
                </a:lnTo>
                <a:lnTo>
                  <a:pt x="807211" y="917066"/>
                </a:lnTo>
                <a:lnTo>
                  <a:pt x="831595" y="915669"/>
                </a:lnTo>
                <a:lnTo>
                  <a:pt x="879093" y="906017"/>
                </a:lnTo>
                <a:lnTo>
                  <a:pt x="923543" y="887475"/>
                </a:lnTo>
                <a:lnTo>
                  <a:pt x="963802" y="860297"/>
                </a:lnTo>
                <a:lnTo>
                  <a:pt x="998346" y="825626"/>
                </a:lnTo>
                <a:lnTo>
                  <a:pt x="1025143" y="785113"/>
                </a:lnTo>
                <a:lnTo>
                  <a:pt x="1043304" y="740536"/>
                </a:lnTo>
                <a:lnTo>
                  <a:pt x="1052702" y="692911"/>
                </a:lnTo>
                <a:lnTo>
                  <a:pt x="1053869" y="247141"/>
                </a:lnTo>
                <a:lnTo>
                  <a:pt x="1054100" y="237235"/>
                </a:lnTo>
                <a:lnTo>
                  <a:pt x="1062989" y="186181"/>
                </a:lnTo>
                <a:lnTo>
                  <a:pt x="1078737" y="148589"/>
                </a:lnTo>
                <a:lnTo>
                  <a:pt x="1101090" y="115061"/>
                </a:lnTo>
                <a:lnTo>
                  <a:pt x="1129411" y="86486"/>
                </a:lnTo>
                <a:lnTo>
                  <a:pt x="1162684" y="63880"/>
                </a:lnTo>
                <a:lnTo>
                  <a:pt x="1200150" y="47751"/>
                </a:lnTo>
                <a:lnTo>
                  <a:pt x="1241425" y="39242"/>
                </a:lnTo>
                <a:lnTo>
                  <a:pt x="1263396" y="38100"/>
                </a:lnTo>
                <a:lnTo>
                  <a:pt x="2069592" y="38100"/>
                </a:lnTo>
                <a:lnTo>
                  <a:pt x="2069592" y="0"/>
                </a:lnTo>
                <a:close/>
              </a:path>
            </a:pathLst>
          </a:custGeom>
          <a:solidFill>
            <a:srgbClr val="2587B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8" name="object 58"/>
          <p:cNvGrpSpPr/>
          <p:nvPr/>
        </p:nvGrpSpPr>
        <p:grpSpPr>
          <a:xfrm>
            <a:off x="13512620" y="618112"/>
            <a:ext cx="3554729" cy="2406015"/>
            <a:chOff x="13512620" y="618112"/>
            <a:chExt cx="3554729" cy="2406015"/>
          </a:xfrm>
        </p:grpSpPr>
        <p:sp>
          <p:nvSpPr>
            <p:cNvPr id="59" name="object 59"/>
            <p:cNvSpPr/>
            <p:nvPr/>
          </p:nvSpPr>
          <p:spPr>
            <a:xfrm>
              <a:off x="13991081" y="1167256"/>
              <a:ext cx="2214880" cy="983615"/>
            </a:xfrm>
            <a:custGeom>
              <a:avLst/>
              <a:gdLst/>
              <a:ahLst/>
              <a:cxnLst/>
              <a:rect l="l" t="t" r="r" b="b"/>
              <a:pathLst>
                <a:path w="2214880" h="983614">
                  <a:moveTo>
                    <a:pt x="106425" y="812101"/>
                  </a:moveTo>
                  <a:lnTo>
                    <a:pt x="99183" y="813014"/>
                  </a:lnTo>
                  <a:lnTo>
                    <a:pt x="92582" y="816737"/>
                  </a:lnTo>
                  <a:lnTo>
                    <a:pt x="0" y="897763"/>
                  </a:lnTo>
                  <a:lnTo>
                    <a:pt x="92582" y="978789"/>
                  </a:lnTo>
                  <a:lnTo>
                    <a:pt x="99183" y="982511"/>
                  </a:lnTo>
                  <a:lnTo>
                    <a:pt x="106425" y="983424"/>
                  </a:lnTo>
                  <a:lnTo>
                    <a:pt x="113478" y="981575"/>
                  </a:lnTo>
                  <a:lnTo>
                    <a:pt x="119506" y="977011"/>
                  </a:lnTo>
                  <a:lnTo>
                    <a:pt x="123229" y="970410"/>
                  </a:lnTo>
                  <a:lnTo>
                    <a:pt x="124142" y="963168"/>
                  </a:lnTo>
                  <a:lnTo>
                    <a:pt x="122293" y="956115"/>
                  </a:lnTo>
                  <a:lnTo>
                    <a:pt x="117728" y="950087"/>
                  </a:lnTo>
                  <a:lnTo>
                    <a:pt x="79701" y="916813"/>
                  </a:lnTo>
                  <a:lnTo>
                    <a:pt x="28955" y="916813"/>
                  </a:lnTo>
                  <a:lnTo>
                    <a:pt x="28955" y="878713"/>
                  </a:lnTo>
                  <a:lnTo>
                    <a:pt x="79701" y="878713"/>
                  </a:lnTo>
                  <a:lnTo>
                    <a:pt x="117728" y="845439"/>
                  </a:lnTo>
                  <a:lnTo>
                    <a:pt x="122293" y="839410"/>
                  </a:lnTo>
                  <a:lnTo>
                    <a:pt x="124142" y="832358"/>
                  </a:lnTo>
                  <a:lnTo>
                    <a:pt x="123229" y="825115"/>
                  </a:lnTo>
                  <a:lnTo>
                    <a:pt x="119506" y="818515"/>
                  </a:lnTo>
                  <a:lnTo>
                    <a:pt x="113478" y="813950"/>
                  </a:lnTo>
                  <a:lnTo>
                    <a:pt x="106425" y="812101"/>
                  </a:lnTo>
                  <a:close/>
                </a:path>
                <a:path w="2214880" h="983614">
                  <a:moveTo>
                    <a:pt x="79701" y="878713"/>
                  </a:moveTo>
                  <a:lnTo>
                    <a:pt x="28955" y="878713"/>
                  </a:lnTo>
                  <a:lnTo>
                    <a:pt x="28955" y="916813"/>
                  </a:lnTo>
                  <a:lnTo>
                    <a:pt x="79701" y="916813"/>
                  </a:lnTo>
                  <a:lnTo>
                    <a:pt x="74331" y="912114"/>
                  </a:lnTo>
                  <a:lnTo>
                    <a:pt x="41528" y="912114"/>
                  </a:lnTo>
                  <a:lnTo>
                    <a:pt x="41528" y="883412"/>
                  </a:lnTo>
                  <a:lnTo>
                    <a:pt x="74331" y="883412"/>
                  </a:lnTo>
                  <a:lnTo>
                    <a:pt x="79701" y="878713"/>
                  </a:lnTo>
                  <a:close/>
                </a:path>
                <a:path w="2214880" h="983614">
                  <a:moveTo>
                    <a:pt x="2214498" y="0"/>
                  </a:moveTo>
                  <a:lnTo>
                    <a:pt x="1335404" y="0"/>
                  </a:lnTo>
                  <a:lnTo>
                    <a:pt x="1322704" y="381"/>
                  </a:lnTo>
                  <a:lnTo>
                    <a:pt x="1261236" y="11429"/>
                  </a:lnTo>
                  <a:lnTo>
                    <a:pt x="1217040" y="30352"/>
                  </a:lnTo>
                  <a:lnTo>
                    <a:pt x="1177544" y="57150"/>
                  </a:lnTo>
                  <a:lnTo>
                    <a:pt x="1144269" y="90804"/>
                  </a:lnTo>
                  <a:lnTo>
                    <a:pt x="1117727" y="130428"/>
                  </a:lnTo>
                  <a:lnTo>
                    <a:pt x="1099057" y="174878"/>
                  </a:lnTo>
                  <a:lnTo>
                    <a:pt x="1089405" y="222885"/>
                  </a:lnTo>
                  <a:lnTo>
                    <a:pt x="1088239" y="669671"/>
                  </a:lnTo>
                  <a:lnTo>
                    <a:pt x="1088008" y="679450"/>
                  </a:lnTo>
                  <a:lnTo>
                    <a:pt x="1079119" y="730631"/>
                  </a:lnTo>
                  <a:lnTo>
                    <a:pt x="1063371" y="768223"/>
                  </a:lnTo>
                  <a:lnTo>
                    <a:pt x="1041019" y="801751"/>
                  </a:lnTo>
                  <a:lnTo>
                    <a:pt x="1012571" y="830326"/>
                  </a:lnTo>
                  <a:lnTo>
                    <a:pt x="979423" y="852932"/>
                  </a:lnTo>
                  <a:lnTo>
                    <a:pt x="941958" y="869061"/>
                  </a:lnTo>
                  <a:lnTo>
                    <a:pt x="900556" y="877570"/>
                  </a:lnTo>
                  <a:lnTo>
                    <a:pt x="878712" y="878713"/>
                  </a:lnTo>
                  <a:lnTo>
                    <a:pt x="79701" y="878713"/>
                  </a:lnTo>
                  <a:lnTo>
                    <a:pt x="57930" y="897763"/>
                  </a:lnTo>
                  <a:lnTo>
                    <a:pt x="79701" y="916813"/>
                  </a:lnTo>
                  <a:lnTo>
                    <a:pt x="878712" y="916813"/>
                  </a:lnTo>
                  <a:lnTo>
                    <a:pt x="927734" y="911860"/>
                  </a:lnTo>
                  <a:lnTo>
                    <a:pt x="973867" y="897763"/>
                  </a:lnTo>
                  <a:lnTo>
                    <a:pt x="1016380" y="875029"/>
                  </a:lnTo>
                  <a:lnTo>
                    <a:pt x="1053083" y="844931"/>
                  </a:lnTo>
                  <a:lnTo>
                    <a:pt x="1083436" y="808354"/>
                  </a:lnTo>
                  <a:lnTo>
                    <a:pt x="1106423" y="766445"/>
                  </a:lnTo>
                  <a:lnTo>
                    <a:pt x="1121028" y="719963"/>
                  </a:lnTo>
                  <a:lnTo>
                    <a:pt x="1126362" y="669671"/>
                  </a:lnTo>
                  <a:lnTo>
                    <a:pt x="1126362" y="247650"/>
                  </a:lnTo>
                  <a:lnTo>
                    <a:pt x="1126616" y="236347"/>
                  </a:lnTo>
                  <a:lnTo>
                    <a:pt x="1136014" y="184403"/>
                  </a:lnTo>
                  <a:lnTo>
                    <a:pt x="1152016" y="146939"/>
                  </a:lnTo>
                  <a:lnTo>
                    <a:pt x="1174750" y="113665"/>
                  </a:lnTo>
                  <a:lnTo>
                    <a:pt x="1203325" y="85344"/>
                  </a:lnTo>
                  <a:lnTo>
                    <a:pt x="1236725" y="62992"/>
                  </a:lnTo>
                  <a:lnTo>
                    <a:pt x="1274444" y="47244"/>
                  </a:lnTo>
                  <a:lnTo>
                    <a:pt x="1315465" y="38989"/>
                  </a:lnTo>
                  <a:lnTo>
                    <a:pt x="1336294" y="38100"/>
                  </a:lnTo>
                  <a:lnTo>
                    <a:pt x="2214498" y="38100"/>
                  </a:lnTo>
                  <a:lnTo>
                    <a:pt x="2214498" y="0"/>
                  </a:lnTo>
                  <a:close/>
                </a:path>
                <a:path w="2214880" h="983614">
                  <a:moveTo>
                    <a:pt x="41528" y="883412"/>
                  </a:moveTo>
                  <a:lnTo>
                    <a:pt x="41528" y="912114"/>
                  </a:lnTo>
                  <a:lnTo>
                    <a:pt x="57930" y="897763"/>
                  </a:lnTo>
                  <a:lnTo>
                    <a:pt x="41528" y="883412"/>
                  </a:lnTo>
                  <a:close/>
                </a:path>
                <a:path w="2214880" h="983614">
                  <a:moveTo>
                    <a:pt x="57930" y="897763"/>
                  </a:moveTo>
                  <a:lnTo>
                    <a:pt x="41528" y="912114"/>
                  </a:lnTo>
                  <a:lnTo>
                    <a:pt x="74331" y="912114"/>
                  </a:lnTo>
                  <a:lnTo>
                    <a:pt x="57930" y="897763"/>
                  </a:lnTo>
                  <a:close/>
                </a:path>
                <a:path w="2214880" h="983614">
                  <a:moveTo>
                    <a:pt x="74331" y="883412"/>
                  </a:moveTo>
                  <a:lnTo>
                    <a:pt x="41528" y="883412"/>
                  </a:lnTo>
                  <a:lnTo>
                    <a:pt x="57930" y="897763"/>
                  </a:lnTo>
                  <a:lnTo>
                    <a:pt x="74331" y="883412"/>
                  </a:lnTo>
                  <a:close/>
                </a:path>
              </a:pathLst>
            </a:custGeom>
            <a:solidFill>
              <a:srgbClr val="2587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16234740" y="618121"/>
              <a:ext cx="832485" cy="966469"/>
            </a:xfrm>
            <a:custGeom>
              <a:avLst/>
              <a:gdLst/>
              <a:ahLst/>
              <a:cxnLst/>
              <a:rect l="l" t="t" r="r" b="b"/>
              <a:pathLst>
                <a:path w="832484" h="966469">
                  <a:moveTo>
                    <a:pt x="594906" y="119710"/>
                  </a:moveTo>
                  <a:lnTo>
                    <a:pt x="480923" y="0"/>
                  </a:lnTo>
                  <a:lnTo>
                    <a:pt x="467728" y="44843"/>
                  </a:lnTo>
                  <a:lnTo>
                    <a:pt x="438023" y="43395"/>
                  </a:lnTo>
                  <a:lnTo>
                    <a:pt x="378853" y="46380"/>
                  </a:lnTo>
                  <a:lnTo>
                    <a:pt x="316115" y="58521"/>
                  </a:lnTo>
                  <a:lnTo>
                    <a:pt x="251612" y="81495"/>
                  </a:lnTo>
                  <a:lnTo>
                    <a:pt x="206260" y="105219"/>
                  </a:lnTo>
                  <a:lnTo>
                    <a:pt x="161963" y="135712"/>
                  </a:lnTo>
                  <a:lnTo>
                    <a:pt x="132105" y="161544"/>
                  </a:lnTo>
                  <a:lnTo>
                    <a:pt x="103047" y="192024"/>
                  </a:lnTo>
                  <a:lnTo>
                    <a:pt x="72212" y="231851"/>
                  </a:lnTo>
                  <a:lnTo>
                    <a:pt x="46545" y="275005"/>
                  </a:lnTo>
                  <a:lnTo>
                    <a:pt x="19596" y="339471"/>
                  </a:lnTo>
                  <a:lnTo>
                    <a:pt x="6527" y="390829"/>
                  </a:lnTo>
                  <a:lnTo>
                    <a:pt x="0" y="443166"/>
                  </a:lnTo>
                  <a:lnTo>
                    <a:pt x="63" y="495681"/>
                  </a:lnTo>
                  <a:lnTo>
                    <a:pt x="6794" y="547535"/>
                  </a:lnTo>
                  <a:lnTo>
                    <a:pt x="18859" y="594829"/>
                  </a:lnTo>
                  <a:lnTo>
                    <a:pt x="36296" y="640194"/>
                  </a:lnTo>
                  <a:lnTo>
                    <a:pt x="56261" y="678345"/>
                  </a:lnTo>
                  <a:lnTo>
                    <a:pt x="63855" y="690994"/>
                  </a:lnTo>
                  <a:lnTo>
                    <a:pt x="86398" y="722617"/>
                  </a:lnTo>
                  <a:lnTo>
                    <a:pt x="118237" y="758520"/>
                  </a:lnTo>
                  <a:lnTo>
                    <a:pt x="129641" y="769683"/>
                  </a:lnTo>
                  <a:lnTo>
                    <a:pt x="119087" y="757732"/>
                  </a:lnTo>
                  <a:lnTo>
                    <a:pt x="108978" y="745439"/>
                  </a:lnTo>
                  <a:lnTo>
                    <a:pt x="80086" y="704367"/>
                  </a:lnTo>
                  <a:lnTo>
                    <a:pt x="63728" y="674268"/>
                  </a:lnTo>
                  <a:lnTo>
                    <a:pt x="61201" y="669671"/>
                  </a:lnTo>
                  <a:lnTo>
                    <a:pt x="41910" y="620915"/>
                  </a:lnTo>
                  <a:lnTo>
                    <a:pt x="29972" y="575500"/>
                  </a:lnTo>
                  <a:lnTo>
                    <a:pt x="23634" y="529170"/>
                  </a:lnTo>
                  <a:lnTo>
                    <a:pt x="22377" y="498119"/>
                  </a:lnTo>
                  <a:lnTo>
                    <a:pt x="22606" y="482612"/>
                  </a:lnTo>
                  <a:lnTo>
                    <a:pt x="27241" y="436486"/>
                  </a:lnTo>
                  <a:lnTo>
                    <a:pt x="37020" y="391388"/>
                  </a:lnTo>
                  <a:lnTo>
                    <a:pt x="50165" y="352704"/>
                  </a:lnTo>
                  <a:lnTo>
                    <a:pt x="72123" y="306882"/>
                  </a:lnTo>
                  <a:lnTo>
                    <a:pt x="96748" y="268605"/>
                  </a:lnTo>
                  <a:lnTo>
                    <a:pt x="125666" y="233705"/>
                  </a:lnTo>
                  <a:lnTo>
                    <a:pt x="169862" y="192925"/>
                  </a:lnTo>
                  <a:lnTo>
                    <a:pt x="219583" y="159829"/>
                  </a:lnTo>
                  <a:lnTo>
                    <a:pt x="273545" y="135178"/>
                  </a:lnTo>
                  <a:lnTo>
                    <a:pt x="330415" y="119468"/>
                  </a:lnTo>
                  <a:lnTo>
                    <a:pt x="381381" y="113195"/>
                  </a:lnTo>
                  <a:lnTo>
                    <a:pt x="403313" y="112687"/>
                  </a:lnTo>
                  <a:lnTo>
                    <a:pt x="425183" y="113461"/>
                  </a:lnTo>
                  <a:lnTo>
                    <a:pt x="446925" y="115493"/>
                  </a:lnTo>
                  <a:lnTo>
                    <a:pt x="434238" y="158584"/>
                  </a:lnTo>
                  <a:lnTo>
                    <a:pt x="594906" y="119710"/>
                  </a:lnTo>
                  <a:close/>
                </a:path>
                <a:path w="832484" h="966469">
                  <a:moveTo>
                    <a:pt x="832129" y="471817"/>
                  </a:moveTo>
                  <a:lnTo>
                    <a:pt x="825512" y="419785"/>
                  </a:lnTo>
                  <a:lnTo>
                    <a:pt x="811504" y="365848"/>
                  </a:lnTo>
                  <a:lnTo>
                    <a:pt x="796074" y="326796"/>
                  </a:lnTo>
                  <a:lnTo>
                    <a:pt x="766953" y="273596"/>
                  </a:lnTo>
                  <a:lnTo>
                    <a:pt x="735672" y="231673"/>
                  </a:lnTo>
                  <a:lnTo>
                    <a:pt x="702525" y="196862"/>
                  </a:lnTo>
                  <a:lnTo>
                    <a:pt x="713117" y="208851"/>
                  </a:lnTo>
                  <a:lnTo>
                    <a:pt x="723265" y="221170"/>
                  </a:lnTo>
                  <a:lnTo>
                    <a:pt x="752817" y="263563"/>
                  </a:lnTo>
                  <a:lnTo>
                    <a:pt x="768629" y="292569"/>
                  </a:lnTo>
                  <a:lnTo>
                    <a:pt x="771131" y="297205"/>
                  </a:lnTo>
                  <a:lnTo>
                    <a:pt x="786688" y="334911"/>
                  </a:lnTo>
                  <a:lnTo>
                    <a:pt x="798068" y="372554"/>
                  </a:lnTo>
                  <a:lnTo>
                    <a:pt x="807173" y="422617"/>
                  </a:lnTo>
                  <a:lnTo>
                    <a:pt x="809815" y="469315"/>
                  </a:lnTo>
                  <a:lnTo>
                    <a:pt x="809536" y="484860"/>
                  </a:lnTo>
                  <a:lnTo>
                    <a:pt x="803135" y="541299"/>
                  </a:lnTo>
                  <a:lnTo>
                    <a:pt x="789152" y="594702"/>
                  </a:lnTo>
                  <a:lnTo>
                    <a:pt x="777519" y="624484"/>
                  </a:lnTo>
                  <a:lnTo>
                    <a:pt x="775690" y="629246"/>
                  </a:lnTo>
                  <a:lnTo>
                    <a:pt x="732739" y="701725"/>
                  </a:lnTo>
                  <a:lnTo>
                    <a:pt x="701255" y="738593"/>
                  </a:lnTo>
                  <a:lnTo>
                    <a:pt x="665568" y="771105"/>
                  </a:lnTo>
                  <a:lnTo>
                    <a:pt x="626313" y="798753"/>
                  </a:lnTo>
                  <a:lnTo>
                    <a:pt x="584111" y="821067"/>
                  </a:lnTo>
                  <a:lnTo>
                    <a:pt x="542467" y="836891"/>
                  </a:lnTo>
                  <a:lnTo>
                    <a:pt x="494588" y="848575"/>
                  </a:lnTo>
                  <a:lnTo>
                    <a:pt x="450710" y="853541"/>
                  </a:lnTo>
                  <a:lnTo>
                    <a:pt x="433578" y="853935"/>
                  </a:lnTo>
                  <a:lnTo>
                    <a:pt x="418922" y="853782"/>
                  </a:lnTo>
                  <a:lnTo>
                    <a:pt x="404304" y="853008"/>
                  </a:lnTo>
                  <a:lnTo>
                    <a:pt x="397027" y="852449"/>
                  </a:lnTo>
                  <a:lnTo>
                    <a:pt x="382435" y="850798"/>
                  </a:lnTo>
                  <a:lnTo>
                    <a:pt x="395452" y="807808"/>
                  </a:lnTo>
                  <a:lnTo>
                    <a:pt x="234492" y="845451"/>
                  </a:lnTo>
                  <a:lnTo>
                    <a:pt x="347560" y="966025"/>
                  </a:lnTo>
                  <a:lnTo>
                    <a:pt x="361099" y="921296"/>
                  </a:lnTo>
                  <a:lnTo>
                    <a:pt x="367322" y="921867"/>
                  </a:lnTo>
                  <a:lnTo>
                    <a:pt x="380352" y="922667"/>
                  </a:lnTo>
                  <a:lnTo>
                    <a:pt x="393395" y="923099"/>
                  </a:lnTo>
                  <a:lnTo>
                    <a:pt x="410768" y="923036"/>
                  </a:lnTo>
                  <a:lnTo>
                    <a:pt x="456857" y="919746"/>
                  </a:lnTo>
                  <a:lnTo>
                    <a:pt x="496570" y="912749"/>
                  </a:lnTo>
                  <a:lnTo>
                    <a:pt x="538086" y="901357"/>
                  </a:lnTo>
                  <a:lnTo>
                    <a:pt x="578167" y="885990"/>
                  </a:lnTo>
                  <a:lnTo>
                    <a:pt x="655193" y="841946"/>
                  </a:lnTo>
                  <a:lnTo>
                    <a:pt x="697204" y="807542"/>
                  </a:lnTo>
                  <a:lnTo>
                    <a:pt x="734428" y="768324"/>
                  </a:lnTo>
                  <a:lnTo>
                    <a:pt x="766318" y="724954"/>
                  </a:lnTo>
                  <a:lnTo>
                    <a:pt x="792353" y="678053"/>
                  </a:lnTo>
                  <a:lnTo>
                    <a:pt x="812101" y="628434"/>
                  </a:lnTo>
                  <a:lnTo>
                    <a:pt x="825360" y="576973"/>
                  </a:lnTo>
                  <a:lnTo>
                    <a:pt x="832053" y="524484"/>
                  </a:lnTo>
                  <a:lnTo>
                    <a:pt x="832129" y="471817"/>
                  </a:lnTo>
                  <a:close/>
                </a:path>
              </a:pathLst>
            </a:custGeom>
            <a:solidFill>
              <a:srgbClr val="54C4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581164" y="973513"/>
              <a:ext cx="139289" cy="139273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766293" y="1003685"/>
              <a:ext cx="101243" cy="10122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434081" y="1003685"/>
              <a:ext cx="101243" cy="101222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6388137" y="1111696"/>
              <a:ext cx="525780" cy="117475"/>
            </a:xfrm>
            <a:custGeom>
              <a:avLst/>
              <a:gdLst/>
              <a:ahLst/>
              <a:cxnLst/>
              <a:rect l="l" t="t" r="r" b="b"/>
              <a:pathLst>
                <a:path w="525780" h="117475">
                  <a:moveTo>
                    <a:pt x="454171" y="0"/>
                  </a:moveTo>
                  <a:lnTo>
                    <a:pt x="447347" y="401"/>
                  </a:lnTo>
                  <a:lnTo>
                    <a:pt x="433018" y="4930"/>
                  </a:lnTo>
                  <a:lnTo>
                    <a:pt x="424536" y="4930"/>
                  </a:lnTo>
                  <a:lnTo>
                    <a:pt x="410199" y="401"/>
                  </a:lnTo>
                  <a:lnTo>
                    <a:pt x="403383" y="0"/>
                  </a:lnTo>
                  <a:lnTo>
                    <a:pt x="396778" y="1291"/>
                  </a:lnTo>
                  <a:lnTo>
                    <a:pt x="385854" y="4050"/>
                  </a:lnTo>
                  <a:lnTo>
                    <a:pt x="373268" y="8984"/>
                  </a:lnTo>
                  <a:lnTo>
                    <a:pt x="360372" y="16713"/>
                  </a:lnTo>
                  <a:lnTo>
                    <a:pt x="348521" y="27860"/>
                  </a:lnTo>
                  <a:lnTo>
                    <a:pt x="337220" y="21898"/>
                  </a:lnTo>
                  <a:lnTo>
                    <a:pt x="299823" y="11268"/>
                  </a:lnTo>
                  <a:lnTo>
                    <a:pt x="292935" y="11236"/>
                  </a:lnTo>
                  <a:lnTo>
                    <a:pt x="286095" y="12057"/>
                  </a:lnTo>
                  <a:lnTo>
                    <a:pt x="271102" y="15658"/>
                  </a:lnTo>
                  <a:lnTo>
                    <a:pt x="262671" y="16303"/>
                  </a:lnTo>
                  <a:lnTo>
                    <a:pt x="254240" y="15658"/>
                  </a:lnTo>
                  <a:lnTo>
                    <a:pt x="239247" y="12057"/>
                  </a:lnTo>
                  <a:lnTo>
                    <a:pt x="232407" y="11236"/>
                  </a:lnTo>
                  <a:lnTo>
                    <a:pt x="188122" y="21898"/>
                  </a:lnTo>
                  <a:lnTo>
                    <a:pt x="176821" y="27860"/>
                  </a:lnTo>
                  <a:lnTo>
                    <a:pt x="164967" y="16713"/>
                  </a:lnTo>
                  <a:lnTo>
                    <a:pt x="152071" y="8983"/>
                  </a:lnTo>
                  <a:lnTo>
                    <a:pt x="139487" y="4050"/>
                  </a:lnTo>
                  <a:lnTo>
                    <a:pt x="128565" y="1291"/>
                  </a:lnTo>
                  <a:lnTo>
                    <a:pt x="121959" y="0"/>
                  </a:lnTo>
                  <a:lnTo>
                    <a:pt x="115135" y="401"/>
                  </a:lnTo>
                  <a:lnTo>
                    <a:pt x="100806" y="4929"/>
                  </a:lnTo>
                  <a:lnTo>
                    <a:pt x="92324" y="4929"/>
                  </a:lnTo>
                  <a:lnTo>
                    <a:pt x="77995" y="401"/>
                  </a:lnTo>
                  <a:lnTo>
                    <a:pt x="71171" y="0"/>
                  </a:lnTo>
                  <a:lnTo>
                    <a:pt x="64566" y="1291"/>
                  </a:lnTo>
                  <a:lnTo>
                    <a:pt x="28111" y="16735"/>
                  </a:lnTo>
                  <a:lnTo>
                    <a:pt x="1134" y="63066"/>
                  </a:lnTo>
                  <a:lnTo>
                    <a:pt x="0" y="70701"/>
                  </a:lnTo>
                  <a:lnTo>
                    <a:pt x="5872" y="77568"/>
                  </a:lnTo>
                  <a:lnTo>
                    <a:pt x="136183" y="77568"/>
                  </a:lnTo>
                  <a:lnTo>
                    <a:pt x="134335" y="83486"/>
                  </a:lnTo>
                  <a:lnTo>
                    <a:pt x="132785" y="89736"/>
                  </a:lnTo>
                  <a:lnTo>
                    <a:pt x="131558" y="96335"/>
                  </a:lnTo>
                  <a:lnTo>
                    <a:pt x="130677" y="103299"/>
                  </a:lnTo>
                  <a:lnTo>
                    <a:pt x="129952" y="110672"/>
                  </a:lnTo>
                  <a:lnTo>
                    <a:pt x="135799" y="117059"/>
                  </a:lnTo>
                  <a:lnTo>
                    <a:pt x="389544" y="117059"/>
                  </a:lnTo>
                  <a:lnTo>
                    <a:pt x="395390" y="110672"/>
                  </a:lnTo>
                  <a:lnTo>
                    <a:pt x="389160" y="77568"/>
                  </a:lnTo>
                  <a:lnTo>
                    <a:pt x="519470" y="77568"/>
                  </a:lnTo>
                  <a:lnTo>
                    <a:pt x="525334" y="70701"/>
                  </a:lnTo>
                  <a:lnTo>
                    <a:pt x="524208" y="63067"/>
                  </a:lnTo>
                  <a:lnTo>
                    <a:pt x="514199" y="34980"/>
                  </a:lnTo>
                  <a:lnTo>
                    <a:pt x="497231" y="16735"/>
                  </a:lnTo>
                  <a:lnTo>
                    <a:pt x="477894" y="6212"/>
                  </a:lnTo>
                  <a:lnTo>
                    <a:pt x="460777" y="1291"/>
                  </a:lnTo>
                  <a:lnTo>
                    <a:pt x="454171" y="0"/>
                  </a:lnTo>
                  <a:close/>
                </a:path>
              </a:pathLst>
            </a:custGeom>
            <a:solidFill>
              <a:srgbClr val="54C4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3512609" y="2066416"/>
              <a:ext cx="957580" cy="957580"/>
            </a:xfrm>
            <a:custGeom>
              <a:avLst/>
              <a:gdLst/>
              <a:ahLst/>
              <a:cxnLst/>
              <a:rect l="l" t="t" r="r" b="b"/>
              <a:pathLst>
                <a:path w="957580" h="957580">
                  <a:moveTo>
                    <a:pt x="254571" y="8089"/>
                  </a:moveTo>
                  <a:lnTo>
                    <a:pt x="251879" y="3594"/>
                  </a:lnTo>
                  <a:lnTo>
                    <a:pt x="246468" y="673"/>
                  </a:lnTo>
                  <a:lnTo>
                    <a:pt x="245516" y="330"/>
                  </a:lnTo>
                  <a:lnTo>
                    <a:pt x="244195" y="0"/>
                  </a:lnTo>
                  <a:lnTo>
                    <a:pt x="238391" y="0"/>
                  </a:lnTo>
                  <a:lnTo>
                    <a:pt x="236816" y="330"/>
                  </a:lnTo>
                  <a:lnTo>
                    <a:pt x="235292" y="977"/>
                  </a:lnTo>
                  <a:lnTo>
                    <a:pt x="227977" y="5854"/>
                  </a:lnTo>
                  <a:lnTo>
                    <a:pt x="227977" y="37820"/>
                  </a:lnTo>
                  <a:lnTo>
                    <a:pt x="227977" y="919035"/>
                  </a:lnTo>
                  <a:lnTo>
                    <a:pt x="26606" y="784898"/>
                  </a:lnTo>
                  <a:lnTo>
                    <a:pt x="26606" y="171958"/>
                  </a:lnTo>
                  <a:lnTo>
                    <a:pt x="227977" y="37820"/>
                  </a:lnTo>
                  <a:lnTo>
                    <a:pt x="227977" y="5854"/>
                  </a:lnTo>
                  <a:lnTo>
                    <a:pt x="2222" y="156260"/>
                  </a:lnTo>
                  <a:lnTo>
                    <a:pt x="0" y="160413"/>
                  </a:lnTo>
                  <a:lnTo>
                    <a:pt x="0" y="796442"/>
                  </a:lnTo>
                  <a:lnTo>
                    <a:pt x="2222" y="800608"/>
                  </a:lnTo>
                  <a:lnTo>
                    <a:pt x="236131" y="956424"/>
                  </a:lnTo>
                  <a:lnTo>
                    <a:pt x="238696" y="957186"/>
                  </a:lnTo>
                  <a:lnTo>
                    <a:pt x="243433" y="957186"/>
                  </a:lnTo>
                  <a:lnTo>
                    <a:pt x="245579" y="956652"/>
                  </a:lnTo>
                  <a:lnTo>
                    <a:pt x="251891" y="953287"/>
                  </a:lnTo>
                  <a:lnTo>
                    <a:pt x="254571" y="948791"/>
                  </a:lnTo>
                  <a:lnTo>
                    <a:pt x="254571" y="919035"/>
                  </a:lnTo>
                  <a:lnTo>
                    <a:pt x="254571" y="37820"/>
                  </a:lnTo>
                  <a:lnTo>
                    <a:pt x="254571" y="8089"/>
                  </a:lnTo>
                  <a:close/>
                </a:path>
                <a:path w="957580" h="957580">
                  <a:moveTo>
                    <a:pt x="957503" y="160426"/>
                  </a:moveTo>
                  <a:lnTo>
                    <a:pt x="955281" y="156260"/>
                  </a:lnTo>
                  <a:lnTo>
                    <a:pt x="930897" y="140017"/>
                  </a:lnTo>
                  <a:lnTo>
                    <a:pt x="930897" y="171958"/>
                  </a:lnTo>
                  <a:lnTo>
                    <a:pt x="930897" y="784898"/>
                  </a:lnTo>
                  <a:lnTo>
                    <a:pt x="729526" y="919035"/>
                  </a:lnTo>
                  <a:lnTo>
                    <a:pt x="729526" y="37820"/>
                  </a:lnTo>
                  <a:lnTo>
                    <a:pt x="930897" y="171958"/>
                  </a:lnTo>
                  <a:lnTo>
                    <a:pt x="930897" y="140017"/>
                  </a:lnTo>
                  <a:lnTo>
                    <a:pt x="777506" y="37820"/>
                  </a:lnTo>
                  <a:lnTo>
                    <a:pt x="722210" y="977"/>
                  </a:lnTo>
                  <a:lnTo>
                    <a:pt x="720686" y="368"/>
                  </a:lnTo>
                  <a:lnTo>
                    <a:pt x="719112" y="0"/>
                  </a:lnTo>
                  <a:lnTo>
                    <a:pt x="713308" y="0"/>
                  </a:lnTo>
                  <a:lnTo>
                    <a:pt x="711746" y="368"/>
                  </a:lnTo>
                  <a:lnTo>
                    <a:pt x="711898" y="368"/>
                  </a:lnTo>
                  <a:lnTo>
                    <a:pt x="711022" y="673"/>
                  </a:lnTo>
                  <a:lnTo>
                    <a:pt x="705624" y="3556"/>
                  </a:lnTo>
                  <a:lnTo>
                    <a:pt x="702932" y="8077"/>
                  </a:lnTo>
                  <a:lnTo>
                    <a:pt x="702932" y="948766"/>
                  </a:lnTo>
                  <a:lnTo>
                    <a:pt x="705624" y="953274"/>
                  </a:lnTo>
                  <a:lnTo>
                    <a:pt x="711923" y="956640"/>
                  </a:lnTo>
                  <a:lnTo>
                    <a:pt x="714070" y="957173"/>
                  </a:lnTo>
                  <a:lnTo>
                    <a:pt x="718807" y="957173"/>
                  </a:lnTo>
                  <a:lnTo>
                    <a:pt x="721372" y="956411"/>
                  </a:lnTo>
                  <a:lnTo>
                    <a:pt x="777468" y="919035"/>
                  </a:lnTo>
                  <a:lnTo>
                    <a:pt x="955281" y="800582"/>
                  </a:lnTo>
                  <a:lnTo>
                    <a:pt x="957503" y="796417"/>
                  </a:lnTo>
                  <a:lnTo>
                    <a:pt x="957503" y="160426"/>
                  </a:lnTo>
                  <a:close/>
                </a:path>
              </a:pathLst>
            </a:custGeom>
            <a:solidFill>
              <a:srgbClr val="45A8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3574128" y="2127630"/>
              <a:ext cx="835025" cy="835025"/>
            </a:xfrm>
            <a:custGeom>
              <a:avLst/>
              <a:gdLst/>
              <a:ahLst/>
              <a:cxnLst/>
              <a:rect l="l" t="t" r="r" b="b"/>
              <a:pathLst>
                <a:path w="835025" h="835025">
                  <a:moveTo>
                    <a:pt x="148729" y="124866"/>
                  </a:moveTo>
                  <a:lnTo>
                    <a:pt x="138341" y="114465"/>
                  </a:lnTo>
                  <a:lnTo>
                    <a:pt x="129921" y="114465"/>
                  </a:lnTo>
                  <a:lnTo>
                    <a:pt x="85801" y="158584"/>
                  </a:lnTo>
                  <a:lnTo>
                    <a:pt x="79248" y="167855"/>
                  </a:lnTo>
                  <a:lnTo>
                    <a:pt x="76339" y="178371"/>
                  </a:lnTo>
                  <a:lnTo>
                    <a:pt x="77152" y="189268"/>
                  </a:lnTo>
                  <a:lnTo>
                    <a:pt x="81788" y="199631"/>
                  </a:lnTo>
                  <a:lnTo>
                    <a:pt x="109372" y="240766"/>
                  </a:lnTo>
                  <a:lnTo>
                    <a:pt x="74777" y="324281"/>
                  </a:lnTo>
                  <a:lnTo>
                    <a:pt x="26200" y="333883"/>
                  </a:lnTo>
                  <a:lnTo>
                    <a:pt x="0" y="365709"/>
                  </a:lnTo>
                  <a:lnTo>
                    <a:pt x="0" y="468718"/>
                  </a:lnTo>
                  <a:lnTo>
                    <a:pt x="26174" y="500570"/>
                  </a:lnTo>
                  <a:lnTo>
                    <a:pt x="74777" y="510146"/>
                  </a:lnTo>
                  <a:lnTo>
                    <a:pt x="109372" y="593636"/>
                  </a:lnTo>
                  <a:lnTo>
                    <a:pt x="81788" y="634784"/>
                  </a:lnTo>
                  <a:lnTo>
                    <a:pt x="77152" y="645134"/>
                  </a:lnTo>
                  <a:lnTo>
                    <a:pt x="76415" y="654989"/>
                  </a:lnTo>
                  <a:lnTo>
                    <a:pt x="76339" y="656031"/>
                  </a:lnTo>
                  <a:lnTo>
                    <a:pt x="79248" y="666559"/>
                  </a:lnTo>
                  <a:lnTo>
                    <a:pt x="85801" y="675817"/>
                  </a:lnTo>
                  <a:lnTo>
                    <a:pt x="127330" y="717346"/>
                  </a:lnTo>
                  <a:lnTo>
                    <a:pt x="130733" y="718642"/>
                  </a:lnTo>
                  <a:lnTo>
                    <a:pt x="137553" y="718642"/>
                  </a:lnTo>
                  <a:lnTo>
                    <a:pt x="140944" y="717346"/>
                  </a:lnTo>
                  <a:lnTo>
                    <a:pt x="148729" y="709561"/>
                  </a:lnTo>
                  <a:lnTo>
                    <a:pt x="148729" y="701128"/>
                  </a:lnTo>
                  <a:lnTo>
                    <a:pt x="104609" y="657021"/>
                  </a:lnTo>
                  <a:lnTo>
                    <a:pt x="102552" y="654989"/>
                  </a:lnTo>
                  <a:lnTo>
                    <a:pt x="102260" y="651992"/>
                  </a:lnTo>
                  <a:lnTo>
                    <a:pt x="137896" y="598855"/>
                  </a:lnTo>
                  <a:lnTo>
                    <a:pt x="138379" y="594144"/>
                  </a:lnTo>
                  <a:lnTo>
                    <a:pt x="94983" y="489394"/>
                  </a:lnTo>
                  <a:lnTo>
                    <a:pt x="91287" y="486283"/>
                  </a:lnTo>
                  <a:lnTo>
                    <a:pt x="28498" y="473938"/>
                  </a:lnTo>
                  <a:lnTo>
                    <a:pt x="26593" y="471614"/>
                  </a:lnTo>
                  <a:lnTo>
                    <a:pt x="26593" y="362839"/>
                  </a:lnTo>
                  <a:lnTo>
                    <a:pt x="28498" y="360527"/>
                  </a:lnTo>
                  <a:lnTo>
                    <a:pt x="91287" y="348170"/>
                  </a:lnTo>
                  <a:lnTo>
                    <a:pt x="94932" y="345160"/>
                  </a:lnTo>
                  <a:lnTo>
                    <a:pt x="138379" y="240284"/>
                  </a:lnTo>
                  <a:lnTo>
                    <a:pt x="137896" y="235610"/>
                  </a:lnTo>
                  <a:lnTo>
                    <a:pt x="102260" y="182448"/>
                  </a:lnTo>
                  <a:lnTo>
                    <a:pt x="102552" y="179476"/>
                  </a:lnTo>
                  <a:lnTo>
                    <a:pt x="148729" y="133273"/>
                  </a:lnTo>
                  <a:lnTo>
                    <a:pt x="148729" y="124866"/>
                  </a:lnTo>
                  <a:close/>
                </a:path>
                <a:path w="835025" h="835025">
                  <a:moveTo>
                    <a:pt x="342226" y="340969"/>
                  </a:moveTo>
                  <a:lnTo>
                    <a:pt x="332613" y="329857"/>
                  </a:lnTo>
                  <a:lnTo>
                    <a:pt x="324218" y="329272"/>
                  </a:lnTo>
                  <a:lnTo>
                    <a:pt x="231355" y="409676"/>
                  </a:lnTo>
                  <a:lnTo>
                    <a:pt x="229692" y="413346"/>
                  </a:lnTo>
                  <a:lnTo>
                    <a:pt x="229692" y="421055"/>
                  </a:lnTo>
                  <a:lnTo>
                    <a:pt x="231355" y="424751"/>
                  </a:lnTo>
                  <a:lnTo>
                    <a:pt x="321183" y="502526"/>
                  </a:lnTo>
                  <a:lnTo>
                    <a:pt x="324269" y="503605"/>
                  </a:lnTo>
                  <a:lnTo>
                    <a:pt x="331089" y="503605"/>
                  </a:lnTo>
                  <a:lnTo>
                    <a:pt x="334784" y="502056"/>
                  </a:lnTo>
                  <a:lnTo>
                    <a:pt x="337426" y="499033"/>
                  </a:lnTo>
                  <a:lnTo>
                    <a:pt x="342226" y="493458"/>
                  </a:lnTo>
                  <a:lnTo>
                    <a:pt x="341617" y="485063"/>
                  </a:lnTo>
                  <a:lnTo>
                    <a:pt x="263283" y="417195"/>
                  </a:lnTo>
                  <a:lnTo>
                    <a:pt x="341617" y="349364"/>
                  </a:lnTo>
                  <a:lnTo>
                    <a:pt x="342226" y="340969"/>
                  </a:lnTo>
                  <a:close/>
                </a:path>
                <a:path w="835025" h="835025">
                  <a:moveTo>
                    <a:pt x="454723" y="328701"/>
                  </a:moveTo>
                  <a:lnTo>
                    <a:pt x="450545" y="321398"/>
                  </a:lnTo>
                  <a:lnTo>
                    <a:pt x="436321" y="317601"/>
                  </a:lnTo>
                  <a:lnTo>
                    <a:pt x="429031" y="321792"/>
                  </a:lnTo>
                  <a:lnTo>
                    <a:pt x="379742" y="505764"/>
                  </a:lnTo>
                  <a:lnTo>
                    <a:pt x="383959" y="513029"/>
                  </a:lnTo>
                  <a:lnTo>
                    <a:pt x="391045" y="514921"/>
                  </a:lnTo>
                  <a:lnTo>
                    <a:pt x="392188" y="515264"/>
                  </a:lnTo>
                  <a:lnTo>
                    <a:pt x="393357" y="515404"/>
                  </a:lnTo>
                  <a:lnTo>
                    <a:pt x="400354" y="515404"/>
                  </a:lnTo>
                  <a:lnTo>
                    <a:pt x="405739" y="511492"/>
                  </a:lnTo>
                  <a:lnTo>
                    <a:pt x="454723" y="328701"/>
                  </a:lnTo>
                  <a:close/>
                </a:path>
                <a:path w="835025" h="835025">
                  <a:moveTo>
                    <a:pt x="604774" y="413334"/>
                  </a:moveTo>
                  <a:lnTo>
                    <a:pt x="603110" y="409663"/>
                  </a:lnTo>
                  <a:lnTo>
                    <a:pt x="510247" y="329234"/>
                  </a:lnTo>
                  <a:lnTo>
                    <a:pt x="501853" y="329844"/>
                  </a:lnTo>
                  <a:lnTo>
                    <a:pt x="492239" y="340956"/>
                  </a:lnTo>
                  <a:lnTo>
                    <a:pt x="492848" y="349338"/>
                  </a:lnTo>
                  <a:lnTo>
                    <a:pt x="571182" y="417182"/>
                  </a:lnTo>
                  <a:lnTo>
                    <a:pt x="492848" y="485063"/>
                  </a:lnTo>
                  <a:lnTo>
                    <a:pt x="492239" y="493458"/>
                  </a:lnTo>
                  <a:lnTo>
                    <a:pt x="499681" y="502056"/>
                  </a:lnTo>
                  <a:lnTo>
                    <a:pt x="503389" y="503593"/>
                  </a:lnTo>
                  <a:lnTo>
                    <a:pt x="510197" y="503593"/>
                  </a:lnTo>
                  <a:lnTo>
                    <a:pt x="513283" y="502526"/>
                  </a:lnTo>
                  <a:lnTo>
                    <a:pt x="603110" y="424738"/>
                  </a:lnTo>
                  <a:lnTo>
                    <a:pt x="604774" y="421068"/>
                  </a:lnTo>
                  <a:lnTo>
                    <a:pt x="604774" y="413334"/>
                  </a:lnTo>
                  <a:close/>
                </a:path>
                <a:path w="835025" h="835025">
                  <a:moveTo>
                    <a:pt x="624154" y="559117"/>
                  </a:moveTo>
                  <a:lnTo>
                    <a:pt x="622858" y="550799"/>
                  </a:lnTo>
                  <a:lnTo>
                    <a:pt x="610997" y="542137"/>
                  </a:lnTo>
                  <a:lnTo>
                    <a:pt x="602665" y="543420"/>
                  </a:lnTo>
                  <a:lnTo>
                    <a:pt x="598347" y="549363"/>
                  </a:lnTo>
                  <a:lnTo>
                    <a:pt x="562292" y="588060"/>
                  </a:lnTo>
                  <a:lnTo>
                    <a:pt x="518718" y="616991"/>
                  </a:lnTo>
                  <a:lnTo>
                    <a:pt x="469671" y="635127"/>
                  </a:lnTo>
                  <a:lnTo>
                    <a:pt x="417233" y="641400"/>
                  </a:lnTo>
                  <a:lnTo>
                    <a:pt x="364794" y="635127"/>
                  </a:lnTo>
                  <a:lnTo>
                    <a:pt x="315747" y="616991"/>
                  </a:lnTo>
                  <a:lnTo>
                    <a:pt x="272173" y="588060"/>
                  </a:lnTo>
                  <a:lnTo>
                    <a:pt x="236118" y="549363"/>
                  </a:lnTo>
                  <a:lnTo>
                    <a:pt x="231800" y="543420"/>
                  </a:lnTo>
                  <a:lnTo>
                    <a:pt x="223469" y="542137"/>
                  </a:lnTo>
                  <a:lnTo>
                    <a:pt x="211607" y="550799"/>
                  </a:lnTo>
                  <a:lnTo>
                    <a:pt x="210324" y="559117"/>
                  </a:lnTo>
                  <a:lnTo>
                    <a:pt x="214655" y="565048"/>
                  </a:lnTo>
                  <a:lnTo>
                    <a:pt x="246164" y="600506"/>
                  </a:lnTo>
                  <a:lnTo>
                    <a:pt x="283349" y="629119"/>
                  </a:lnTo>
                  <a:lnTo>
                    <a:pt x="325056" y="650303"/>
                  </a:lnTo>
                  <a:lnTo>
                    <a:pt x="370078" y="663460"/>
                  </a:lnTo>
                  <a:lnTo>
                    <a:pt x="417233" y="667969"/>
                  </a:lnTo>
                  <a:lnTo>
                    <a:pt x="464400" y="663460"/>
                  </a:lnTo>
                  <a:lnTo>
                    <a:pt x="509422" y="650303"/>
                  </a:lnTo>
                  <a:lnTo>
                    <a:pt x="526935" y="641400"/>
                  </a:lnTo>
                  <a:lnTo>
                    <a:pt x="551116" y="629119"/>
                  </a:lnTo>
                  <a:lnTo>
                    <a:pt x="588314" y="600506"/>
                  </a:lnTo>
                  <a:lnTo>
                    <a:pt x="619810" y="565048"/>
                  </a:lnTo>
                  <a:lnTo>
                    <a:pt x="624154" y="559117"/>
                  </a:lnTo>
                  <a:close/>
                </a:path>
                <a:path w="835025" h="835025">
                  <a:moveTo>
                    <a:pt x="624154" y="275310"/>
                  </a:moveTo>
                  <a:lnTo>
                    <a:pt x="588302" y="233934"/>
                  </a:lnTo>
                  <a:lnTo>
                    <a:pt x="551116" y="205320"/>
                  </a:lnTo>
                  <a:lnTo>
                    <a:pt x="509409" y="184124"/>
                  </a:lnTo>
                  <a:lnTo>
                    <a:pt x="464388" y="170980"/>
                  </a:lnTo>
                  <a:lnTo>
                    <a:pt x="417233" y="166458"/>
                  </a:lnTo>
                  <a:lnTo>
                    <a:pt x="370078" y="170980"/>
                  </a:lnTo>
                  <a:lnTo>
                    <a:pt x="325056" y="184124"/>
                  </a:lnTo>
                  <a:lnTo>
                    <a:pt x="283349" y="205320"/>
                  </a:lnTo>
                  <a:lnTo>
                    <a:pt x="246164" y="233934"/>
                  </a:lnTo>
                  <a:lnTo>
                    <a:pt x="214655" y="269379"/>
                  </a:lnTo>
                  <a:lnTo>
                    <a:pt x="210324" y="275310"/>
                  </a:lnTo>
                  <a:lnTo>
                    <a:pt x="211607" y="283629"/>
                  </a:lnTo>
                  <a:lnTo>
                    <a:pt x="219913" y="289687"/>
                  </a:lnTo>
                  <a:lnTo>
                    <a:pt x="222669" y="290525"/>
                  </a:lnTo>
                  <a:lnTo>
                    <a:pt x="229476" y="290525"/>
                  </a:lnTo>
                  <a:lnTo>
                    <a:pt x="233527" y="288632"/>
                  </a:lnTo>
                  <a:lnTo>
                    <a:pt x="236118" y="285064"/>
                  </a:lnTo>
                  <a:lnTo>
                    <a:pt x="272173" y="246392"/>
                  </a:lnTo>
                  <a:lnTo>
                    <a:pt x="315747" y="217462"/>
                  </a:lnTo>
                  <a:lnTo>
                    <a:pt x="364794" y="199326"/>
                  </a:lnTo>
                  <a:lnTo>
                    <a:pt x="417233" y="193052"/>
                  </a:lnTo>
                  <a:lnTo>
                    <a:pt x="469671" y="199326"/>
                  </a:lnTo>
                  <a:lnTo>
                    <a:pt x="518718" y="217462"/>
                  </a:lnTo>
                  <a:lnTo>
                    <a:pt x="562292" y="246392"/>
                  </a:lnTo>
                  <a:lnTo>
                    <a:pt x="598347" y="285064"/>
                  </a:lnTo>
                  <a:lnTo>
                    <a:pt x="602665" y="291007"/>
                  </a:lnTo>
                  <a:lnTo>
                    <a:pt x="610997" y="292290"/>
                  </a:lnTo>
                  <a:lnTo>
                    <a:pt x="622858" y="283629"/>
                  </a:lnTo>
                  <a:lnTo>
                    <a:pt x="624154" y="275310"/>
                  </a:lnTo>
                  <a:close/>
                </a:path>
                <a:path w="835025" h="835025">
                  <a:moveTo>
                    <a:pt x="624217" y="720686"/>
                  </a:moveTo>
                  <a:lnTo>
                    <a:pt x="622579" y="712431"/>
                  </a:lnTo>
                  <a:lnTo>
                    <a:pt x="598868" y="696518"/>
                  </a:lnTo>
                  <a:lnTo>
                    <a:pt x="594182" y="696061"/>
                  </a:lnTo>
                  <a:lnTo>
                    <a:pt x="489305" y="739508"/>
                  </a:lnTo>
                  <a:lnTo>
                    <a:pt x="486308" y="743153"/>
                  </a:lnTo>
                  <a:lnTo>
                    <a:pt x="473925" y="805903"/>
                  </a:lnTo>
                  <a:lnTo>
                    <a:pt x="471627" y="807808"/>
                  </a:lnTo>
                  <a:lnTo>
                    <a:pt x="362839" y="807808"/>
                  </a:lnTo>
                  <a:lnTo>
                    <a:pt x="360540" y="805903"/>
                  </a:lnTo>
                  <a:lnTo>
                    <a:pt x="348170" y="743153"/>
                  </a:lnTo>
                  <a:lnTo>
                    <a:pt x="345186" y="739508"/>
                  </a:lnTo>
                  <a:lnTo>
                    <a:pt x="310375" y="725055"/>
                  </a:lnTo>
                  <a:lnTo>
                    <a:pt x="240360" y="696061"/>
                  </a:lnTo>
                  <a:lnTo>
                    <a:pt x="239966" y="696061"/>
                  </a:lnTo>
                  <a:lnTo>
                    <a:pt x="235445" y="696518"/>
                  </a:lnTo>
                  <a:lnTo>
                    <a:pt x="235572" y="696518"/>
                  </a:lnTo>
                  <a:lnTo>
                    <a:pt x="211874" y="712431"/>
                  </a:lnTo>
                  <a:lnTo>
                    <a:pt x="210261" y="720686"/>
                  </a:lnTo>
                  <a:lnTo>
                    <a:pt x="216789" y="730440"/>
                  </a:lnTo>
                  <a:lnTo>
                    <a:pt x="218516" y="732917"/>
                  </a:lnTo>
                  <a:lnTo>
                    <a:pt x="226695" y="734529"/>
                  </a:lnTo>
                  <a:lnTo>
                    <a:pt x="240804" y="725055"/>
                  </a:lnTo>
                  <a:lnTo>
                    <a:pt x="324307" y="759663"/>
                  </a:lnTo>
                  <a:lnTo>
                    <a:pt x="333806" y="807808"/>
                  </a:lnTo>
                  <a:lnTo>
                    <a:pt x="333895" y="808266"/>
                  </a:lnTo>
                  <a:lnTo>
                    <a:pt x="337947" y="818857"/>
                  </a:lnTo>
                  <a:lnTo>
                    <a:pt x="345059" y="827138"/>
                  </a:lnTo>
                  <a:lnTo>
                    <a:pt x="354558" y="832535"/>
                  </a:lnTo>
                  <a:lnTo>
                    <a:pt x="365734" y="834453"/>
                  </a:lnTo>
                  <a:lnTo>
                    <a:pt x="468731" y="834453"/>
                  </a:lnTo>
                  <a:lnTo>
                    <a:pt x="500570" y="808266"/>
                  </a:lnTo>
                  <a:lnTo>
                    <a:pt x="500659" y="807808"/>
                  </a:lnTo>
                  <a:lnTo>
                    <a:pt x="510171" y="759663"/>
                  </a:lnTo>
                  <a:lnTo>
                    <a:pt x="593661" y="725055"/>
                  </a:lnTo>
                  <a:lnTo>
                    <a:pt x="607771" y="734529"/>
                  </a:lnTo>
                  <a:lnTo>
                    <a:pt x="616026" y="732917"/>
                  </a:lnTo>
                  <a:lnTo>
                    <a:pt x="621284" y="725055"/>
                  </a:lnTo>
                  <a:lnTo>
                    <a:pt x="624217" y="720686"/>
                  </a:lnTo>
                  <a:close/>
                </a:path>
                <a:path w="835025" h="835025">
                  <a:moveTo>
                    <a:pt x="624217" y="113753"/>
                  </a:moveTo>
                  <a:lnTo>
                    <a:pt x="621296" y="109397"/>
                  </a:lnTo>
                  <a:lnTo>
                    <a:pt x="616051" y="101574"/>
                  </a:lnTo>
                  <a:lnTo>
                    <a:pt x="616191" y="101574"/>
                  </a:lnTo>
                  <a:lnTo>
                    <a:pt x="608012" y="99961"/>
                  </a:lnTo>
                  <a:lnTo>
                    <a:pt x="607695" y="99961"/>
                  </a:lnTo>
                  <a:lnTo>
                    <a:pt x="593648" y="109385"/>
                  </a:lnTo>
                  <a:lnTo>
                    <a:pt x="510197" y="74815"/>
                  </a:lnTo>
                  <a:lnTo>
                    <a:pt x="500646" y="26606"/>
                  </a:lnTo>
                  <a:lnTo>
                    <a:pt x="500570" y="26212"/>
                  </a:lnTo>
                  <a:lnTo>
                    <a:pt x="496531" y="15608"/>
                  </a:lnTo>
                  <a:lnTo>
                    <a:pt x="489407" y="7327"/>
                  </a:lnTo>
                  <a:lnTo>
                    <a:pt x="479907" y="1930"/>
                  </a:lnTo>
                  <a:lnTo>
                    <a:pt x="468731" y="0"/>
                  </a:lnTo>
                  <a:lnTo>
                    <a:pt x="365734" y="0"/>
                  </a:lnTo>
                  <a:lnTo>
                    <a:pt x="333895" y="26200"/>
                  </a:lnTo>
                  <a:lnTo>
                    <a:pt x="324307" y="74803"/>
                  </a:lnTo>
                  <a:lnTo>
                    <a:pt x="240804" y="109397"/>
                  </a:lnTo>
                  <a:lnTo>
                    <a:pt x="226682" y="99961"/>
                  </a:lnTo>
                  <a:lnTo>
                    <a:pt x="218440" y="101574"/>
                  </a:lnTo>
                  <a:lnTo>
                    <a:pt x="210248" y="113753"/>
                  </a:lnTo>
                  <a:lnTo>
                    <a:pt x="211950" y="122021"/>
                  </a:lnTo>
                  <a:lnTo>
                    <a:pt x="234124" y="136931"/>
                  </a:lnTo>
                  <a:lnTo>
                    <a:pt x="236715" y="137693"/>
                  </a:lnTo>
                  <a:lnTo>
                    <a:pt x="241033" y="137693"/>
                  </a:lnTo>
                  <a:lnTo>
                    <a:pt x="242747" y="137337"/>
                  </a:lnTo>
                  <a:lnTo>
                    <a:pt x="310222" y="109397"/>
                  </a:lnTo>
                  <a:lnTo>
                    <a:pt x="345135" y="94945"/>
                  </a:lnTo>
                  <a:lnTo>
                    <a:pt x="348157" y="91287"/>
                  </a:lnTo>
                  <a:lnTo>
                    <a:pt x="359968" y="31356"/>
                  </a:lnTo>
                  <a:lnTo>
                    <a:pt x="360540" y="28536"/>
                  </a:lnTo>
                  <a:lnTo>
                    <a:pt x="362839" y="26606"/>
                  </a:lnTo>
                  <a:lnTo>
                    <a:pt x="471627" y="26606"/>
                  </a:lnTo>
                  <a:lnTo>
                    <a:pt x="473938" y="28536"/>
                  </a:lnTo>
                  <a:lnTo>
                    <a:pt x="486308" y="91287"/>
                  </a:lnTo>
                  <a:lnTo>
                    <a:pt x="489292" y="94945"/>
                  </a:lnTo>
                  <a:lnTo>
                    <a:pt x="594182" y="138391"/>
                  </a:lnTo>
                  <a:lnTo>
                    <a:pt x="598868" y="137909"/>
                  </a:lnTo>
                  <a:lnTo>
                    <a:pt x="622579" y="122021"/>
                  </a:lnTo>
                  <a:lnTo>
                    <a:pt x="624217" y="113753"/>
                  </a:lnTo>
                  <a:close/>
                </a:path>
                <a:path w="835025" h="835025">
                  <a:moveTo>
                    <a:pt x="834453" y="365747"/>
                  </a:moveTo>
                  <a:lnTo>
                    <a:pt x="808291" y="333895"/>
                  </a:lnTo>
                  <a:lnTo>
                    <a:pt x="759688" y="324281"/>
                  </a:lnTo>
                  <a:lnTo>
                    <a:pt x="725093" y="240792"/>
                  </a:lnTo>
                  <a:lnTo>
                    <a:pt x="752678" y="199644"/>
                  </a:lnTo>
                  <a:lnTo>
                    <a:pt x="757313" y="189293"/>
                  </a:lnTo>
                  <a:lnTo>
                    <a:pt x="758050" y="179438"/>
                  </a:lnTo>
                  <a:lnTo>
                    <a:pt x="758126" y="178396"/>
                  </a:lnTo>
                  <a:lnTo>
                    <a:pt x="755218" y="167868"/>
                  </a:lnTo>
                  <a:lnTo>
                    <a:pt x="748665" y="158610"/>
                  </a:lnTo>
                  <a:lnTo>
                    <a:pt x="704545" y="114465"/>
                  </a:lnTo>
                  <a:lnTo>
                    <a:pt x="696125" y="114465"/>
                  </a:lnTo>
                  <a:lnTo>
                    <a:pt x="685736" y="124866"/>
                  </a:lnTo>
                  <a:lnTo>
                    <a:pt x="685736" y="133273"/>
                  </a:lnTo>
                  <a:lnTo>
                    <a:pt x="729856" y="177419"/>
                  </a:lnTo>
                  <a:lnTo>
                    <a:pt x="731913" y="179438"/>
                  </a:lnTo>
                  <a:lnTo>
                    <a:pt x="732205" y="182435"/>
                  </a:lnTo>
                  <a:lnTo>
                    <a:pt x="696569" y="235559"/>
                  </a:lnTo>
                  <a:lnTo>
                    <a:pt x="696087" y="240271"/>
                  </a:lnTo>
                  <a:lnTo>
                    <a:pt x="739546" y="345147"/>
                  </a:lnTo>
                  <a:lnTo>
                    <a:pt x="743178" y="348145"/>
                  </a:lnTo>
                  <a:lnTo>
                    <a:pt x="805967" y="360489"/>
                  </a:lnTo>
                  <a:lnTo>
                    <a:pt x="807859" y="362813"/>
                  </a:lnTo>
                  <a:lnTo>
                    <a:pt x="807859" y="471576"/>
                  </a:lnTo>
                  <a:lnTo>
                    <a:pt x="805967" y="473887"/>
                  </a:lnTo>
                  <a:lnTo>
                    <a:pt x="743178" y="486257"/>
                  </a:lnTo>
                  <a:lnTo>
                    <a:pt x="739546" y="489254"/>
                  </a:lnTo>
                  <a:lnTo>
                    <a:pt x="696087" y="594131"/>
                  </a:lnTo>
                  <a:lnTo>
                    <a:pt x="696569" y="598817"/>
                  </a:lnTo>
                  <a:lnTo>
                    <a:pt x="732205" y="651979"/>
                  </a:lnTo>
                  <a:lnTo>
                    <a:pt x="731913" y="654964"/>
                  </a:lnTo>
                  <a:lnTo>
                    <a:pt x="685736" y="701154"/>
                  </a:lnTo>
                  <a:lnTo>
                    <a:pt x="685736" y="709574"/>
                  </a:lnTo>
                  <a:lnTo>
                    <a:pt x="693521" y="717372"/>
                  </a:lnTo>
                  <a:lnTo>
                    <a:pt x="696950" y="718667"/>
                  </a:lnTo>
                  <a:lnTo>
                    <a:pt x="703732" y="718667"/>
                  </a:lnTo>
                  <a:lnTo>
                    <a:pt x="707136" y="717372"/>
                  </a:lnTo>
                  <a:lnTo>
                    <a:pt x="748665" y="675843"/>
                  </a:lnTo>
                  <a:lnTo>
                    <a:pt x="755218" y="666572"/>
                  </a:lnTo>
                  <a:lnTo>
                    <a:pt x="758126" y="656056"/>
                  </a:lnTo>
                  <a:lnTo>
                    <a:pt x="757313" y="645160"/>
                  </a:lnTo>
                  <a:lnTo>
                    <a:pt x="752678" y="634809"/>
                  </a:lnTo>
                  <a:lnTo>
                    <a:pt x="725093" y="593661"/>
                  </a:lnTo>
                  <a:lnTo>
                    <a:pt x="759688" y="510159"/>
                  </a:lnTo>
                  <a:lnTo>
                    <a:pt x="808291" y="500583"/>
                  </a:lnTo>
                  <a:lnTo>
                    <a:pt x="834453" y="468731"/>
                  </a:lnTo>
                  <a:lnTo>
                    <a:pt x="834453" y="365747"/>
                  </a:lnTo>
                  <a:close/>
                </a:path>
              </a:pathLst>
            </a:custGeom>
            <a:solidFill>
              <a:srgbClr val="00788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7" name="object 6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792190" y="7280871"/>
            <a:ext cx="694112" cy="688365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815586" y="8398459"/>
            <a:ext cx="661228" cy="705751"/>
          </a:xfrm>
          <a:prstGeom prst="rect">
            <a:avLst/>
          </a:prstGeom>
        </p:spPr>
      </p:pic>
      <p:sp>
        <p:nvSpPr>
          <p:cNvPr id="69" name="object 69"/>
          <p:cNvSpPr txBox="1"/>
          <p:nvPr/>
        </p:nvSpPr>
        <p:spPr>
          <a:xfrm>
            <a:off x="13493114" y="7084555"/>
            <a:ext cx="1313815" cy="2588895"/>
          </a:xfrm>
          <a:prstGeom prst="rect">
            <a:avLst/>
          </a:prstGeom>
          <a:ln w="47625">
            <a:solidFill>
              <a:srgbClr val="5BB1E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imes New Roman"/>
              <a:cs typeface="Times New Roman"/>
            </a:endParaRPr>
          </a:p>
          <a:p>
            <a:pPr algn="ctr" marL="2540">
              <a:lnSpc>
                <a:spcPct val="100000"/>
              </a:lnSpc>
            </a:pPr>
            <a:r>
              <a:rPr dirty="0" sz="1700" spc="-10">
                <a:solidFill>
                  <a:srgbClr val="D94E30"/>
                </a:solidFill>
                <a:latin typeface="Arial MT"/>
                <a:cs typeface="Arial MT"/>
              </a:rPr>
              <a:t>Prometheus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700">
              <a:latin typeface="Arial MT"/>
              <a:cs typeface="Arial MT"/>
            </a:endParaRPr>
          </a:p>
          <a:p>
            <a:pPr algn="ctr" marL="9525">
              <a:lnSpc>
                <a:spcPct val="100000"/>
              </a:lnSpc>
            </a:pPr>
            <a:r>
              <a:rPr dirty="0" sz="1700" spc="-10">
                <a:solidFill>
                  <a:srgbClr val="F8B604"/>
                </a:solidFill>
                <a:latin typeface="Arial MT"/>
                <a:cs typeface="Arial MT"/>
              </a:rPr>
              <a:t>Grafana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1826240" y="6392545"/>
            <a:ext cx="1666875" cy="2005964"/>
          </a:xfrm>
          <a:custGeom>
            <a:avLst/>
            <a:gdLst/>
            <a:ahLst/>
            <a:cxnLst/>
            <a:rect l="l" t="t" r="r" b="b"/>
            <a:pathLst>
              <a:path w="1666875" h="2005965">
                <a:moveTo>
                  <a:pt x="114300" y="95250"/>
                </a:moveTo>
                <a:lnTo>
                  <a:pt x="76200" y="95250"/>
                </a:lnTo>
                <a:lnTo>
                  <a:pt x="76200" y="1758314"/>
                </a:lnTo>
                <a:lnTo>
                  <a:pt x="81406" y="1808606"/>
                </a:lnTo>
                <a:lnTo>
                  <a:pt x="96138" y="1855088"/>
                </a:lnTo>
                <a:lnTo>
                  <a:pt x="118999" y="1897125"/>
                </a:lnTo>
                <a:lnTo>
                  <a:pt x="149351" y="1933702"/>
                </a:lnTo>
                <a:lnTo>
                  <a:pt x="186181" y="1963800"/>
                </a:lnTo>
                <a:lnTo>
                  <a:pt x="228345" y="1986406"/>
                </a:lnTo>
                <a:lnTo>
                  <a:pt x="274827" y="2000630"/>
                </a:lnTo>
                <a:lnTo>
                  <a:pt x="323850" y="2005583"/>
                </a:lnTo>
                <a:lnTo>
                  <a:pt x="1666875" y="2005583"/>
                </a:lnTo>
                <a:lnTo>
                  <a:pt x="1666875" y="1967483"/>
                </a:lnTo>
                <a:lnTo>
                  <a:pt x="323850" y="1967483"/>
                </a:lnTo>
                <a:lnTo>
                  <a:pt x="312546" y="1967229"/>
                </a:lnTo>
                <a:lnTo>
                  <a:pt x="260603" y="1957704"/>
                </a:lnTo>
                <a:lnTo>
                  <a:pt x="223138" y="1941702"/>
                </a:lnTo>
                <a:lnTo>
                  <a:pt x="189864" y="1919096"/>
                </a:lnTo>
                <a:lnTo>
                  <a:pt x="161543" y="1890521"/>
                </a:lnTo>
                <a:lnTo>
                  <a:pt x="139191" y="1856993"/>
                </a:lnTo>
                <a:lnTo>
                  <a:pt x="123443" y="1819274"/>
                </a:lnTo>
                <a:lnTo>
                  <a:pt x="115188" y="1778253"/>
                </a:lnTo>
                <a:lnTo>
                  <a:pt x="114320" y="1758314"/>
                </a:lnTo>
                <a:lnTo>
                  <a:pt x="114300" y="95250"/>
                </a:lnTo>
                <a:close/>
              </a:path>
              <a:path w="1666875" h="2005965">
                <a:moveTo>
                  <a:pt x="95250" y="0"/>
                </a:moveTo>
                <a:lnTo>
                  <a:pt x="0" y="114300"/>
                </a:lnTo>
                <a:lnTo>
                  <a:pt x="76200" y="114300"/>
                </a:lnTo>
                <a:lnTo>
                  <a:pt x="76200" y="95250"/>
                </a:lnTo>
                <a:lnTo>
                  <a:pt x="174625" y="95250"/>
                </a:lnTo>
                <a:lnTo>
                  <a:pt x="95250" y="0"/>
                </a:lnTo>
                <a:close/>
              </a:path>
              <a:path w="1666875" h="2005965">
                <a:moveTo>
                  <a:pt x="174625" y="95250"/>
                </a:moveTo>
                <a:lnTo>
                  <a:pt x="114300" y="95250"/>
                </a:lnTo>
                <a:lnTo>
                  <a:pt x="114300" y="114300"/>
                </a:lnTo>
                <a:lnTo>
                  <a:pt x="190500" y="114300"/>
                </a:lnTo>
                <a:lnTo>
                  <a:pt x="174625" y="95250"/>
                </a:lnTo>
                <a:close/>
              </a:path>
            </a:pathLst>
          </a:custGeom>
          <a:solidFill>
            <a:srgbClr val="258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8591042" y="1388744"/>
            <a:ext cx="190500" cy="676275"/>
          </a:xfrm>
          <a:custGeom>
            <a:avLst/>
            <a:gdLst/>
            <a:ahLst/>
            <a:cxnLst/>
            <a:rect l="l" t="t" r="r" b="b"/>
            <a:pathLst>
              <a:path w="190500" h="676275">
                <a:moveTo>
                  <a:pt x="114300" y="95250"/>
                </a:moveTo>
                <a:lnTo>
                  <a:pt x="76200" y="95250"/>
                </a:lnTo>
                <a:lnTo>
                  <a:pt x="76200" y="676275"/>
                </a:lnTo>
                <a:lnTo>
                  <a:pt x="114300" y="676275"/>
                </a:lnTo>
                <a:lnTo>
                  <a:pt x="114300" y="95250"/>
                </a:lnTo>
                <a:close/>
              </a:path>
              <a:path w="190500" h="676275">
                <a:moveTo>
                  <a:pt x="95250" y="0"/>
                </a:moveTo>
                <a:lnTo>
                  <a:pt x="0" y="114300"/>
                </a:lnTo>
                <a:lnTo>
                  <a:pt x="76200" y="114300"/>
                </a:lnTo>
                <a:lnTo>
                  <a:pt x="76200" y="95250"/>
                </a:lnTo>
                <a:lnTo>
                  <a:pt x="174625" y="95250"/>
                </a:lnTo>
                <a:lnTo>
                  <a:pt x="95250" y="0"/>
                </a:lnTo>
                <a:close/>
              </a:path>
              <a:path w="190500" h="676275">
                <a:moveTo>
                  <a:pt x="174625" y="95250"/>
                </a:moveTo>
                <a:lnTo>
                  <a:pt x="114300" y="95250"/>
                </a:lnTo>
                <a:lnTo>
                  <a:pt x="114300" y="114300"/>
                </a:lnTo>
                <a:lnTo>
                  <a:pt x="190500" y="114300"/>
                </a:lnTo>
                <a:lnTo>
                  <a:pt x="174625" y="95250"/>
                </a:lnTo>
                <a:close/>
              </a:path>
            </a:pathLst>
          </a:custGeom>
          <a:solidFill>
            <a:srgbClr val="2587B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2" name="object 7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419306" y="4311126"/>
            <a:ext cx="878598" cy="790228"/>
          </a:xfrm>
          <a:prstGeom prst="rect">
            <a:avLst/>
          </a:prstGeom>
        </p:spPr>
      </p:pic>
      <p:grpSp>
        <p:nvGrpSpPr>
          <p:cNvPr id="73" name="object 73"/>
          <p:cNvGrpSpPr/>
          <p:nvPr/>
        </p:nvGrpSpPr>
        <p:grpSpPr>
          <a:xfrm>
            <a:off x="16500220" y="5256269"/>
            <a:ext cx="660400" cy="906780"/>
            <a:chOff x="16500220" y="5256269"/>
            <a:chExt cx="660400" cy="906780"/>
          </a:xfrm>
        </p:grpSpPr>
        <p:sp>
          <p:nvSpPr>
            <p:cNvPr id="74" name="object 74"/>
            <p:cNvSpPr/>
            <p:nvPr/>
          </p:nvSpPr>
          <p:spPr>
            <a:xfrm>
              <a:off x="16542033" y="5317720"/>
              <a:ext cx="584200" cy="768350"/>
            </a:xfrm>
            <a:custGeom>
              <a:avLst/>
              <a:gdLst/>
              <a:ahLst/>
              <a:cxnLst/>
              <a:rect l="l" t="t" r="r" b="b"/>
              <a:pathLst>
                <a:path w="584200" h="768350">
                  <a:moveTo>
                    <a:pt x="583753" y="0"/>
                  </a:moveTo>
                  <a:lnTo>
                    <a:pt x="0" y="0"/>
                  </a:lnTo>
                  <a:lnTo>
                    <a:pt x="1" y="768137"/>
                  </a:lnTo>
                  <a:lnTo>
                    <a:pt x="583754" y="768137"/>
                  </a:lnTo>
                  <a:lnTo>
                    <a:pt x="583753" y="0"/>
                  </a:lnTo>
                  <a:close/>
                </a:path>
              </a:pathLst>
            </a:custGeom>
            <a:solidFill>
              <a:srgbClr val="E1E1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6526671" y="5256269"/>
              <a:ext cx="614680" cy="61594"/>
            </a:xfrm>
            <a:custGeom>
              <a:avLst/>
              <a:gdLst/>
              <a:ahLst/>
              <a:cxnLst/>
              <a:rect l="l" t="t" r="r" b="b"/>
              <a:pathLst>
                <a:path w="614680" h="61595">
                  <a:moveTo>
                    <a:pt x="614477" y="0"/>
                  </a:moveTo>
                  <a:lnTo>
                    <a:pt x="0" y="0"/>
                  </a:lnTo>
                  <a:lnTo>
                    <a:pt x="15362" y="61451"/>
                  </a:lnTo>
                  <a:lnTo>
                    <a:pt x="599115" y="61451"/>
                  </a:lnTo>
                  <a:lnTo>
                    <a:pt x="614477" y="0"/>
                  </a:lnTo>
                  <a:close/>
                </a:path>
              </a:pathLst>
            </a:custGeom>
            <a:solidFill>
              <a:srgbClr val="D7D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6511308" y="6085865"/>
              <a:ext cx="645795" cy="61594"/>
            </a:xfrm>
            <a:custGeom>
              <a:avLst/>
              <a:gdLst/>
              <a:ahLst/>
              <a:cxnLst/>
              <a:rect l="l" t="t" r="r" b="b"/>
              <a:pathLst>
                <a:path w="645794" h="61595">
                  <a:moveTo>
                    <a:pt x="230428" y="0"/>
                  </a:moveTo>
                  <a:lnTo>
                    <a:pt x="0" y="0"/>
                  </a:lnTo>
                  <a:lnTo>
                    <a:pt x="0" y="61455"/>
                  </a:lnTo>
                  <a:lnTo>
                    <a:pt x="230428" y="61455"/>
                  </a:lnTo>
                  <a:lnTo>
                    <a:pt x="230428" y="0"/>
                  </a:lnTo>
                  <a:close/>
                </a:path>
                <a:path w="645794" h="61595">
                  <a:moveTo>
                    <a:pt x="645198" y="0"/>
                  </a:moveTo>
                  <a:lnTo>
                    <a:pt x="414769" y="0"/>
                  </a:lnTo>
                  <a:lnTo>
                    <a:pt x="414769" y="61455"/>
                  </a:lnTo>
                  <a:lnTo>
                    <a:pt x="645198" y="61455"/>
                  </a:lnTo>
                  <a:lnTo>
                    <a:pt x="645198" y="0"/>
                  </a:lnTo>
                  <a:close/>
                </a:path>
              </a:pathLst>
            </a:custGeom>
            <a:solidFill>
              <a:srgbClr val="ECED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6618839" y="5379173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30" h="430529">
                  <a:moveTo>
                    <a:pt x="61442" y="368706"/>
                  </a:moveTo>
                  <a:lnTo>
                    <a:pt x="0" y="368706"/>
                  </a:lnTo>
                  <a:lnTo>
                    <a:pt x="0" y="430161"/>
                  </a:lnTo>
                  <a:lnTo>
                    <a:pt x="61442" y="430161"/>
                  </a:lnTo>
                  <a:lnTo>
                    <a:pt x="61442" y="368706"/>
                  </a:lnTo>
                  <a:close/>
                </a:path>
                <a:path w="430530" h="430529">
                  <a:moveTo>
                    <a:pt x="61442" y="245808"/>
                  </a:moveTo>
                  <a:lnTo>
                    <a:pt x="0" y="245808"/>
                  </a:lnTo>
                  <a:lnTo>
                    <a:pt x="0" y="307263"/>
                  </a:lnTo>
                  <a:lnTo>
                    <a:pt x="61442" y="307263"/>
                  </a:lnTo>
                  <a:lnTo>
                    <a:pt x="61442" y="245808"/>
                  </a:lnTo>
                  <a:close/>
                </a:path>
                <a:path w="430530" h="430529">
                  <a:moveTo>
                    <a:pt x="61442" y="122910"/>
                  </a:moveTo>
                  <a:lnTo>
                    <a:pt x="0" y="122910"/>
                  </a:lnTo>
                  <a:lnTo>
                    <a:pt x="0" y="184353"/>
                  </a:lnTo>
                  <a:lnTo>
                    <a:pt x="61442" y="184353"/>
                  </a:lnTo>
                  <a:lnTo>
                    <a:pt x="61442" y="122910"/>
                  </a:lnTo>
                  <a:close/>
                </a:path>
                <a:path w="430530" h="430529">
                  <a:moveTo>
                    <a:pt x="61442" y="0"/>
                  </a:moveTo>
                  <a:lnTo>
                    <a:pt x="0" y="0"/>
                  </a:lnTo>
                  <a:lnTo>
                    <a:pt x="0" y="61455"/>
                  </a:lnTo>
                  <a:lnTo>
                    <a:pt x="61442" y="61455"/>
                  </a:lnTo>
                  <a:lnTo>
                    <a:pt x="61442" y="0"/>
                  </a:lnTo>
                  <a:close/>
                </a:path>
                <a:path w="430530" h="430529">
                  <a:moveTo>
                    <a:pt x="184340" y="368706"/>
                  </a:moveTo>
                  <a:lnTo>
                    <a:pt x="122897" y="368706"/>
                  </a:lnTo>
                  <a:lnTo>
                    <a:pt x="122897" y="430161"/>
                  </a:lnTo>
                  <a:lnTo>
                    <a:pt x="184340" y="430161"/>
                  </a:lnTo>
                  <a:lnTo>
                    <a:pt x="184340" y="368706"/>
                  </a:lnTo>
                  <a:close/>
                </a:path>
                <a:path w="430530" h="430529">
                  <a:moveTo>
                    <a:pt x="184340" y="245808"/>
                  </a:moveTo>
                  <a:lnTo>
                    <a:pt x="122897" y="245808"/>
                  </a:lnTo>
                  <a:lnTo>
                    <a:pt x="122897" y="307263"/>
                  </a:lnTo>
                  <a:lnTo>
                    <a:pt x="184340" y="307263"/>
                  </a:lnTo>
                  <a:lnTo>
                    <a:pt x="184340" y="245808"/>
                  </a:lnTo>
                  <a:close/>
                </a:path>
                <a:path w="430530" h="430529">
                  <a:moveTo>
                    <a:pt x="184340" y="122910"/>
                  </a:moveTo>
                  <a:lnTo>
                    <a:pt x="122897" y="122910"/>
                  </a:lnTo>
                  <a:lnTo>
                    <a:pt x="122897" y="184353"/>
                  </a:lnTo>
                  <a:lnTo>
                    <a:pt x="184340" y="184353"/>
                  </a:lnTo>
                  <a:lnTo>
                    <a:pt x="184340" y="122910"/>
                  </a:lnTo>
                  <a:close/>
                </a:path>
                <a:path w="430530" h="430529">
                  <a:moveTo>
                    <a:pt x="184340" y="0"/>
                  </a:moveTo>
                  <a:lnTo>
                    <a:pt x="122897" y="0"/>
                  </a:lnTo>
                  <a:lnTo>
                    <a:pt x="122897" y="61455"/>
                  </a:lnTo>
                  <a:lnTo>
                    <a:pt x="184340" y="61455"/>
                  </a:lnTo>
                  <a:lnTo>
                    <a:pt x="184340" y="0"/>
                  </a:lnTo>
                  <a:close/>
                </a:path>
                <a:path w="430530" h="430529">
                  <a:moveTo>
                    <a:pt x="307238" y="0"/>
                  </a:moveTo>
                  <a:lnTo>
                    <a:pt x="245783" y="0"/>
                  </a:lnTo>
                  <a:lnTo>
                    <a:pt x="245783" y="61455"/>
                  </a:lnTo>
                  <a:lnTo>
                    <a:pt x="307238" y="61455"/>
                  </a:lnTo>
                  <a:lnTo>
                    <a:pt x="307238" y="0"/>
                  </a:lnTo>
                  <a:close/>
                </a:path>
                <a:path w="430530" h="430529">
                  <a:moveTo>
                    <a:pt x="430136" y="0"/>
                  </a:moveTo>
                  <a:lnTo>
                    <a:pt x="368681" y="0"/>
                  </a:lnTo>
                  <a:lnTo>
                    <a:pt x="368681" y="61455"/>
                  </a:lnTo>
                  <a:lnTo>
                    <a:pt x="430136" y="61455"/>
                  </a:lnTo>
                  <a:lnTo>
                    <a:pt x="430136" y="0"/>
                  </a:lnTo>
                  <a:close/>
                </a:path>
              </a:pathLst>
            </a:custGeom>
            <a:solidFill>
              <a:srgbClr val="63BB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6618839" y="5379173"/>
              <a:ext cx="430530" cy="31115"/>
            </a:xfrm>
            <a:custGeom>
              <a:avLst/>
              <a:gdLst/>
              <a:ahLst/>
              <a:cxnLst/>
              <a:rect l="l" t="t" r="r" b="b"/>
              <a:pathLst>
                <a:path w="430530" h="31114">
                  <a:moveTo>
                    <a:pt x="61442" y="0"/>
                  </a:moveTo>
                  <a:lnTo>
                    <a:pt x="0" y="0"/>
                  </a:lnTo>
                  <a:lnTo>
                    <a:pt x="0" y="30734"/>
                  </a:lnTo>
                  <a:lnTo>
                    <a:pt x="61442" y="30734"/>
                  </a:lnTo>
                  <a:lnTo>
                    <a:pt x="61442" y="0"/>
                  </a:lnTo>
                  <a:close/>
                </a:path>
                <a:path w="430530" h="31114">
                  <a:moveTo>
                    <a:pt x="184340" y="0"/>
                  </a:moveTo>
                  <a:lnTo>
                    <a:pt x="122897" y="0"/>
                  </a:lnTo>
                  <a:lnTo>
                    <a:pt x="122897" y="30734"/>
                  </a:lnTo>
                  <a:lnTo>
                    <a:pt x="184340" y="30734"/>
                  </a:lnTo>
                  <a:lnTo>
                    <a:pt x="184340" y="0"/>
                  </a:lnTo>
                  <a:close/>
                </a:path>
                <a:path w="430530" h="31114">
                  <a:moveTo>
                    <a:pt x="307238" y="0"/>
                  </a:moveTo>
                  <a:lnTo>
                    <a:pt x="245783" y="0"/>
                  </a:lnTo>
                  <a:lnTo>
                    <a:pt x="245783" y="30734"/>
                  </a:lnTo>
                  <a:lnTo>
                    <a:pt x="307238" y="30734"/>
                  </a:lnTo>
                  <a:lnTo>
                    <a:pt x="307238" y="0"/>
                  </a:lnTo>
                  <a:close/>
                </a:path>
                <a:path w="430530" h="31114">
                  <a:moveTo>
                    <a:pt x="430136" y="0"/>
                  </a:moveTo>
                  <a:lnTo>
                    <a:pt x="368681" y="0"/>
                  </a:lnTo>
                  <a:lnTo>
                    <a:pt x="368681" y="30734"/>
                  </a:lnTo>
                  <a:lnTo>
                    <a:pt x="430136" y="30734"/>
                  </a:lnTo>
                  <a:lnTo>
                    <a:pt x="430136" y="0"/>
                  </a:lnTo>
                  <a:close/>
                </a:path>
              </a:pathLst>
            </a:custGeom>
            <a:solidFill>
              <a:srgbClr val="4F9B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16618839" y="5502084"/>
              <a:ext cx="430530" cy="584200"/>
            </a:xfrm>
            <a:custGeom>
              <a:avLst/>
              <a:gdLst/>
              <a:ahLst/>
              <a:cxnLst/>
              <a:rect l="l" t="t" r="r" b="b"/>
              <a:pathLst>
                <a:path w="430530" h="584200">
                  <a:moveTo>
                    <a:pt x="61442" y="491604"/>
                  </a:moveTo>
                  <a:lnTo>
                    <a:pt x="0" y="491604"/>
                  </a:lnTo>
                  <a:lnTo>
                    <a:pt x="0" y="583780"/>
                  </a:lnTo>
                  <a:lnTo>
                    <a:pt x="61442" y="583780"/>
                  </a:lnTo>
                  <a:lnTo>
                    <a:pt x="61442" y="491604"/>
                  </a:lnTo>
                  <a:close/>
                </a:path>
                <a:path w="430530" h="584200">
                  <a:moveTo>
                    <a:pt x="61442" y="368706"/>
                  </a:moveTo>
                  <a:lnTo>
                    <a:pt x="0" y="368706"/>
                  </a:lnTo>
                  <a:lnTo>
                    <a:pt x="0" y="430149"/>
                  </a:lnTo>
                  <a:lnTo>
                    <a:pt x="61442" y="430149"/>
                  </a:lnTo>
                  <a:lnTo>
                    <a:pt x="61442" y="368706"/>
                  </a:lnTo>
                  <a:close/>
                </a:path>
                <a:path w="430530" h="584200">
                  <a:moveTo>
                    <a:pt x="184340" y="368706"/>
                  </a:moveTo>
                  <a:lnTo>
                    <a:pt x="122897" y="368706"/>
                  </a:lnTo>
                  <a:lnTo>
                    <a:pt x="122897" y="430149"/>
                  </a:lnTo>
                  <a:lnTo>
                    <a:pt x="184340" y="430149"/>
                  </a:lnTo>
                  <a:lnTo>
                    <a:pt x="184340" y="368706"/>
                  </a:lnTo>
                  <a:close/>
                </a:path>
                <a:path w="430530" h="584200">
                  <a:moveTo>
                    <a:pt x="307238" y="491604"/>
                  </a:moveTo>
                  <a:lnTo>
                    <a:pt x="122897" y="491604"/>
                  </a:lnTo>
                  <a:lnTo>
                    <a:pt x="122897" y="583780"/>
                  </a:lnTo>
                  <a:lnTo>
                    <a:pt x="307238" y="583780"/>
                  </a:lnTo>
                  <a:lnTo>
                    <a:pt x="307238" y="491604"/>
                  </a:lnTo>
                  <a:close/>
                </a:path>
                <a:path w="430530" h="584200">
                  <a:moveTo>
                    <a:pt x="307238" y="368706"/>
                  </a:moveTo>
                  <a:lnTo>
                    <a:pt x="245795" y="368706"/>
                  </a:lnTo>
                  <a:lnTo>
                    <a:pt x="245795" y="430149"/>
                  </a:lnTo>
                  <a:lnTo>
                    <a:pt x="307238" y="430149"/>
                  </a:lnTo>
                  <a:lnTo>
                    <a:pt x="307238" y="368706"/>
                  </a:lnTo>
                  <a:close/>
                </a:path>
                <a:path w="430530" h="584200">
                  <a:moveTo>
                    <a:pt x="307238" y="245795"/>
                  </a:moveTo>
                  <a:lnTo>
                    <a:pt x="245795" y="245795"/>
                  </a:lnTo>
                  <a:lnTo>
                    <a:pt x="245795" y="307251"/>
                  </a:lnTo>
                  <a:lnTo>
                    <a:pt x="307238" y="307251"/>
                  </a:lnTo>
                  <a:lnTo>
                    <a:pt x="307238" y="245795"/>
                  </a:lnTo>
                  <a:close/>
                </a:path>
                <a:path w="430530" h="584200">
                  <a:moveTo>
                    <a:pt x="307238" y="122897"/>
                  </a:moveTo>
                  <a:lnTo>
                    <a:pt x="245783" y="122897"/>
                  </a:lnTo>
                  <a:lnTo>
                    <a:pt x="245783" y="184353"/>
                  </a:lnTo>
                  <a:lnTo>
                    <a:pt x="307238" y="184353"/>
                  </a:lnTo>
                  <a:lnTo>
                    <a:pt x="307238" y="122897"/>
                  </a:lnTo>
                  <a:close/>
                </a:path>
                <a:path w="430530" h="584200">
                  <a:moveTo>
                    <a:pt x="307238" y="0"/>
                  </a:moveTo>
                  <a:lnTo>
                    <a:pt x="245783" y="0"/>
                  </a:lnTo>
                  <a:lnTo>
                    <a:pt x="245783" y="61442"/>
                  </a:lnTo>
                  <a:lnTo>
                    <a:pt x="307238" y="61442"/>
                  </a:lnTo>
                  <a:lnTo>
                    <a:pt x="307238" y="0"/>
                  </a:lnTo>
                  <a:close/>
                </a:path>
                <a:path w="430530" h="584200">
                  <a:moveTo>
                    <a:pt x="430136" y="491604"/>
                  </a:moveTo>
                  <a:lnTo>
                    <a:pt x="368681" y="491604"/>
                  </a:lnTo>
                  <a:lnTo>
                    <a:pt x="368681" y="583780"/>
                  </a:lnTo>
                  <a:lnTo>
                    <a:pt x="430136" y="583780"/>
                  </a:lnTo>
                  <a:lnTo>
                    <a:pt x="430136" y="491604"/>
                  </a:lnTo>
                  <a:close/>
                </a:path>
                <a:path w="430530" h="584200">
                  <a:moveTo>
                    <a:pt x="430136" y="368706"/>
                  </a:moveTo>
                  <a:lnTo>
                    <a:pt x="368681" y="368706"/>
                  </a:lnTo>
                  <a:lnTo>
                    <a:pt x="368681" y="430149"/>
                  </a:lnTo>
                  <a:lnTo>
                    <a:pt x="430136" y="430149"/>
                  </a:lnTo>
                  <a:lnTo>
                    <a:pt x="430136" y="368706"/>
                  </a:lnTo>
                  <a:close/>
                </a:path>
                <a:path w="430530" h="584200">
                  <a:moveTo>
                    <a:pt x="430136" y="245795"/>
                  </a:moveTo>
                  <a:lnTo>
                    <a:pt x="368681" y="245795"/>
                  </a:lnTo>
                  <a:lnTo>
                    <a:pt x="368681" y="307251"/>
                  </a:lnTo>
                  <a:lnTo>
                    <a:pt x="430136" y="307251"/>
                  </a:lnTo>
                  <a:lnTo>
                    <a:pt x="430136" y="245795"/>
                  </a:lnTo>
                  <a:close/>
                </a:path>
                <a:path w="430530" h="584200">
                  <a:moveTo>
                    <a:pt x="430136" y="122897"/>
                  </a:moveTo>
                  <a:lnTo>
                    <a:pt x="368681" y="122897"/>
                  </a:lnTo>
                  <a:lnTo>
                    <a:pt x="368681" y="184353"/>
                  </a:lnTo>
                  <a:lnTo>
                    <a:pt x="430136" y="184353"/>
                  </a:lnTo>
                  <a:lnTo>
                    <a:pt x="430136" y="122897"/>
                  </a:lnTo>
                  <a:close/>
                </a:path>
                <a:path w="430530" h="584200">
                  <a:moveTo>
                    <a:pt x="430136" y="0"/>
                  </a:moveTo>
                  <a:lnTo>
                    <a:pt x="368681" y="0"/>
                  </a:lnTo>
                  <a:lnTo>
                    <a:pt x="368681" y="61442"/>
                  </a:lnTo>
                  <a:lnTo>
                    <a:pt x="430136" y="61442"/>
                  </a:lnTo>
                  <a:lnTo>
                    <a:pt x="430136" y="0"/>
                  </a:lnTo>
                  <a:close/>
                </a:path>
              </a:pathLst>
            </a:custGeom>
            <a:solidFill>
              <a:srgbClr val="63BB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6618839" y="5502084"/>
              <a:ext cx="430530" cy="522605"/>
            </a:xfrm>
            <a:custGeom>
              <a:avLst/>
              <a:gdLst/>
              <a:ahLst/>
              <a:cxnLst/>
              <a:rect l="l" t="t" r="r" b="b"/>
              <a:pathLst>
                <a:path w="430530" h="522604">
                  <a:moveTo>
                    <a:pt x="61442" y="491604"/>
                  </a:moveTo>
                  <a:lnTo>
                    <a:pt x="0" y="491604"/>
                  </a:lnTo>
                  <a:lnTo>
                    <a:pt x="0" y="522325"/>
                  </a:lnTo>
                  <a:lnTo>
                    <a:pt x="61442" y="522325"/>
                  </a:lnTo>
                  <a:lnTo>
                    <a:pt x="61442" y="491604"/>
                  </a:lnTo>
                  <a:close/>
                </a:path>
                <a:path w="430530" h="522604">
                  <a:moveTo>
                    <a:pt x="61442" y="368706"/>
                  </a:moveTo>
                  <a:lnTo>
                    <a:pt x="0" y="368706"/>
                  </a:lnTo>
                  <a:lnTo>
                    <a:pt x="0" y="399427"/>
                  </a:lnTo>
                  <a:lnTo>
                    <a:pt x="61442" y="399427"/>
                  </a:lnTo>
                  <a:lnTo>
                    <a:pt x="61442" y="368706"/>
                  </a:lnTo>
                  <a:close/>
                </a:path>
                <a:path w="430530" h="522604">
                  <a:moveTo>
                    <a:pt x="61442" y="245795"/>
                  </a:moveTo>
                  <a:lnTo>
                    <a:pt x="0" y="245795"/>
                  </a:lnTo>
                  <a:lnTo>
                    <a:pt x="0" y="276529"/>
                  </a:lnTo>
                  <a:lnTo>
                    <a:pt x="61442" y="276529"/>
                  </a:lnTo>
                  <a:lnTo>
                    <a:pt x="61442" y="245795"/>
                  </a:lnTo>
                  <a:close/>
                </a:path>
                <a:path w="430530" h="522604">
                  <a:moveTo>
                    <a:pt x="61442" y="122897"/>
                  </a:moveTo>
                  <a:lnTo>
                    <a:pt x="0" y="122897"/>
                  </a:lnTo>
                  <a:lnTo>
                    <a:pt x="0" y="153619"/>
                  </a:lnTo>
                  <a:lnTo>
                    <a:pt x="61442" y="153619"/>
                  </a:lnTo>
                  <a:lnTo>
                    <a:pt x="61442" y="122897"/>
                  </a:lnTo>
                  <a:close/>
                </a:path>
                <a:path w="430530" h="522604">
                  <a:moveTo>
                    <a:pt x="61442" y="0"/>
                  </a:moveTo>
                  <a:lnTo>
                    <a:pt x="0" y="0"/>
                  </a:lnTo>
                  <a:lnTo>
                    <a:pt x="0" y="30721"/>
                  </a:lnTo>
                  <a:lnTo>
                    <a:pt x="61442" y="30721"/>
                  </a:lnTo>
                  <a:lnTo>
                    <a:pt x="61442" y="0"/>
                  </a:lnTo>
                  <a:close/>
                </a:path>
                <a:path w="430530" h="522604">
                  <a:moveTo>
                    <a:pt x="184340" y="368706"/>
                  </a:moveTo>
                  <a:lnTo>
                    <a:pt x="122897" y="368706"/>
                  </a:lnTo>
                  <a:lnTo>
                    <a:pt x="122897" y="399427"/>
                  </a:lnTo>
                  <a:lnTo>
                    <a:pt x="184340" y="399427"/>
                  </a:lnTo>
                  <a:lnTo>
                    <a:pt x="184340" y="368706"/>
                  </a:lnTo>
                  <a:close/>
                </a:path>
                <a:path w="430530" h="522604">
                  <a:moveTo>
                    <a:pt x="184340" y="245795"/>
                  </a:moveTo>
                  <a:lnTo>
                    <a:pt x="122897" y="245795"/>
                  </a:lnTo>
                  <a:lnTo>
                    <a:pt x="122897" y="276529"/>
                  </a:lnTo>
                  <a:lnTo>
                    <a:pt x="184340" y="276529"/>
                  </a:lnTo>
                  <a:lnTo>
                    <a:pt x="184340" y="245795"/>
                  </a:lnTo>
                  <a:close/>
                </a:path>
                <a:path w="430530" h="522604">
                  <a:moveTo>
                    <a:pt x="184340" y="122897"/>
                  </a:moveTo>
                  <a:lnTo>
                    <a:pt x="122897" y="122897"/>
                  </a:lnTo>
                  <a:lnTo>
                    <a:pt x="122897" y="153619"/>
                  </a:lnTo>
                  <a:lnTo>
                    <a:pt x="184340" y="153619"/>
                  </a:lnTo>
                  <a:lnTo>
                    <a:pt x="184340" y="122897"/>
                  </a:lnTo>
                  <a:close/>
                </a:path>
                <a:path w="430530" h="522604">
                  <a:moveTo>
                    <a:pt x="184340" y="0"/>
                  </a:moveTo>
                  <a:lnTo>
                    <a:pt x="122897" y="0"/>
                  </a:lnTo>
                  <a:lnTo>
                    <a:pt x="122897" y="30721"/>
                  </a:lnTo>
                  <a:lnTo>
                    <a:pt x="184340" y="30721"/>
                  </a:lnTo>
                  <a:lnTo>
                    <a:pt x="184340" y="0"/>
                  </a:lnTo>
                  <a:close/>
                </a:path>
                <a:path w="430530" h="522604">
                  <a:moveTo>
                    <a:pt x="307238" y="491604"/>
                  </a:moveTo>
                  <a:lnTo>
                    <a:pt x="122897" y="491604"/>
                  </a:lnTo>
                  <a:lnTo>
                    <a:pt x="122897" y="522325"/>
                  </a:lnTo>
                  <a:lnTo>
                    <a:pt x="307238" y="522325"/>
                  </a:lnTo>
                  <a:lnTo>
                    <a:pt x="307238" y="491604"/>
                  </a:lnTo>
                  <a:close/>
                </a:path>
                <a:path w="430530" h="522604">
                  <a:moveTo>
                    <a:pt x="307238" y="368706"/>
                  </a:moveTo>
                  <a:lnTo>
                    <a:pt x="245795" y="368706"/>
                  </a:lnTo>
                  <a:lnTo>
                    <a:pt x="245795" y="399427"/>
                  </a:lnTo>
                  <a:lnTo>
                    <a:pt x="307238" y="399427"/>
                  </a:lnTo>
                  <a:lnTo>
                    <a:pt x="307238" y="368706"/>
                  </a:lnTo>
                  <a:close/>
                </a:path>
                <a:path w="430530" h="522604">
                  <a:moveTo>
                    <a:pt x="307238" y="245795"/>
                  </a:moveTo>
                  <a:lnTo>
                    <a:pt x="245795" y="245795"/>
                  </a:lnTo>
                  <a:lnTo>
                    <a:pt x="245795" y="276529"/>
                  </a:lnTo>
                  <a:lnTo>
                    <a:pt x="307238" y="276529"/>
                  </a:lnTo>
                  <a:lnTo>
                    <a:pt x="307238" y="245795"/>
                  </a:lnTo>
                  <a:close/>
                </a:path>
                <a:path w="430530" h="522604">
                  <a:moveTo>
                    <a:pt x="307238" y="122897"/>
                  </a:moveTo>
                  <a:lnTo>
                    <a:pt x="245783" y="122897"/>
                  </a:lnTo>
                  <a:lnTo>
                    <a:pt x="245783" y="153619"/>
                  </a:lnTo>
                  <a:lnTo>
                    <a:pt x="307238" y="153619"/>
                  </a:lnTo>
                  <a:lnTo>
                    <a:pt x="307238" y="122897"/>
                  </a:lnTo>
                  <a:close/>
                </a:path>
                <a:path w="430530" h="522604">
                  <a:moveTo>
                    <a:pt x="307238" y="0"/>
                  </a:moveTo>
                  <a:lnTo>
                    <a:pt x="245783" y="0"/>
                  </a:lnTo>
                  <a:lnTo>
                    <a:pt x="245783" y="30721"/>
                  </a:lnTo>
                  <a:lnTo>
                    <a:pt x="307238" y="30721"/>
                  </a:lnTo>
                  <a:lnTo>
                    <a:pt x="307238" y="0"/>
                  </a:lnTo>
                  <a:close/>
                </a:path>
                <a:path w="430530" h="522604">
                  <a:moveTo>
                    <a:pt x="430136" y="491604"/>
                  </a:moveTo>
                  <a:lnTo>
                    <a:pt x="368681" y="491604"/>
                  </a:lnTo>
                  <a:lnTo>
                    <a:pt x="368681" y="522325"/>
                  </a:lnTo>
                  <a:lnTo>
                    <a:pt x="430136" y="522325"/>
                  </a:lnTo>
                  <a:lnTo>
                    <a:pt x="430136" y="491604"/>
                  </a:lnTo>
                  <a:close/>
                </a:path>
                <a:path w="430530" h="522604">
                  <a:moveTo>
                    <a:pt x="430136" y="368706"/>
                  </a:moveTo>
                  <a:lnTo>
                    <a:pt x="368681" y="368706"/>
                  </a:lnTo>
                  <a:lnTo>
                    <a:pt x="368681" y="399427"/>
                  </a:lnTo>
                  <a:lnTo>
                    <a:pt x="430136" y="399427"/>
                  </a:lnTo>
                  <a:lnTo>
                    <a:pt x="430136" y="368706"/>
                  </a:lnTo>
                  <a:close/>
                </a:path>
                <a:path w="430530" h="522604">
                  <a:moveTo>
                    <a:pt x="430136" y="245795"/>
                  </a:moveTo>
                  <a:lnTo>
                    <a:pt x="368681" y="245795"/>
                  </a:lnTo>
                  <a:lnTo>
                    <a:pt x="368681" y="276529"/>
                  </a:lnTo>
                  <a:lnTo>
                    <a:pt x="430136" y="276529"/>
                  </a:lnTo>
                  <a:lnTo>
                    <a:pt x="430136" y="245795"/>
                  </a:lnTo>
                  <a:close/>
                </a:path>
                <a:path w="430530" h="522604">
                  <a:moveTo>
                    <a:pt x="430136" y="122897"/>
                  </a:moveTo>
                  <a:lnTo>
                    <a:pt x="368681" y="122897"/>
                  </a:lnTo>
                  <a:lnTo>
                    <a:pt x="368681" y="153619"/>
                  </a:lnTo>
                  <a:lnTo>
                    <a:pt x="430136" y="153619"/>
                  </a:lnTo>
                  <a:lnTo>
                    <a:pt x="430136" y="122897"/>
                  </a:lnTo>
                  <a:close/>
                </a:path>
                <a:path w="430530" h="522604">
                  <a:moveTo>
                    <a:pt x="430136" y="0"/>
                  </a:moveTo>
                  <a:lnTo>
                    <a:pt x="368681" y="0"/>
                  </a:lnTo>
                  <a:lnTo>
                    <a:pt x="368681" y="30721"/>
                  </a:lnTo>
                  <a:lnTo>
                    <a:pt x="430136" y="30721"/>
                  </a:lnTo>
                  <a:lnTo>
                    <a:pt x="430136" y="0"/>
                  </a:lnTo>
                  <a:close/>
                </a:path>
              </a:pathLst>
            </a:custGeom>
            <a:solidFill>
              <a:srgbClr val="4F9B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6741739" y="6085857"/>
              <a:ext cx="184785" cy="61594"/>
            </a:xfrm>
            <a:custGeom>
              <a:avLst/>
              <a:gdLst/>
              <a:ahLst/>
              <a:cxnLst/>
              <a:rect l="l" t="t" r="r" b="b"/>
              <a:pathLst>
                <a:path w="184784" h="61595">
                  <a:moveTo>
                    <a:pt x="184343" y="0"/>
                  </a:moveTo>
                  <a:lnTo>
                    <a:pt x="0" y="0"/>
                  </a:lnTo>
                  <a:lnTo>
                    <a:pt x="0" y="61451"/>
                  </a:lnTo>
                  <a:lnTo>
                    <a:pt x="184343" y="61451"/>
                  </a:lnTo>
                  <a:lnTo>
                    <a:pt x="184343" y="0"/>
                  </a:lnTo>
                  <a:close/>
                </a:path>
              </a:pathLst>
            </a:custGeom>
            <a:solidFill>
              <a:srgbClr val="D7D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6818549" y="5993682"/>
              <a:ext cx="31115" cy="92710"/>
            </a:xfrm>
            <a:custGeom>
              <a:avLst/>
              <a:gdLst/>
              <a:ahLst/>
              <a:cxnLst/>
              <a:rect l="l" t="t" r="r" b="b"/>
              <a:pathLst>
                <a:path w="31115" h="92710">
                  <a:moveTo>
                    <a:pt x="30723" y="0"/>
                  </a:moveTo>
                  <a:lnTo>
                    <a:pt x="0" y="0"/>
                  </a:lnTo>
                  <a:lnTo>
                    <a:pt x="0" y="92175"/>
                  </a:lnTo>
                  <a:lnTo>
                    <a:pt x="30724" y="92175"/>
                  </a:lnTo>
                  <a:lnTo>
                    <a:pt x="30723" y="0"/>
                  </a:lnTo>
                  <a:close/>
                </a:path>
              </a:pathLst>
            </a:custGeom>
            <a:solidFill>
              <a:srgbClr val="4F9B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6500220" y="6131946"/>
              <a:ext cx="660400" cy="31115"/>
            </a:xfrm>
            <a:custGeom>
              <a:avLst/>
              <a:gdLst/>
              <a:ahLst/>
              <a:cxnLst/>
              <a:rect l="l" t="t" r="r" b="b"/>
              <a:pathLst>
                <a:path w="660400" h="31114">
                  <a:moveTo>
                    <a:pt x="0" y="30725"/>
                  </a:moveTo>
                  <a:lnTo>
                    <a:pt x="0" y="0"/>
                  </a:lnTo>
                  <a:lnTo>
                    <a:pt x="659980" y="0"/>
                  </a:lnTo>
                  <a:lnTo>
                    <a:pt x="659980" y="30725"/>
                  </a:lnTo>
                  <a:lnTo>
                    <a:pt x="0" y="30725"/>
                  </a:lnTo>
                  <a:close/>
                </a:path>
              </a:pathLst>
            </a:custGeom>
            <a:solidFill>
              <a:srgbClr val="ECEDE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/>
          <p:cNvSpPr txBox="1"/>
          <p:nvPr/>
        </p:nvSpPr>
        <p:spPr>
          <a:xfrm>
            <a:off x="15910179" y="4158107"/>
            <a:ext cx="1840230" cy="2618105"/>
          </a:xfrm>
          <a:prstGeom prst="rect">
            <a:avLst/>
          </a:prstGeom>
          <a:ln w="47625">
            <a:solidFill>
              <a:srgbClr val="5BB1E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1400">
              <a:latin typeface="Times New Roman"/>
              <a:cs typeface="Times New Roman"/>
            </a:endParaRPr>
          </a:p>
          <a:p>
            <a:pPr marL="551815">
              <a:lnSpc>
                <a:spcPct val="100000"/>
              </a:lnSpc>
            </a:pPr>
            <a:r>
              <a:rPr dirty="0" sz="1400" spc="-10" b="1">
                <a:solidFill>
                  <a:srgbClr val="4F9CC7"/>
                </a:solidFill>
                <a:latin typeface="Arial"/>
                <a:cs typeface="Arial"/>
              </a:rPr>
              <a:t>Financial</a:t>
            </a:r>
            <a:endParaRPr sz="1400">
              <a:latin typeface="Arial"/>
              <a:cs typeface="Arial"/>
            </a:endParaRPr>
          </a:p>
          <a:p>
            <a:pPr marL="455930">
              <a:lnSpc>
                <a:spcPct val="100000"/>
              </a:lnSpc>
              <a:spcBef>
                <a:spcPts val="515"/>
              </a:spcBef>
            </a:pPr>
            <a:r>
              <a:rPr dirty="0" sz="1400" spc="-10" b="1">
                <a:solidFill>
                  <a:srgbClr val="4F9CC7"/>
                </a:solidFill>
                <a:latin typeface="Arial"/>
                <a:cs typeface="Arial"/>
              </a:rPr>
              <a:t>İnstitutions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14550897" y="2472245"/>
            <a:ext cx="2394585" cy="1631314"/>
          </a:xfrm>
          <a:custGeom>
            <a:avLst/>
            <a:gdLst/>
            <a:ahLst/>
            <a:cxnLst/>
            <a:rect l="l" t="t" r="r" b="b"/>
            <a:pathLst>
              <a:path w="2394584" h="1631314">
                <a:moveTo>
                  <a:pt x="2146934" y="66611"/>
                </a:moveTo>
                <a:lnTo>
                  <a:pt x="79701" y="66611"/>
                </a:lnTo>
                <a:lnTo>
                  <a:pt x="57930" y="85661"/>
                </a:lnTo>
                <a:lnTo>
                  <a:pt x="79701" y="104711"/>
                </a:lnTo>
                <a:lnTo>
                  <a:pt x="2146934" y="104711"/>
                </a:lnTo>
                <a:lnTo>
                  <a:pt x="2168652" y="105854"/>
                </a:lnTo>
                <a:lnTo>
                  <a:pt x="2208784" y="114109"/>
                </a:lnTo>
                <a:lnTo>
                  <a:pt x="2246503" y="129857"/>
                </a:lnTo>
                <a:lnTo>
                  <a:pt x="2280538" y="152717"/>
                </a:lnTo>
                <a:lnTo>
                  <a:pt x="2309621" y="182181"/>
                </a:lnTo>
                <a:lnTo>
                  <a:pt x="2332228" y="216344"/>
                </a:lnTo>
                <a:lnTo>
                  <a:pt x="2347721" y="254190"/>
                </a:lnTo>
                <a:lnTo>
                  <a:pt x="2355596" y="294576"/>
                </a:lnTo>
                <a:lnTo>
                  <a:pt x="2356518" y="313372"/>
                </a:lnTo>
                <a:lnTo>
                  <a:pt x="2356484" y="1630743"/>
                </a:lnTo>
                <a:lnTo>
                  <a:pt x="2394584" y="1630743"/>
                </a:lnTo>
                <a:lnTo>
                  <a:pt x="2394584" y="313372"/>
                </a:lnTo>
                <a:lnTo>
                  <a:pt x="2393315" y="288861"/>
                </a:lnTo>
                <a:lnTo>
                  <a:pt x="2383663" y="241363"/>
                </a:lnTo>
                <a:lnTo>
                  <a:pt x="2364994" y="196913"/>
                </a:lnTo>
                <a:lnTo>
                  <a:pt x="2337942" y="156654"/>
                </a:lnTo>
                <a:lnTo>
                  <a:pt x="2303271" y="122237"/>
                </a:lnTo>
                <a:lnTo>
                  <a:pt x="2262759" y="95440"/>
                </a:lnTo>
                <a:lnTo>
                  <a:pt x="2218182" y="77152"/>
                </a:lnTo>
                <a:lnTo>
                  <a:pt x="2170557" y="67754"/>
                </a:lnTo>
                <a:lnTo>
                  <a:pt x="2146934" y="66611"/>
                </a:lnTo>
                <a:close/>
              </a:path>
              <a:path w="2394584" h="1631314">
                <a:moveTo>
                  <a:pt x="106378" y="0"/>
                </a:moveTo>
                <a:lnTo>
                  <a:pt x="99129" y="912"/>
                </a:lnTo>
                <a:lnTo>
                  <a:pt x="92582" y="4635"/>
                </a:lnTo>
                <a:lnTo>
                  <a:pt x="0" y="85661"/>
                </a:lnTo>
                <a:lnTo>
                  <a:pt x="90551" y="164909"/>
                </a:lnTo>
                <a:lnTo>
                  <a:pt x="92803" y="166814"/>
                </a:lnTo>
                <a:lnTo>
                  <a:pt x="99129" y="170463"/>
                </a:lnTo>
                <a:lnTo>
                  <a:pt x="106378" y="171370"/>
                </a:lnTo>
                <a:lnTo>
                  <a:pt x="113460" y="169491"/>
                </a:lnTo>
                <a:lnTo>
                  <a:pt x="119507" y="164909"/>
                </a:lnTo>
                <a:lnTo>
                  <a:pt x="123229" y="158363"/>
                </a:lnTo>
                <a:lnTo>
                  <a:pt x="124142" y="151114"/>
                </a:lnTo>
                <a:lnTo>
                  <a:pt x="122293" y="144031"/>
                </a:lnTo>
                <a:lnTo>
                  <a:pt x="117728" y="137985"/>
                </a:lnTo>
                <a:lnTo>
                  <a:pt x="79701" y="104711"/>
                </a:lnTo>
                <a:lnTo>
                  <a:pt x="28955" y="104711"/>
                </a:lnTo>
                <a:lnTo>
                  <a:pt x="28955" y="66611"/>
                </a:lnTo>
                <a:lnTo>
                  <a:pt x="79701" y="66611"/>
                </a:lnTo>
                <a:lnTo>
                  <a:pt x="117728" y="33337"/>
                </a:lnTo>
                <a:lnTo>
                  <a:pt x="122293" y="27362"/>
                </a:lnTo>
                <a:lnTo>
                  <a:pt x="124142" y="20304"/>
                </a:lnTo>
                <a:lnTo>
                  <a:pt x="123229" y="13031"/>
                </a:lnTo>
                <a:lnTo>
                  <a:pt x="119507" y="6413"/>
                </a:lnTo>
                <a:lnTo>
                  <a:pt x="113460" y="1849"/>
                </a:lnTo>
                <a:lnTo>
                  <a:pt x="106378" y="0"/>
                </a:lnTo>
                <a:close/>
              </a:path>
              <a:path w="2394584" h="1631314">
                <a:moveTo>
                  <a:pt x="79701" y="66611"/>
                </a:moveTo>
                <a:lnTo>
                  <a:pt x="28955" y="66611"/>
                </a:lnTo>
                <a:lnTo>
                  <a:pt x="28955" y="104711"/>
                </a:lnTo>
                <a:lnTo>
                  <a:pt x="79701" y="104711"/>
                </a:lnTo>
                <a:lnTo>
                  <a:pt x="74331" y="100012"/>
                </a:lnTo>
                <a:lnTo>
                  <a:pt x="41528" y="100012"/>
                </a:lnTo>
                <a:lnTo>
                  <a:pt x="41528" y="71310"/>
                </a:lnTo>
                <a:lnTo>
                  <a:pt x="74331" y="71310"/>
                </a:lnTo>
                <a:lnTo>
                  <a:pt x="79701" y="66611"/>
                </a:lnTo>
                <a:close/>
              </a:path>
              <a:path w="2394584" h="1631314">
                <a:moveTo>
                  <a:pt x="41528" y="71310"/>
                </a:moveTo>
                <a:lnTo>
                  <a:pt x="41528" y="100012"/>
                </a:lnTo>
                <a:lnTo>
                  <a:pt x="57930" y="85661"/>
                </a:lnTo>
                <a:lnTo>
                  <a:pt x="41528" y="71310"/>
                </a:lnTo>
                <a:close/>
              </a:path>
              <a:path w="2394584" h="1631314">
                <a:moveTo>
                  <a:pt x="57930" y="85661"/>
                </a:moveTo>
                <a:lnTo>
                  <a:pt x="41528" y="100012"/>
                </a:lnTo>
                <a:lnTo>
                  <a:pt x="74331" y="100012"/>
                </a:lnTo>
                <a:lnTo>
                  <a:pt x="57930" y="85661"/>
                </a:lnTo>
                <a:close/>
              </a:path>
              <a:path w="2394584" h="1631314">
                <a:moveTo>
                  <a:pt x="74331" y="71310"/>
                </a:moveTo>
                <a:lnTo>
                  <a:pt x="41528" y="71310"/>
                </a:lnTo>
                <a:lnTo>
                  <a:pt x="57930" y="85661"/>
                </a:lnTo>
                <a:lnTo>
                  <a:pt x="74331" y="71310"/>
                </a:lnTo>
                <a:close/>
              </a:path>
            </a:pathLst>
          </a:custGeom>
          <a:solidFill>
            <a:srgbClr val="A21E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8276058" y="3900280"/>
            <a:ext cx="539115" cy="645160"/>
          </a:xfrm>
          <a:custGeom>
            <a:avLst/>
            <a:gdLst/>
            <a:ahLst/>
            <a:cxnLst/>
            <a:rect l="l" t="t" r="r" b="b"/>
            <a:pathLst>
              <a:path w="539115" h="645160">
                <a:moveTo>
                  <a:pt x="48064" y="428775"/>
                </a:moveTo>
                <a:lnTo>
                  <a:pt x="48067" y="562616"/>
                </a:lnTo>
                <a:lnTo>
                  <a:pt x="259187" y="644700"/>
                </a:lnTo>
                <a:lnTo>
                  <a:pt x="259183" y="494886"/>
                </a:lnTo>
                <a:lnTo>
                  <a:pt x="217460" y="494886"/>
                </a:lnTo>
                <a:lnTo>
                  <a:pt x="212807" y="492839"/>
                </a:lnTo>
                <a:lnTo>
                  <a:pt x="48064" y="428775"/>
                </a:lnTo>
                <a:close/>
              </a:path>
              <a:path w="539115" h="645160">
                <a:moveTo>
                  <a:pt x="279867" y="430682"/>
                </a:moveTo>
                <a:lnTo>
                  <a:pt x="279867" y="644700"/>
                </a:lnTo>
                <a:lnTo>
                  <a:pt x="490986" y="562616"/>
                </a:lnTo>
                <a:lnTo>
                  <a:pt x="490986" y="494886"/>
                </a:lnTo>
                <a:lnTo>
                  <a:pt x="321281" y="494886"/>
                </a:lnTo>
                <a:lnTo>
                  <a:pt x="315763" y="492839"/>
                </a:lnTo>
                <a:lnTo>
                  <a:pt x="279867" y="430682"/>
                </a:lnTo>
                <a:close/>
              </a:path>
              <a:path w="539115" h="645160">
                <a:moveTo>
                  <a:pt x="259183" y="430682"/>
                </a:moveTo>
                <a:lnTo>
                  <a:pt x="223288" y="492839"/>
                </a:lnTo>
                <a:lnTo>
                  <a:pt x="223213" y="492968"/>
                </a:lnTo>
                <a:lnTo>
                  <a:pt x="223126" y="493119"/>
                </a:lnTo>
                <a:lnTo>
                  <a:pt x="217460" y="494886"/>
                </a:lnTo>
                <a:lnTo>
                  <a:pt x="259183" y="494886"/>
                </a:lnTo>
                <a:lnTo>
                  <a:pt x="259183" y="430682"/>
                </a:lnTo>
                <a:close/>
              </a:path>
              <a:path w="539115" h="645160">
                <a:moveTo>
                  <a:pt x="490986" y="428775"/>
                </a:moveTo>
                <a:lnTo>
                  <a:pt x="320939" y="494886"/>
                </a:lnTo>
                <a:lnTo>
                  <a:pt x="490986" y="494886"/>
                </a:lnTo>
                <a:lnTo>
                  <a:pt x="490986" y="428775"/>
                </a:lnTo>
                <a:close/>
              </a:path>
              <a:path w="539115" h="645160">
                <a:moveTo>
                  <a:pt x="42235" y="314813"/>
                </a:moveTo>
                <a:lnTo>
                  <a:pt x="0" y="387969"/>
                </a:lnTo>
                <a:lnTo>
                  <a:pt x="212342" y="470529"/>
                </a:lnTo>
                <a:lnTo>
                  <a:pt x="254572" y="397373"/>
                </a:lnTo>
                <a:lnTo>
                  <a:pt x="42235" y="314813"/>
                </a:lnTo>
                <a:close/>
              </a:path>
              <a:path w="539115" h="645160">
                <a:moveTo>
                  <a:pt x="496814" y="314814"/>
                </a:moveTo>
                <a:lnTo>
                  <a:pt x="284478" y="397373"/>
                </a:lnTo>
                <a:lnTo>
                  <a:pt x="326708" y="470529"/>
                </a:lnTo>
                <a:lnTo>
                  <a:pt x="539055" y="387969"/>
                </a:lnTo>
                <a:lnTo>
                  <a:pt x="496814" y="314814"/>
                </a:lnTo>
                <a:close/>
              </a:path>
              <a:path w="539115" h="645160">
                <a:moveTo>
                  <a:pt x="144483" y="271551"/>
                </a:moveTo>
                <a:lnTo>
                  <a:pt x="66171" y="302005"/>
                </a:lnTo>
                <a:lnTo>
                  <a:pt x="269525" y="381064"/>
                </a:lnTo>
                <a:lnTo>
                  <a:pt x="333975" y="356007"/>
                </a:lnTo>
                <a:lnTo>
                  <a:pt x="269525" y="356007"/>
                </a:lnTo>
                <a:lnTo>
                  <a:pt x="228892" y="349773"/>
                </a:lnTo>
                <a:lnTo>
                  <a:pt x="193232" y="332345"/>
                </a:lnTo>
                <a:lnTo>
                  <a:pt x="164459" y="305635"/>
                </a:lnTo>
                <a:lnTo>
                  <a:pt x="144483" y="271551"/>
                </a:lnTo>
                <a:close/>
              </a:path>
              <a:path w="539115" h="645160">
                <a:moveTo>
                  <a:pt x="394567" y="271551"/>
                </a:moveTo>
                <a:lnTo>
                  <a:pt x="374592" y="305635"/>
                </a:lnTo>
                <a:lnTo>
                  <a:pt x="345818" y="332346"/>
                </a:lnTo>
                <a:lnTo>
                  <a:pt x="310159" y="349773"/>
                </a:lnTo>
                <a:lnTo>
                  <a:pt x="269525" y="356007"/>
                </a:lnTo>
                <a:lnTo>
                  <a:pt x="333975" y="356007"/>
                </a:lnTo>
                <a:lnTo>
                  <a:pt x="472876" y="302005"/>
                </a:lnTo>
                <a:lnTo>
                  <a:pt x="394567" y="271551"/>
                </a:lnTo>
                <a:close/>
              </a:path>
              <a:path w="539115" h="645160">
                <a:moveTo>
                  <a:pt x="269525" y="107228"/>
                </a:moveTo>
                <a:lnTo>
                  <a:pt x="225132" y="116191"/>
                </a:lnTo>
                <a:lnTo>
                  <a:pt x="188883" y="140632"/>
                </a:lnTo>
                <a:lnTo>
                  <a:pt x="164444" y="176884"/>
                </a:lnTo>
                <a:lnTo>
                  <a:pt x="155483" y="221276"/>
                </a:lnTo>
                <a:lnTo>
                  <a:pt x="164444" y="265669"/>
                </a:lnTo>
                <a:lnTo>
                  <a:pt x="189009" y="302005"/>
                </a:lnTo>
                <a:lnTo>
                  <a:pt x="225132" y="326362"/>
                </a:lnTo>
                <a:lnTo>
                  <a:pt x="269525" y="335324"/>
                </a:lnTo>
                <a:lnTo>
                  <a:pt x="313920" y="326362"/>
                </a:lnTo>
                <a:lnTo>
                  <a:pt x="350047" y="302005"/>
                </a:lnTo>
                <a:lnTo>
                  <a:pt x="366262" y="278059"/>
                </a:lnTo>
                <a:lnTo>
                  <a:pt x="242272" y="278059"/>
                </a:lnTo>
                <a:lnTo>
                  <a:pt x="235578" y="275968"/>
                </a:lnTo>
                <a:lnTo>
                  <a:pt x="230182" y="271045"/>
                </a:lnTo>
                <a:lnTo>
                  <a:pt x="196258" y="228354"/>
                </a:lnTo>
                <a:lnTo>
                  <a:pt x="193279" y="222515"/>
                </a:lnTo>
                <a:lnTo>
                  <a:pt x="192784" y="216208"/>
                </a:lnTo>
                <a:lnTo>
                  <a:pt x="194689" y="210175"/>
                </a:lnTo>
                <a:lnTo>
                  <a:pt x="198908" y="205161"/>
                </a:lnTo>
                <a:lnTo>
                  <a:pt x="204743" y="202181"/>
                </a:lnTo>
                <a:lnTo>
                  <a:pt x="211050" y="201687"/>
                </a:lnTo>
                <a:lnTo>
                  <a:pt x="280282" y="201687"/>
                </a:lnTo>
                <a:lnTo>
                  <a:pt x="312703" y="169267"/>
                </a:lnTo>
                <a:lnTo>
                  <a:pt x="318176" y="165637"/>
                </a:lnTo>
                <a:lnTo>
                  <a:pt x="324398" y="164427"/>
                </a:lnTo>
                <a:lnTo>
                  <a:pt x="366217" y="164427"/>
                </a:lnTo>
                <a:lnTo>
                  <a:pt x="350173" y="140632"/>
                </a:lnTo>
                <a:lnTo>
                  <a:pt x="313920" y="116191"/>
                </a:lnTo>
                <a:lnTo>
                  <a:pt x="269525" y="107228"/>
                </a:lnTo>
                <a:close/>
              </a:path>
              <a:path w="539115" h="645160">
                <a:moveTo>
                  <a:pt x="366217" y="164427"/>
                </a:moveTo>
                <a:lnTo>
                  <a:pt x="324398" y="164427"/>
                </a:lnTo>
                <a:lnTo>
                  <a:pt x="330619" y="165637"/>
                </a:lnTo>
                <a:lnTo>
                  <a:pt x="336092" y="169267"/>
                </a:lnTo>
                <a:lnTo>
                  <a:pt x="339721" y="174739"/>
                </a:lnTo>
                <a:lnTo>
                  <a:pt x="340931" y="180960"/>
                </a:lnTo>
                <a:lnTo>
                  <a:pt x="339721" y="187182"/>
                </a:lnTo>
                <a:lnTo>
                  <a:pt x="336092" y="192654"/>
                </a:lnTo>
                <a:lnTo>
                  <a:pt x="255445" y="273286"/>
                </a:lnTo>
                <a:lnTo>
                  <a:pt x="249237" y="277203"/>
                </a:lnTo>
                <a:lnTo>
                  <a:pt x="242272" y="278059"/>
                </a:lnTo>
                <a:lnTo>
                  <a:pt x="366262" y="278059"/>
                </a:lnTo>
                <a:lnTo>
                  <a:pt x="374616" y="265669"/>
                </a:lnTo>
                <a:lnTo>
                  <a:pt x="383579" y="221276"/>
                </a:lnTo>
                <a:lnTo>
                  <a:pt x="374616" y="176884"/>
                </a:lnTo>
                <a:lnTo>
                  <a:pt x="366217" y="164427"/>
                </a:lnTo>
                <a:close/>
              </a:path>
              <a:path w="539115" h="645160">
                <a:moveTo>
                  <a:pt x="280282" y="201687"/>
                </a:moveTo>
                <a:lnTo>
                  <a:pt x="211050" y="201687"/>
                </a:lnTo>
                <a:lnTo>
                  <a:pt x="217082" y="203591"/>
                </a:lnTo>
                <a:lnTo>
                  <a:pt x="222092" y="207811"/>
                </a:lnTo>
                <a:lnTo>
                  <a:pt x="245146" y="236821"/>
                </a:lnTo>
                <a:lnTo>
                  <a:pt x="280282" y="201687"/>
                </a:lnTo>
                <a:close/>
              </a:path>
              <a:path w="539115" h="645160">
                <a:moveTo>
                  <a:pt x="483466" y="213660"/>
                </a:moveTo>
                <a:lnTo>
                  <a:pt x="423590" y="213660"/>
                </a:lnTo>
                <a:lnTo>
                  <a:pt x="418957" y="218282"/>
                </a:lnTo>
                <a:lnTo>
                  <a:pt x="418957" y="229711"/>
                </a:lnTo>
                <a:lnTo>
                  <a:pt x="423590" y="234343"/>
                </a:lnTo>
                <a:lnTo>
                  <a:pt x="483466" y="234343"/>
                </a:lnTo>
                <a:lnTo>
                  <a:pt x="488098" y="229711"/>
                </a:lnTo>
                <a:lnTo>
                  <a:pt x="488098" y="218282"/>
                </a:lnTo>
                <a:lnTo>
                  <a:pt x="483466" y="213660"/>
                </a:lnTo>
                <a:close/>
              </a:path>
              <a:path w="539115" h="645160">
                <a:moveTo>
                  <a:pt x="110021" y="208209"/>
                </a:moveTo>
                <a:lnTo>
                  <a:pt x="50143" y="208209"/>
                </a:lnTo>
                <a:lnTo>
                  <a:pt x="45512" y="212841"/>
                </a:lnTo>
                <a:lnTo>
                  <a:pt x="45512" y="224271"/>
                </a:lnTo>
                <a:lnTo>
                  <a:pt x="50143" y="228903"/>
                </a:lnTo>
                <a:lnTo>
                  <a:pt x="110021" y="228903"/>
                </a:lnTo>
                <a:lnTo>
                  <a:pt x="114653" y="224271"/>
                </a:lnTo>
                <a:lnTo>
                  <a:pt x="114653" y="212841"/>
                </a:lnTo>
                <a:lnTo>
                  <a:pt x="110021" y="208209"/>
                </a:lnTo>
                <a:close/>
              </a:path>
              <a:path w="539115" h="645160">
                <a:moveTo>
                  <a:pt x="450608" y="106377"/>
                </a:moveTo>
                <a:lnTo>
                  <a:pt x="398790" y="136314"/>
                </a:lnTo>
                <a:lnTo>
                  <a:pt x="397110" y="142627"/>
                </a:lnTo>
                <a:lnTo>
                  <a:pt x="402819" y="152494"/>
                </a:lnTo>
                <a:lnTo>
                  <a:pt x="409132" y="154175"/>
                </a:lnTo>
                <a:lnTo>
                  <a:pt x="460950" y="124238"/>
                </a:lnTo>
                <a:lnTo>
                  <a:pt x="462631" y="117926"/>
                </a:lnTo>
                <a:lnTo>
                  <a:pt x="456921" y="108069"/>
                </a:lnTo>
                <a:lnTo>
                  <a:pt x="450608" y="106377"/>
                </a:lnTo>
                <a:close/>
              </a:path>
              <a:path w="539115" h="645160">
                <a:moveTo>
                  <a:pt x="85720" y="101659"/>
                </a:moveTo>
                <a:lnTo>
                  <a:pt x="79404" y="103350"/>
                </a:lnTo>
                <a:lnTo>
                  <a:pt x="73693" y="113207"/>
                </a:lnTo>
                <a:lnTo>
                  <a:pt x="75375" y="119520"/>
                </a:lnTo>
                <a:lnTo>
                  <a:pt x="127193" y="149456"/>
                </a:lnTo>
                <a:lnTo>
                  <a:pt x="133516" y="147776"/>
                </a:lnTo>
                <a:lnTo>
                  <a:pt x="139226" y="137919"/>
                </a:lnTo>
                <a:lnTo>
                  <a:pt x="137546" y="131606"/>
                </a:lnTo>
                <a:lnTo>
                  <a:pt x="85720" y="101659"/>
                </a:lnTo>
                <a:close/>
              </a:path>
              <a:path w="539115" h="645160">
                <a:moveTo>
                  <a:pt x="275235" y="0"/>
                </a:moveTo>
                <a:lnTo>
                  <a:pt x="263816" y="0"/>
                </a:lnTo>
                <a:lnTo>
                  <a:pt x="259183" y="4632"/>
                </a:lnTo>
                <a:lnTo>
                  <a:pt x="259183" y="64505"/>
                </a:lnTo>
                <a:lnTo>
                  <a:pt x="263816" y="69137"/>
                </a:lnTo>
                <a:lnTo>
                  <a:pt x="275235" y="69137"/>
                </a:lnTo>
                <a:lnTo>
                  <a:pt x="279867" y="64505"/>
                </a:lnTo>
                <a:lnTo>
                  <a:pt x="279867" y="4632"/>
                </a:lnTo>
                <a:lnTo>
                  <a:pt x="275235" y="0"/>
                </a:lnTo>
                <a:close/>
              </a:path>
              <a:path w="539115" h="645160">
                <a:moveTo>
                  <a:pt x="163487" y="25476"/>
                </a:moveTo>
                <a:lnTo>
                  <a:pt x="153619" y="31143"/>
                </a:lnTo>
                <a:lnTo>
                  <a:pt x="151927" y="37444"/>
                </a:lnTo>
                <a:lnTo>
                  <a:pt x="181812" y="89260"/>
                </a:lnTo>
                <a:lnTo>
                  <a:pt x="188114" y="90962"/>
                </a:lnTo>
                <a:lnTo>
                  <a:pt x="197971" y="85296"/>
                </a:lnTo>
                <a:lnTo>
                  <a:pt x="199673" y="78994"/>
                </a:lnTo>
                <a:lnTo>
                  <a:pt x="169789" y="27178"/>
                </a:lnTo>
                <a:lnTo>
                  <a:pt x="163487" y="25476"/>
                </a:lnTo>
                <a:close/>
              </a:path>
              <a:path w="539115" h="645160">
                <a:moveTo>
                  <a:pt x="374831" y="28202"/>
                </a:moveTo>
                <a:lnTo>
                  <a:pt x="368540" y="29904"/>
                </a:lnTo>
                <a:lnTo>
                  <a:pt x="338645" y="81719"/>
                </a:lnTo>
                <a:lnTo>
                  <a:pt x="340347" y="88010"/>
                </a:lnTo>
                <a:lnTo>
                  <a:pt x="350215" y="93677"/>
                </a:lnTo>
                <a:lnTo>
                  <a:pt x="356506" y="91975"/>
                </a:lnTo>
                <a:lnTo>
                  <a:pt x="386401" y="40159"/>
                </a:lnTo>
                <a:lnTo>
                  <a:pt x="384699" y="33868"/>
                </a:lnTo>
                <a:lnTo>
                  <a:pt x="374831" y="28202"/>
                </a:lnTo>
                <a:close/>
              </a:path>
            </a:pathLst>
          </a:custGeom>
          <a:solidFill>
            <a:srgbClr val="225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7963916" y="4527651"/>
            <a:ext cx="11645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68300">
              <a:lnSpc>
                <a:spcPct val="113599"/>
              </a:lnSpc>
              <a:spcBef>
                <a:spcPts val="100"/>
              </a:spcBef>
            </a:pPr>
            <a:r>
              <a:rPr dirty="0" sz="1100" spc="-10">
                <a:solidFill>
                  <a:srgbClr val="09546B"/>
                </a:solidFill>
                <a:latin typeface="Arial Black"/>
                <a:cs typeface="Arial Black"/>
              </a:rPr>
              <a:t>Order </a:t>
            </a:r>
            <a:r>
              <a:rPr dirty="0" sz="1100" spc="-85">
                <a:solidFill>
                  <a:srgbClr val="09546B"/>
                </a:solidFill>
                <a:latin typeface="Arial Black"/>
                <a:cs typeface="Arial Black"/>
              </a:rPr>
              <a:t>Management</a:t>
            </a:r>
            <a:r>
              <a:rPr dirty="0" sz="1100" spc="-70">
                <a:solidFill>
                  <a:srgbClr val="09546B"/>
                </a:solidFill>
                <a:latin typeface="Arial Black"/>
                <a:cs typeface="Arial Black"/>
              </a:rPr>
              <a:t> </a:t>
            </a:r>
            <a:r>
              <a:rPr dirty="0" sz="1100" spc="-80">
                <a:solidFill>
                  <a:srgbClr val="09546B"/>
                </a:solidFill>
                <a:latin typeface="Arial Black"/>
                <a:cs typeface="Arial Black"/>
              </a:rPr>
              <a:t>MS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5695095" y="3967243"/>
            <a:ext cx="614680" cy="584835"/>
            <a:chOff x="5695095" y="3967243"/>
            <a:chExt cx="614680" cy="584835"/>
          </a:xfrm>
        </p:grpSpPr>
        <p:sp>
          <p:nvSpPr>
            <p:cNvPr id="89" name="object 89"/>
            <p:cNvSpPr/>
            <p:nvPr/>
          </p:nvSpPr>
          <p:spPr>
            <a:xfrm>
              <a:off x="5695095" y="3967243"/>
              <a:ext cx="614680" cy="584835"/>
            </a:xfrm>
            <a:custGeom>
              <a:avLst/>
              <a:gdLst/>
              <a:ahLst/>
              <a:cxnLst/>
              <a:rect l="l" t="t" r="r" b="b"/>
              <a:pathLst>
                <a:path w="614679" h="584835">
                  <a:moveTo>
                    <a:pt x="248105" y="32"/>
                  </a:moveTo>
                  <a:lnTo>
                    <a:pt x="246738" y="0"/>
                  </a:lnTo>
                  <a:lnTo>
                    <a:pt x="5749" y="69422"/>
                  </a:lnTo>
                  <a:lnTo>
                    <a:pt x="2484" y="70020"/>
                  </a:lnTo>
                  <a:lnTo>
                    <a:pt x="0" y="72892"/>
                  </a:lnTo>
                  <a:lnTo>
                    <a:pt x="0" y="237170"/>
                  </a:lnTo>
                  <a:lnTo>
                    <a:pt x="4583" y="291544"/>
                  </a:lnTo>
                  <a:lnTo>
                    <a:pt x="17986" y="344101"/>
                  </a:lnTo>
                  <a:lnTo>
                    <a:pt x="39689" y="393724"/>
                  </a:lnTo>
                  <a:lnTo>
                    <a:pt x="69172" y="439299"/>
                  </a:lnTo>
                  <a:lnTo>
                    <a:pt x="104328" y="478216"/>
                  </a:lnTo>
                  <a:lnTo>
                    <a:pt x="145729" y="511371"/>
                  </a:lnTo>
                  <a:lnTo>
                    <a:pt x="192909" y="537774"/>
                  </a:lnTo>
                  <a:lnTo>
                    <a:pt x="246567" y="556763"/>
                  </a:lnTo>
                  <a:lnTo>
                    <a:pt x="247827" y="556799"/>
                  </a:lnTo>
                  <a:lnTo>
                    <a:pt x="280931" y="546393"/>
                  </a:lnTo>
                  <a:lnTo>
                    <a:pt x="311408" y="533185"/>
                  </a:lnTo>
                  <a:lnTo>
                    <a:pt x="340271" y="517010"/>
                  </a:lnTo>
                  <a:lnTo>
                    <a:pt x="367283" y="498032"/>
                  </a:lnTo>
                  <a:lnTo>
                    <a:pt x="385830" y="533348"/>
                  </a:lnTo>
                  <a:lnTo>
                    <a:pt x="413671" y="560579"/>
                  </a:lnTo>
                  <a:lnTo>
                    <a:pt x="448398" y="578106"/>
                  </a:lnTo>
                  <a:lnTo>
                    <a:pt x="487605" y="584308"/>
                  </a:lnTo>
                  <a:lnTo>
                    <a:pt x="537046" y="574328"/>
                  </a:lnTo>
                  <a:lnTo>
                    <a:pt x="577424" y="547114"/>
                  </a:lnTo>
                  <a:lnTo>
                    <a:pt x="604649" y="506750"/>
                  </a:lnTo>
                  <a:lnTo>
                    <a:pt x="614633" y="457322"/>
                  </a:lnTo>
                  <a:lnTo>
                    <a:pt x="607708" y="415840"/>
                  </a:lnTo>
                  <a:lnTo>
                    <a:pt x="588513" y="380178"/>
                  </a:lnTo>
                  <a:lnTo>
                    <a:pt x="559415" y="352577"/>
                  </a:lnTo>
                  <a:lnTo>
                    <a:pt x="522782" y="335278"/>
                  </a:lnTo>
                  <a:lnTo>
                    <a:pt x="480983" y="330521"/>
                  </a:lnTo>
                  <a:lnTo>
                    <a:pt x="486913" y="307608"/>
                  </a:lnTo>
                  <a:lnTo>
                    <a:pt x="491190" y="284334"/>
                  </a:lnTo>
                  <a:lnTo>
                    <a:pt x="493782" y="260817"/>
                  </a:lnTo>
                  <a:lnTo>
                    <a:pt x="494653" y="237171"/>
                  </a:lnTo>
                  <a:lnTo>
                    <a:pt x="494621" y="73298"/>
                  </a:lnTo>
                  <a:lnTo>
                    <a:pt x="492613" y="70490"/>
                  </a:lnTo>
                  <a:lnTo>
                    <a:pt x="248105" y="32"/>
                  </a:lnTo>
                  <a:close/>
                </a:path>
              </a:pathLst>
            </a:custGeom>
            <a:solidFill>
              <a:srgbClr val="2321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69774" y="4311665"/>
              <a:ext cx="225863" cy="225810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5709167" y="3981647"/>
              <a:ext cx="466725" cy="528320"/>
            </a:xfrm>
            <a:custGeom>
              <a:avLst/>
              <a:gdLst/>
              <a:ahLst/>
              <a:cxnLst/>
              <a:rect l="l" t="t" r="r" b="b"/>
              <a:pathLst>
                <a:path w="466725" h="528320">
                  <a:moveTo>
                    <a:pt x="233252" y="0"/>
                  </a:moveTo>
                  <a:lnTo>
                    <a:pt x="0" y="67201"/>
                  </a:lnTo>
                  <a:lnTo>
                    <a:pt x="0" y="222767"/>
                  </a:lnTo>
                  <a:lnTo>
                    <a:pt x="4387" y="274850"/>
                  </a:lnTo>
                  <a:lnTo>
                    <a:pt x="17215" y="325182"/>
                  </a:lnTo>
                  <a:lnTo>
                    <a:pt x="37986" y="372695"/>
                  </a:lnTo>
                  <a:lnTo>
                    <a:pt x="66200" y="416322"/>
                  </a:lnTo>
                  <a:lnTo>
                    <a:pt x="99581" y="453318"/>
                  </a:lnTo>
                  <a:lnTo>
                    <a:pt x="138839" y="484885"/>
                  </a:lnTo>
                  <a:lnTo>
                    <a:pt x="183541" y="510096"/>
                  </a:lnTo>
                  <a:lnTo>
                    <a:pt x="233253" y="528024"/>
                  </a:lnTo>
                  <a:lnTo>
                    <a:pt x="249539" y="523181"/>
                  </a:lnTo>
                  <a:lnTo>
                    <a:pt x="295539" y="503970"/>
                  </a:lnTo>
                  <a:lnTo>
                    <a:pt x="336583" y="478587"/>
                  </a:lnTo>
                  <a:lnTo>
                    <a:pt x="349195" y="468859"/>
                  </a:lnTo>
                  <a:lnTo>
                    <a:pt x="348030" y="462424"/>
                  </a:lnTo>
                  <a:lnTo>
                    <a:pt x="347195" y="455947"/>
                  </a:lnTo>
                  <a:lnTo>
                    <a:pt x="346693" y="449441"/>
                  </a:lnTo>
                  <a:lnTo>
                    <a:pt x="346525" y="442919"/>
                  </a:lnTo>
                  <a:lnTo>
                    <a:pt x="354195" y="400039"/>
                  </a:lnTo>
                  <a:lnTo>
                    <a:pt x="220274" y="400039"/>
                  </a:lnTo>
                  <a:lnTo>
                    <a:pt x="180888" y="390238"/>
                  </a:lnTo>
                  <a:lnTo>
                    <a:pt x="141565" y="365317"/>
                  </a:lnTo>
                  <a:lnTo>
                    <a:pt x="111020" y="325182"/>
                  </a:lnTo>
                  <a:lnTo>
                    <a:pt x="98186" y="284910"/>
                  </a:lnTo>
                  <a:lnTo>
                    <a:pt x="98185" y="243086"/>
                  </a:lnTo>
                  <a:lnTo>
                    <a:pt x="110992" y="202854"/>
                  </a:lnTo>
                  <a:lnTo>
                    <a:pt x="136601" y="167395"/>
                  </a:lnTo>
                  <a:lnTo>
                    <a:pt x="172075" y="141781"/>
                  </a:lnTo>
                  <a:lnTo>
                    <a:pt x="212324" y="128973"/>
                  </a:lnTo>
                  <a:lnTo>
                    <a:pt x="466504" y="128973"/>
                  </a:lnTo>
                  <a:lnTo>
                    <a:pt x="466504" y="67201"/>
                  </a:lnTo>
                  <a:lnTo>
                    <a:pt x="233252" y="0"/>
                  </a:lnTo>
                  <a:close/>
                </a:path>
                <a:path w="466725" h="528320">
                  <a:moveTo>
                    <a:pt x="466504" y="128973"/>
                  </a:moveTo>
                  <a:lnTo>
                    <a:pt x="254165" y="128973"/>
                  </a:lnTo>
                  <a:lnTo>
                    <a:pt x="294412" y="141781"/>
                  </a:lnTo>
                  <a:lnTo>
                    <a:pt x="329885" y="167396"/>
                  </a:lnTo>
                  <a:lnTo>
                    <a:pt x="355507" y="202855"/>
                  </a:lnTo>
                  <a:lnTo>
                    <a:pt x="368318" y="243087"/>
                  </a:lnTo>
                  <a:lnTo>
                    <a:pt x="368318" y="284910"/>
                  </a:lnTo>
                  <a:lnTo>
                    <a:pt x="355480" y="325182"/>
                  </a:lnTo>
                  <a:lnTo>
                    <a:pt x="329886" y="360609"/>
                  </a:lnTo>
                  <a:lnTo>
                    <a:pt x="297331" y="384687"/>
                  </a:lnTo>
                  <a:lnTo>
                    <a:pt x="259941" y="398010"/>
                  </a:lnTo>
                  <a:lnTo>
                    <a:pt x="220274" y="400039"/>
                  </a:lnTo>
                  <a:lnTo>
                    <a:pt x="354195" y="400039"/>
                  </a:lnTo>
                  <a:lnTo>
                    <a:pt x="354408" y="398847"/>
                  </a:lnTo>
                  <a:lnTo>
                    <a:pt x="376314" y="361206"/>
                  </a:lnTo>
                  <a:lnTo>
                    <a:pt x="409631" y="333148"/>
                  </a:lnTo>
                  <a:lnTo>
                    <a:pt x="451745" y="317826"/>
                  </a:lnTo>
                  <a:lnTo>
                    <a:pt x="458151" y="294581"/>
                  </a:lnTo>
                  <a:lnTo>
                    <a:pt x="462769" y="270933"/>
                  </a:lnTo>
                  <a:lnTo>
                    <a:pt x="465565" y="246967"/>
                  </a:lnTo>
                  <a:lnTo>
                    <a:pt x="466504" y="222767"/>
                  </a:lnTo>
                  <a:lnTo>
                    <a:pt x="466504" y="128973"/>
                  </a:lnTo>
                  <a:close/>
                </a:path>
              </a:pathLst>
            </a:custGeom>
            <a:solidFill>
              <a:srgbClr val="1C8F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5876695" y="3981647"/>
              <a:ext cx="299085" cy="436245"/>
            </a:xfrm>
            <a:custGeom>
              <a:avLst/>
              <a:gdLst/>
              <a:ahLst/>
              <a:cxnLst/>
              <a:rect l="l" t="t" r="r" b="b"/>
              <a:pathLst>
                <a:path w="299085" h="436245">
                  <a:moveTo>
                    <a:pt x="65724" y="0"/>
                  </a:moveTo>
                  <a:lnTo>
                    <a:pt x="40338" y="32088"/>
                  </a:lnTo>
                  <a:lnTo>
                    <a:pt x="21644" y="66822"/>
                  </a:lnTo>
                  <a:lnTo>
                    <a:pt x="8046" y="104335"/>
                  </a:lnTo>
                  <a:lnTo>
                    <a:pt x="0" y="144173"/>
                  </a:lnTo>
                  <a:lnTo>
                    <a:pt x="41081" y="129605"/>
                  </a:lnTo>
                  <a:lnTo>
                    <a:pt x="84150" y="128618"/>
                  </a:lnTo>
                  <a:lnTo>
                    <a:pt x="125734" y="141213"/>
                  </a:lnTo>
                  <a:lnTo>
                    <a:pt x="162357" y="167396"/>
                  </a:lnTo>
                  <a:lnTo>
                    <a:pt x="187974" y="202855"/>
                  </a:lnTo>
                  <a:lnTo>
                    <a:pt x="200782" y="243087"/>
                  </a:lnTo>
                  <a:lnTo>
                    <a:pt x="200782" y="284910"/>
                  </a:lnTo>
                  <a:lnTo>
                    <a:pt x="187974" y="325145"/>
                  </a:lnTo>
                  <a:lnTo>
                    <a:pt x="162357" y="360609"/>
                  </a:lnTo>
                  <a:lnTo>
                    <a:pt x="120206" y="389308"/>
                  </a:lnTo>
                  <a:lnTo>
                    <a:pt x="104418" y="395043"/>
                  </a:lnTo>
                  <a:lnTo>
                    <a:pt x="121738" y="407371"/>
                  </a:lnTo>
                  <a:lnTo>
                    <a:pt x="140022" y="418347"/>
                  </a:lnTo>
                  <a:lnTo>
                    <a:pt x="159196" y="427899"/>
                  </a:lnTo>
                  <a:lnTo>
                    <a:pt x="179189" y="435957"/>
                  </a:lnTo>
                  <a:lnTo>
                    <a:pt x="188713" y="394192"/>
                  </a:lnTo>
                  <a:lnTo>
                    <a:pt x="210944" y="358710"/>
                  </a:lnTo>
                  <a:lnTo>
                    <a:pt x="243551" y="332318"/>
                  </a:lnTo>
                  <a:lnTo>
                    <a:pt x="284206" y="317826"/>
                  </a:lnTo>
                  <a:lnTo>
                    <a:pt x="290614" y="294581"/>
                  </a:lnTo>
                  <a:lnTo>
                    <a:pt x="295236" y="270933"/>
                  </a:lnTo>
                  <a:lnTo>
                    <a:pt x="298035" y="246967"/>
                  </a:lnTo>
                  <a:lnTo>
                    <a:pt x="298976" y="222767"/>
                  </a:lnTo>
                  <a:lnTo>
                    <a:pt x="298976" y="67201"/>
                  </a:lnTo>
                  <a:lnTo>
                    <a:pt x="65724" y="0"/>
                  </a:lnTo>
                  <a:close/>
                </a:path>
              </a:pathLst>
            </a:custGeom>
            <a:solidFill>
              <a:srgbClr val="5BB1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19932" y="4123092"/>
              <a:ext cx="244960" cy="245109"/>
            </a:xfrm>
            <a:prstGeom prst="rect">
              <a:avLst/>
            </a:prstGeom>
          </p:spPr>
        </p:pic>
      </p:grpSp>
      <p:grpSp>
        <p:nvGrpSpPr>
          <p:cNvPr id="94" name="object 94"/>
          <p:cNvGrpSpPr/>
          <p:nvPr/>
        </p:nvGrpSpPr>
        <p:grpSpPr>
          <a:xfrm>
            <a:off x="6835808" y="3897660"/>
            <a:ext cx="656590" cy="658495"/>
            <a:chOff x="6835808" y="3897660"/>
            <a:chExt cx="656590" cy="658495"/>
          </a:xfrm>
        </p:grpSpPr>
        <p:sp>
          <p:nvSpPr>
            <p:cNvPr id="95" name="object 95"/>
            <p:cNvSpPr/>
            <p:nvPr/>
          </p:nvSpPr>
          <p:spPr>
            <a:xfrm>
              <a:off x="6985880" y="4048970"/>
              <a:ext cx="356235" cy="354965"/>
            </a:xfrm>
            <a:custGeom>
              <a:avLst/>
              <a:gdLst/>
              <a:ahLst/>
              <a:cxnLst/>
              <a:rect l="l" t="t" r="r" b="b"/>
              <a:pathLst>
                <a:path w="356234" h="354964">
                  <a:moveTo>
                    <a:pt x="177961" y="0"/>
                  </a:moveTo>
                  <a:lnTo>
                    <a:pt x="129795" y="6454"/>
                  </a:lnTo>
                  <a:lnTo>
                    <a:pt x="130381" y="6454"/>
                  </a:lnTo>
                  <a:lnTo>
                    <a:pt x="88143" y="24230"/>
                  </a:lnTo>
                  <a:lnTo>
                    <a:pt x="56694" y="48460"/>
                  </a:lnTo>
                  <a:lnTo>
                    <a:pt x="24267" y="87970"/>
                  </a:lnTo>
                  <a:lnTo>
                    <a:pt x="6354" y="130312"/>
                  </a:lnTo>
                  <a:lnTo>
                    <a:pt x="0" y="177464"/>
                  </a:lnTo>
                  <a:lnTo>
                    <a:pt x="6357" y="224639"/>
                  </a:lnTo>
                  <a:lnTo>
                    <a:pt x="24298" y="267031"/>
                  </a:lnTo>
                  <a:lnTo>
                    <a:pt x="52126" y="302948"/>
                  </a:lnTo>
                  <a:lnTo>
                    <a:pt x="88143" y="330698"/>
                  </a:lnTo>
                  <a:lnTo>
                    <a:pt x="130654" y="348588"/>
                  </a:lnTo>
                  <a:lnTo>
                    <a:pt x="177962" y="354928"/>
                  </a:lnTo>
                  <a:lnTo>
                    <a:pt x="225269" y="348588"/>
                  </a:lnTo>
                  <a:lnTo>
                    <a:pt x="267780" y="330698"/>
                  </a:lnTo>
                  <a:lnTo>
                    <a:pt x="303798" y="302948"/>
                  </a:lnTo>
                  <a:lnTo>
                    <a:pt x="309702" y="295327"/>
                  </a:lnTo>
                  <a:lnTo>
                    <a:pt x="78186" y="295327"/>
                  </a:lnTo>
                  <a:lnTo>
                    <a:pt x="72051" y="290355"/>
                  </a:lnTo>
                  <a:lnTo>
                    <a:pt x="72051" y="215536"/>
                  </a:lnTo>
                  <a:lnTo>
                    <a:pt x="89026" y="175430"/>
                  </a:lnTo>
                  <a:lnTo>
                    <a:pt x="129659" y="158918"/>
                  </a:lnTo>
                  <a:lnTo>
                    <a:pt x="353400" y="158918"/>
                  </a:lnTo>
                  <a:lnTo>
                    <a:pt x="352747" y="154112"/>
                  </a:lnTo>
                  <a:lnTo>
                    <a:pt x="177962" y="154112"/>
                  </a:lnTo>
                  <a:lnTo>
                    <a:pt x="134099" y="135944"/>
                  </a:lnTo>
                  <a:lnTo>
                    <a:pt x="115880" y="92205"/>
                  </a:lnTo>
                  <a:lnTo>
                    <a:pt x="120772" y="68142"/>
                  </a:lnTo>
                  <a:lnTo>
                    <a:pt x="134099" y="48460"/>
                  </a:lnTo>
                  <a:lnTo>
                    <a:pt x="153837" y="35174"/>
                  </a:lnTo>
                  <a:lnTo>
                    <a:pt x="177961" y="30297"/>
                  </a:lnTo>
                  <a:lnTo>
                    <a:pt x="275428" y="30297"/>
                  </a:lnTo>
                  <a:lnTo>
                    <a:pt x="267743" y="24377"/>
                  </a:lnTo>
                  <a:lnTo>
                    <a:pt x="225257" y="6454"/>
                  </a:lnTo>
                  <a:lnTo>
                    <a:pt x="177961" y="0"/>
                  </a:lnTo>
                  <a:close/>
                </a:path>
                <a:path w="356234" h="354964">
                  <a:moveTo>
                    <a:pt x="353400" y="158918"/>
                  </a:moveTo>
                  <a:lnTo>
                    <a:pt x="225613" y="158918"/>
                  </a:lnTo>
                  <a:lnTo>
                    <a:pt x="247915" y="163341"/>
                  </a:lnTo>
                  <a:lnTo>
                    <a:pt x="266235" y="175430"/>
                  </a:lnTo>
                  <a:lnTo>
                    <a:pt x="278642" y="193418"/>
                  </a:lnTo>
                  <a:lnTo>
                    <a:pt x="283207" y="215536"/>
                  </a:lnTo>
                  <a:lnTo>
                    <a:pt x="283459" y="267031"/>
                  </a:lnTo>
                  <a:lnTo>
                    <a:pt x="283540" y="290190"/>
                  </a:lnTo>
                  <a:lnTo>
                    <a:pt x="277571" y="295327"/>
                  </a:lnTo>
                  <a:lnTo>
                    <a:pt x="309702" y="295327"/>
                  </a:lnTo>
                  <a:lnTo>
                    <a:pt x="331625" y="267031"/>
                  </a:lnTo>
                  <a:lnTo>
                    <a:pt x="349566" y="224639"/>
                  </a:lnTo>
                  <a:lnTo>
                    <a:pt x="355869" y="177873"/>
                  </a:lnTo>
                  <a:lnTo>
                    <a:pt x="355924" y="177464"/>
                  </a:lnTo>
                  <a:lnTo>
                    <a:pt x="353400" y="158918"/>
                  </a:lnTo>
                  <a:close/>
                </a:path>
                <a:path w="356234" h="354964">
                  <a:moveTo>
                    <a:pt x="221791" y="158918"/>
                  </a:moveTo>
                  <a:lnTo>
                    <a:pt x="133634" y="158918"/>
                  </a:lnTo>
                  <a:lnTo>
                    <a:pt x="137290" y="160741"/>
                  </a:lnTo>
                  <a:lnTo>
                    <a:pt x="139616" y="163889"/>
                  </a:lnTo>
                  <a:lnTo>
                    <a:pt x="147234" y="171890"/>
                  </a:lnTo>
                  <a:lnTo>
                    <a:pt x="156379" y="177873"/>
                  </a:lnTo>
                  <a:lnTo>
                    <a:pt x="166646" y="181621"/>
                  </a:lnTo>
                  <a:lnTo>
                    <a:pt x="177629" y="182918"/>
                  </a:lnTo>
                  <a:lnTo>
                    <a:pt x="188612" y="181621"/>
                  </a:lnTo>
                  <a:lnTo>
                    <a:pt x="198879" y="177873"/>
                  </a:lnTo>
                  <a:lnTo>
                    <a:pt x="208024" y="171890"/>
                  </a:lnTo>
                  <a:lnTo>
                    <a:pt x="215642" y="163889"/>
                  </a:lnTo>
                  <a:lnTo>
                    <a:pt x="217969" y="160741"/>
                  </a:lnTo>
                  <a:lnTo>
                    <a:pt x="221791" y="158918"/>
                  </a:lnTo>
                  <a:close/>
                </a:path>
                <a:path w="356234" h="354964">
                  <a:moveTo>
                    <a:pt x="275428" y="30297"/>
                  </a:moveTo>
                  <a:lnTo>
                    <a:pt x="177961" y="30297"/>
                  </a:lnTo>
                  <a:lnTo>
                    <a:pt x="202092" y="35174"/>
                  </a:lnTo>
                  <a:lnTo>
                    <a:pt x="221829" y="48460"/>
                  </a:lnTo>
                  <a:lnTo>
                    <a:pt x="235152" y="68142"/>
                  </a:lnTo>
                  <a:lnTo>
                    <a:pt x="240043" y="92205"/>
                  </a:lnTo>
                  <a:lnTo>
                    <a:pt x="235152" y="116262"/>
                  </a:lnTo>
                  <a:lnTo>
                    <a:pt x="221829" y="135944"/>
                  </a:lnTo>
                  <a:lnTo>
                    <a:pt x="202092" y="149234"/>
                  </a:lnTo>
                  <a:lnTo>
                    <a:pt x="177962" y="154112"/>
                  </a:lnTo>
                  <a:lnTo>
                    <a:pt x="352747" y="154112"/>
                  </a:lnTo>
                  <a:lnTo>
                    <a:pt x="349509" y="130312"/>
                  </a:lnTo>
                  <a:lnTo>
                    <a:pt x="331551" y="87970"/>
                  </a:lnTo>
                  <a:lnTo>
                    <a:pt x="303735" y="52104"/>
                  </a:lnTo>
                  <a:lnTo>
                    <a:pt x="275428" y="30297"/>
                  </a:lnTo>
                  <a:close/>
                </a:path>
              </a:pathLst>
            </a:custGeom>
            <a:solidFill>
              <a:srgbClr val="00788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82997" y="4232717"/>
              <a:ext cx="161690" cy="86584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6835808" y="3897660"/>
              <a:ext cx="656590" cy="658495"/>
            </a:xfrm>
            <a:custGeom>
              <a:avLst/>
              <a:gdLst/>
              <a:ahLst/>
              <a:cxnLst/>
              <a:rect l="l" t="t" r="r" b="b"/>
              <a:pathLst>
                <a:path w="656590" h="658495">
                  <a:moveTo>
                    <a:pt x="473287" y="544474"/>
                  </a:moveTo>
                  <a:lnTo>
                    <a:pt x="183446" y="544474"/>
                  </a:lnTo>
                  <a:lnTo>
                    <a:pt x="188085" y="547454"/>
                  </a:lnTo>
                  <a:lnTo>
                    <a:pt x="208616" y="559621"/>
                  </a:lnTo>
                  <a:lnTo>
                    <a:pt x="230065" y="569802"/>
                  </a:lnTo>
                  <a:lnTo>
                    <a:pt x="252357" y="577997"/>
                  </a:lnTo>
                  <a:lnTo>
                    <a:pt x="275411" y="584205"/>
                  </a:lnTo>
                  <a:lnTo>
                    <a:pt x="280549" y="585363"/>
                  </a:lnTo>
                  <a:lnTo>
                    <a:pt x="284537" y="589834"/>
                  </a:lnTo>
                  <a:lnTo>
                    <a:pt x="285202" y="595131"/>
                  </a:lnTo>
                  <a:lnTo>
                    <a:pt x="291350" y="658037"/>
                  </a:lnTo>
                  <a:lnTo>
                    <a:pt x="365382" y="658038"/>
                  </a:lnTo>
                  <a:lnTo>
                    <a:pt x="371531" y="595131"/>
                  </a:lnTo>
                  <a:lnTo>
                    <a:pt x="372195" y="589834"/>
                  </a:lnTo>
                  <a:lnTo>
                    <a:pt x="375851" y="585364"/>
                  </a:lnTo>
                  <a:lnTo>
                    <a:pt x="381321" y="584205"/>
                  </a:lnTo>
                  <a:lnTo>
                    <a:pt x="404329" y="577997"/>
                  </a:lnTo>
                  <a:lnTo>
                    <a:pt x="426667" y="569802"/>
                  </a:lnTo>
                  <a:lnTo>
                    <a:pt x="448164" y="559622"/>
                  </a:lnTo>
                  <a:lnTo>
                    <a:pt x="468648" y="547454"/>
                  </a:lnTo>
                  <a:lnTo>
                    <a:pt x="473287" y="544474"/>
                  </a:lnTo>
                  <a:close/>
                </a:path>
                <a:path w="656590" h="658495">
                  <a:moveTo>
                    <a:pt x="124340" y="69364"/>
                  </a:moveTo>
                  <a:lnTo>
                    <a:pt x="69557" y="123994"/>
                  </a:lnTo>
                  <a:lnTo>
                    <a:pt x="109732" y="172492"/>
                  </a:lnTo>
                  <a:lnTo>
                    <a:pt x="113051" y="176635"/>
                  </a:lnTo>
                  <a:lnTo>
                    <a:pt x="113536" y="182421"/>
                  </a:lnTo>
                  <a:lnTo>
                    <a:pt x="113550" y="182587"/>
                  </a:lnTo>
                  <a:lnTo>
                    <a:pt x="110668" y="187061"/>
                  </a:lnTo>
                  <a:lnTo>
                    <a:pt x="98486" y="207488"/>
                  </a:lnTo>
                  <a:lnTo>
                    <a:pt x="98360" y="207700"/>
                  </a:lnTo>
                  <a:lnTo>
                    <a:pt x="88229" y="228924"/>
                  </a:lnTo>
                  <a:lnTo>
                    <a:pt x="88150" y="229090"/>
                  </a:lnTo>
                  <a:lnTo>
                    <a:pt x="79933" y="251319"/>
                  </a:lnTo>
                  <a:lnTo>
                    <a:pt x="73752" y="274143"/>
                  </a:lnTo>
                  <a:lnTo>
                    <a:pt x="72546" y="279432"/>
                  </a:lnTo>
                  <a:lnTo>
                    <a:pt x="68063" y="283409"/>
                  </a:lnTo>
                  <a:lnTo>
                    <a:pt x="62751" y="284072"/>
                  </a:lnTo>
                  <a:lnTo>
                    <a:pt x="0" y="290038"/>
                  </a:lnTo>
                  <a:lnTo>
                    <a:pt x="0" y="367508"/>
                  </a:lnTo>
                  <a:lnTo>
                    <a:pt x="63083" y="373626"/>
                  </a:lnTo>
                  <a:lnTo>
                    <a:pt x="68395" y="374289"/>
                  </a:lnTo>
                  <a:lnTo>
                    <a:pt x="72878" y="377934"/>
                  </a:lnTo>
                  <a:lnTo>
                    <a:pt x="74005" y="383237"/>
                  </a:lnTo>
                  <a:lnTo>
                    <a:pt x="80172" y="406338"/>
                  </a:lnTo>
                  <a:lnTo>
                    <a:pt x="98531" y="449902"/>
                  </a:lnTo>
                  <a:lnTo>
                    <a:pt x="113882" y="475111"/>
                  </a:lnTo>
                  <a:lnTo>
                    <a:pt x="113721" y="480911"/>
                  </a:lnTo>
                  <a:lnTo>
                    <a:pt x="113716" y="481076"/>
                  </a:lnTo>
                  <a:lnTo>
                    <a:pt x="110063" y="485205"/>
                  </a:lnTo>
                  <a:lnTo>
                    <a:pt x="69890" y="533714"/>
                  </a:lnTo>
                  <a:lnTo>
                    <a:pt x="124673" y="588343"/>
                  </a:lnTo>
                  <a:lnTo>
                    <a:pt x="173309" y="548281"/>
                  </a:lnTo>
                  <a:lnTo>
                    <a:pt x="177463" y="544971"/>
                  </a:lnTo>
                  <a:lnTo>
                    <a:pt x="183446" y="544474"/>
                  </a:lnTo>
                  <a:lnTo>
                    <a:pt x="576051" y="544474"/>
                  </a:lnTo>
                  <a:lnTo>
                    <a:pt x="586841" y="533714"/>
                  </a:lnTo>
                  <a:lnTo>
                    <a:pt x="584371" y="530734"/>
                  </a:lnTo>
                  <a:lnTo>
                    <a:pt x="328034" y="530734"/>
                  </a:lnTo>
                  <a:lnTo>
                    <a:pt x="281645" y="525401"/>
                  </a:lnTo>
                  <a:lnTo>
                    <a:pt x="238975" y="510209"/>
                  </a:lnTo>
                  <a:lnTo>
                    <a:pt x="201317" y="486365"/>
                  </a:lnTo>
                  <a:lnTo>
                    <a:pt x="169884" y="455075"/>
                  </a:lnTo>
                  <a:lnTo>
                    <a:pt x="145900" y="417547"/>
                  </a:lnTo>
                  <a:lnTo>
                    <a:pt x="145815" y="417414"/>
                  </a:lnTo>
                  <a:lnTo>
                    <a:pt x="130591" y="374989"/>
                  </a:lnTo>
                  <a:lnTo>
                    <a:pt x="130472" y="374289"/>
                  </a:lnTo>
                  <a:lnTo>
                    <a:pt x="125189" y="328607"/>
                  </a:lnTo>
                  <a:lnTo>
                    <a:pt x="125170" y="328441"/>
                  </a:lnTo>
                  <a:lnTo>
                    <a:pt x="130302" y="284072"/>
                  </a:lnTo>
                  <a:lnTo>
                    <a:pt x="130398" y="283243"/>
                  </a:lnTo>
                  <a:lnTo>
                    <a:pt x="130517" y="282216"/>
                  </a:lnTo>
                  <a:lnTo>
                    <a:pt x="130535" y="282060"/>
                  </a:lnTo>
                  <a:lnTo>
                    <a:pt x="145767" y="239634"/>
                  </a:lnTo>
                  <a:lnTo>
                    <a:pt x="145815" y="239501"/>
                  </a:lnTo>
                  <a:lnTo>
                    <a:pt x="169718" y="202074"/>
                  </a:lnTo>
                  <a:lnTo>
                    <a:pt x="201148" y="170748"/>
                  </a:lnTo>
                  <a:lnTo>
                    <a:pt x="238831" y="146871"/>
                  </a:lnTo>
                  <a:lnTo>
                    <a:pt x="281539" y="131655"/>
                  </a:lnTo>
                  <a:lnTo>
                    <a:pt x="328033" y="126314"/>
                  </a:lnTo>
                  <a:lnTo>
                    <a:pt x="584117" y="126314"/>
                  </a:lnTo>
                  <a:lnTo>
                    <a:pt x="586176" y="123828"/>
                  </a:lnTo>
                  <a:lnTo>
                    <a:pt x="575554" y="113236"/>
                  </a:lnTo>
                  <a:lnTo>
                    <a:pt x="182947" y="113236"/>
                  </a:lnTo>
                  <a:lnTo>
                    <a:pt x="176964" y="113071"/>
                  </a:lnTo>
                  <a:lnTo>
                    <a:pt x="172810" y="109425"/>
                  </a:lnTo>
                  <a:lnTo>
                    <a:pt x="124340" y="69364"/>
                  </a:lnTo>
                  <a:close/>
                </a:path>
                <a:path w="656590" h="658495">
                  <a:moveTo>
                    <a:pt x="576051" y="544474"/>
                  </a:moveTo>
                  <a:lnTo>
                    <a:pt x="473287" y="544474"/>
                  </a:lnTo>
                  <a:lnTo>
                    <a:pt x="479269" y="544805"/>
                  </a:lnTo>
                  <a:lnTo>
                    <a:pt x="483423" y="548281"/>
                  </a:lnTo>
                  <a:lnTo>
                    <a:pt x="532058" y="588344"/>
                  </a:lnTo>
                  <a:lnTo>
                    <a:pt x="576051" y="544474"/>
                  </a:lnTo>
                  <a:close/>
                </a:path>
                <a:path w="656590" h="658495">
                  <a:moveTo>
                    <a:pt x="584117" y="126314"/>
                  </a:moveTo>
                  <a:lnTo>
                    <a:pt x="328033" y="126314"/>
                  </a:lnTo>
                  <a:lnTo>
                    <a:pt x="374502" y="131655"/>
                  </a:lnTo>
                  <a:lnTo>
                    <a:pt x="417183" y="146871"/>
                  </a:lnTo>
                  <a:lnTo>
                    <a:pt x="454852" y="170749"/>
                  </a:lnTo>
                  <a:lnTo>
                    <a:pt x="486283" y="202074"/>
                  </a:lnTo>
                  <a:lnTo>
                    <a:pt x="510165" y="239501"/>
                  </a:lnTo>
                  <a:lnTo>
                    <a:pt x="525473" y="282060"/>
                  </a:lnTo>
                  <a:lnTo>
                    <a:pt x="525529" y="282216"/>
                  </a:lnTo>
                  <a:lnTo>
                    <a:pt x="530875" y="328442"/>
                  </a:lnTo>
                  <a:lnTo>
                    <a:pt x="530895" y="328607"/>
                  </a:lnTo>
                  <a:lnTo>
                    <a:pt x="525664" y="373460"/>
                  </a:lnTo>
                  <a:lnTo>
                    <a:pt x="525587" y="374123"/>
                  </a:lnTo>
                  <a:lnTo>
                    <a:pt x="525486" y="374989"/>
                  </a:lnTo>
                  <a:lnTo>
                    <a:pt x="510254" y="417414"/>
                  </a:lnTo>
                  <a:lnTo>
                    <a:pt x="510207" y="417547"/>
                  </a:lnTo>
                  <a:lnTo>
                    <a:pt x="486266" y="455075"/>
                  </a:lnTo>
                  <a:lnTo>
                    <a:pt x="454870" y="486365"/>
                  </a:lnTo>
                  <a:lnTo>
                    <a:pt x="417227" y="510209"/>
                  </a:lnTo>
                  <a:lnTo>
                    <a:pt x="374546" y="525401"/>
                  </a:lnTo>
                  <a:lnTo>
                    <a:pt x="328034" y="530734"/>
                  </a:lnTo>
                  <a:lnTo>
                    <a:pt x="584371" y="530734"/>
                  </a:lnTo>
                  <a:lnTo>
                    <a:pt x="546502" y="485040"/>
                  </a:lnTo>
                  <a:lnTo>
                    <a:pt x="542846" y="480911"/>
                  </a:lnTo>
                  <a:lnTo>
                    <a:pt x="542684" y="475111"/>
                  </a:lnTo>
                  <a:lnTo>
                    <a:pt x="542679" y="474945"/>
                  </a:lnTo>
                  <a:lnTo>
                    <a:pt x="545564" y="470471"/>
                  </a:lnTo>
                  <a:lnTo>
                    <a:pt x="557810" y="450045"/>
                  </a:lnTo>
                  <a:lnTo>
                    <a:pt x="576264" y="406338"/>
                  </a:lnTo>
                  <a:lnTo>
                    <a:pt x="583517" y="377934"/>
                  </a:lnTo>
                  <a:lnTo>
                    <a:pt x="588004" y="374123"/>
                  </a:lnTo>
                  <a:lnTo>
                    <a:pt x="593322" y="373460"/>
                  </a:lnTo>
                  <a:lnTo>
                    <a:pt x="656400" y="367343"/>
                  </a:lnTo>
                  <a:lnTo>
                    <a:pt x="656400" y="289872"/>
                  </a:lnTo>
                  <a:lnTo>
                    <a:pt x="587672" y="283244"/>
                  </a:lnTo>
                  <a:lnTo>
                    <a:pt x="583351" y="279432"/>
                  </a:lnTo>
                  <a:lnTo>
                    <a:pt x="582063" y="274309"/>
                  </a:lnTo>
                  <a:lnTo>
                    <a:pt x="575902" y="251319"/>
                  </a:lnTo>
                  <a:lnTo>
                    <a:pt x="567709" y="229090"/>
                  </a:lnTo>
                  <a:lnTo>
                    <a:pt x="567647" y="228924"/>
                  </a:lnTo>
                  <a:lnTo>
                    <a:pt x="557500" y="207700"/>
                  </a:lnTo>
                  <a:lnTo>
                    <a:pt x="557399" y="207488"/>
                  </a:lnTo>
                  <a:lnTo>
                    <a:pt x="545271" y="187227"/>
                  </a:lnTo>
                  <a:lnTo>
                    <a:pt x="542287" y="182587"/>
                  </a:lnTo>
                  <a:lnTo>
                    <a:pt x="542181" y="182421"/>
                  </a:lnTo>
                  <a:lnTo>
                    <a:pt x="542504" y="176635"/>
                  </a:lnTo>
                  <a:lnTo>
                    <a:pt x="542513" y="176470"/>
                  </a:lnTo>
                  <a:lnTo>
                    <a:pt x="546003" y="172327"/>
                  </a:lnTo>
                  <a:lnTo>
                    <a:pt x="584117" y="126314"/>
                  </a:lnTo>
                  <a:close/>
                </a:path>
                <a:path w="656590" h="658495">
                  <a:moveTo>
                    <a:pt x="364883" y="0"/>
                  </a:moveTo>
                  <a:lnTo>
                    <a:pt x="290851" y="0"/>
                  </a:lnTo>
                  <a:lnTo>
                    <a:pt x="284719" y="62570"/>
                  </a:lnTo>
                  <a:lnTo>
                    <a:pt x="284059" y="67873"/>
                  </a:lnTo>
                  <a:lnTo>
                    <a:pt x="284038" y="68038"/>
                  </a:lnTo>
                  <a:lnTo>
                    <a:pt x="280063" y="72512"/>
                  </a:lnTo>
                  <a:lnTo>
                    <a:pt x="274912" y="73493"/>
                  </a:lnTo>
                  <a:lnTo>
                    <a:pt x="251904" y="79612"/>
                  </a:lnTo>
                  <a:lnTo>
                    <a:pt x="229566" y="87777"/>
                  </a:lnTo>
                  <a:lnTo>
                    <a:pt x="208070" y="97991"/>
                  </a:lnTo>
                  <a:lnTo>
                    <a:pt x="187586" y="110253"/>
                  </a:lnTo>
                  <a:lnTo>
                    <a:pt x="182947" y="113236"/>
                  </a:lnTo>
                  <a:lnTo>
                    <a:pt x="575554" y="113236"/>
                  </a:lnTo>
                  <a:lnTo>
                    <a:pt x="575388" y="113071"/>
                  </a:lnTo>
                  <a:lnTo>
                    <a:pt x="472621" y="113071"/>
                  </a:lnTo>
                  <a:lnTo>
                    <a:pt x="467982" y="110088"/>
                  </a:lnTo>
                  <a:lnTo>
                    <a:pt x="426238" y="87777"/>
                  </a:lnTo>
                  <a:lnTo>
                    <a:pt x="380656" y="73493"/>
                  </a:lnTo>
                  <a:lnTo>
                    <a:pt x="375518" y="72513"/>
                  </a:lnTo>
                  <a:lnTo>
                    <a:pt x="371530" y="67873"/>
                  </a:lnTo>
                  <a:lnTo>
                    <a:pt x="370886" y="62736"/>
                  </a:lnTo>
                  <a:lnTo>
                    <a:pt x="364883" y="0"/>
                  </a:lnTo>
                  <a:close/>
                </a:path>
                <a:path w="656590" h="658495">
                  <a:moveTo>
                    <a:pt x="531393" y="69198"/>
                  </a:moveTo>
                  <a:lnTo>
                    <a:pt x="482758" y="109259"/>
                  </a:lnTo>
                  <a:lnTo>
                    <a:pt x="478604" y="112905"/>
                  </a:lnTo>
                  <a:lnTo>
                    <a:pt x="472621" y="113071"/>
                  </a:lnTo>
                  <a:lnTo>
                    <a:pt x="575388" y="113071"/>
                  </a:lnTo>
                  <a:lnTo>
                    <a:pt x="531393" y="69198"/>
                  </a:lnTo>
                  <a:close/>
                </a:path>
              </a:pathLst>
            </a:custGeom>
            <a:solidFill>
              <a:srgbClr val="00788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26660" y="4104428"/>
              <a:ext cx="74364" cy="74156"/>
            </a:xfrm>
            <a:prstGeom prst="rect">
              <a:avLst/>
            </a:prstGeom>
          </p:spPr>
        </p:pic>
      </p:grpSp>
      <p:sp>
        <p:nvSpPr>
          <p:cNvPr id="99" name="object 99"/>
          <p:cNvSpPr txBox="1"/>
          <p:nvPr/>
        </p:nvSpPr>
        <p:spPr>
          <a:xfrm>
            <a:off x="6595618" y="4535499"/>
            <a:ext cx="113665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01955">
              <a:lnSpc>
                <a:spcPct val="119000"/>
              </a:lnSpc>
              <a:spcBef>
                <a:spcPts val="95"/>
              </a:spcBef>
            </a:pPr>
            <a:r>
              <a:rPr dirty="0" sz="1050" spc="-20">
                <a:solidFill>
                  <a:srgbClr val="09546B"/>
                </a:solidFill>
                <a:latin typeface="Arial Black"/>
                <a:cs typeface="Arial Black"/>
              </a:rPr>
              <a:t>User </a:t>
            </a:r>
            <a:r>
              <a:rPr dirty="0" sz="1050" spc="-70">
                <a:solidFill>
                  <a:srgbClr val="09546B"/>
                </a:solidFill>
                <a:latin typeface="Arial Black"/>
                <a:cs typeface="Arial Black"/>
              </a:rPr>
              <a:t>Management</a:t>
            </a:r>
            <a:r>
              <a:rPr dirty="0" sz="1050" spc="-25">
                <a:solidFill>
                  <a:srgbClr val="09546B"/>
                </a:solidFill>
                <a:latin typeface="Arial Black"/>
                <a:cs typeface="Arial Black"/>
              </a:rPr>
              <a:t> </a:t>
            </a:r>
            <a:r>
              <a:rPr dirty="0" sz="1050" spc="-40">
                <a:solidFill>
                  <a:srgbClr val="09546B"/>
                </a:solidFill>
                <a:latin typeface="Arial Black"/>
                <a:cs typeface="Arial Black"/>
              </a:rPr>
              <a:t>MS</a:t>
            </a:r>
            <a:endParaRPr sz="1050">
              <a:latin typeface="Arial Black"/>
              <a:cs typeface="Arial Black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3448537" y="3095370"/>
            <a:ext cx="1089025" cy="3492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00" spc="-10" b="1">
                <a:solidFill>
                  <a:srgbClr val="007882"/>
                </a:solidFill>
                <a:latin typeface="Arial"/>
                <a:cs typeface="Arial"/>
              </a:rPr>
              <a:t>External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101" name="object 10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307069" y="356044"/>
            <a:ext cx="669785" cy="690435"/>
          </a:xfrm>
          <a:prstGeom prst="rect">
            <a:avLst/>
          </a:prstGeom>
        </p:spPr>
      </p:pic>
      <p:sp>
        <p:nvSpPr>
          <p:cNvPr id="102" name="object 102"/>
          <p:cNvSpPr txBox="1"/>
          <p:nvPr/>
        </p:nvSpPr>
        <p:spPr>
          <a:xfrm>
            <a:off x="7895081" y="1033018"/>
            <a:ext cx="1583690" cy="3492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00" spc="-10" b="1">
                <a:solidFill>
                  <a:srgbClr val="336791"/>
                </a:solidFill>
                <a:latin typeface="Arial"/>
                <a:cs typeface="Arial"/>
              </a:rPr>
              <a:t>PostgreSQL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103" name="object 10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624448" y="5397639"/>
            <a:ext cx="955611" cy="671309"/>
          </a:xfrm>
          <a:prstGeom prst="rect">
            <a:avLst/>
          </a:prstGeom>
        </p:spPr>
      </p:pic>
      <p:sp>
        <p:nvSpPr>
          <p:cNvPr id="104" name="object 104"/>
          <p:cNvSpPr txBox="1"/>
          <p:nvPr/>
        </p:nvSpPr>
        <p:spPr>
          <a:xfrm>
            <a:off x="5558409" y="6043371"/>
            <a:ext cx="124587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-80">
                <a:solidFill>
                  <a:srgbClr val="09546B"/>
                </a:solidFill>
                <a:latin typeface="Arial Black"/>
                <a:cs typeface="Arial Black"/>
              </a:rPr>
              <a:t>Product</a:t>
            </a:r>
            <a:r>
              <a:rPr dirty="0" sz="1650" spc="-90">
                <a:solidFill>
                  <a:srgbClr val="09546B"/>
                </a:solidFill>
                <a:latin typeface="Arial Black"/>
                <a:cs typeface="Arial Black"/>
              </a:rPr>
              <a:t> </a:t>
            </a:r>
            <a:r>
              <a:rPr dirty="0" sz="1650" spc="-35">
                <a:solidFill>
                  <a:srgbClr val="09546B"/>
                </a:solidFill>
                <a:latin typeface="Arial Black"/>
                <a:cs typeface="Arial Black"/>
              </a:rPr>
              <a:t>MS</a:t>
            </a:r>
            <a:endParaRPr sz="1650">
              <a:latin typeface="Arial Black"/>
              <a:cs typeface="Arial Black"/>
            </a:endParaRPr>
          </a:p>
        </p:txBody>
      </p:sp>
      <p:pic>
        <p:nvPicPr>
          <p:cNvPr id="105" name="object 10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866628" y="3927983"/>
            <a:ext cx="710183" cy="646176"/>
          </a:xfrm>
          <a:prstGeom prst="rect">
            <a:avLst/>
          </a:prstGeom>
        </p:spPr>
      </p:pic>
      <p:sp>
        <p:nvSpPr>
          <p:cNvPr id="106" name="object 106"/>
          <p:cNvSpPr txBox="1"/>
          <p:nvPr/>
        </p:nvSpPr>
        <p:spPr>
          <a:xfrm>
            <a:off x="10686415" y="4667503"/>
            <a:ext cx="11169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95">
                <a:solidFill>
                  <a:srgbClr val="09546B"/>
                </a:solidFill>
                <a:latin typeface="Arial Black"/>
                <a:cs typeface="Arial Black"/>
              </a:rPr>
              <a:t>Payment</a:t>
            </a:r>
            <a:r>
              <a:rPr dirty="0" sz="1400" spc="-114">
                <a:solidFill>
                  <a:srgbClr val="09546B"/>
                </a:solidFill>
                <a:latin typeface="Arial Black"/>
                <a:cs typeface="Arial Black"/>
              </a:rPr>
              <a:t> </a:t>
            </a:r>
            <a:r>
              <a:rPr dirty="0" sz="1400" spc="-45">
                <a:solidFill>
                  <a:srgbClr val="09546B"/>
                </a:solidFill>
                <a:latin typeface="Arial Black"/>
                <a:cs typeface="Arial Black"/>
              </a:rPr>
              <a:t>MS</a:t>
            </a:r>
            <a:endParaRPr sz="1400">
              <a:latin typeface="Arial Black"/>
              <a:cs typeface="Arial Black"/>
            </a:endParaRPr>
          </a:p>
        </p:txBody>
      </p:sp>
      <p:pic>
        <p:nvPicPr>
          <p:cNvPr id="107" name="object 10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916376" y="5334848"/>
            <a:ext cx="770292" cy="687903"/>
          </a:xfrm>
          <a:prstGeom prst="rect">
            <a:avLst/>
          </a:prstGeom>
        </p:spPr>
      </p:pic>
      <p:sp>
        <p:nvSpPr>
          <p:cNvPr id="108" name="object 108"/>
          <p:cNvSpPr txBox="1"/>
          <p:nvPr/>
        </p:nvSpPr>
        <p:spPr>
          <a:xfrm>
            <a:off x="8731757" y="6083553"/>
            <a:ext cx="114046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150">
                <a:solidFill>
                  <a:srgbClr val="09546B"/>
                </a:solidFill>
                <a:latin typeface="Arial Black"/>
                <a:cs typeface="Arial Black"/>
              </a:rPr>
              <a:t>Search</a:t>
            </a:r>
            <a:r>
              <a:rPr dirty="0" sz="1700" spc="-105">
                <a:solidFill>
                  <a:srgbClr val="09546B"/>
                </a:solidFill>
                <a:latin typeface="Arial Black"/>
                <a:cs typeface="Arial Black"/>
              </a:rPr>
              <a:t> </a:t>
            </a:r>
            <a:r>
              <a:rPr dirty="0" sz="1700" spc="-40">
                <a:solidFill>
                  <a:srgbClr val="09546B"/>
                </a:solidFill>
                <a:latin typeface="Arial Black"/>
                <a:cs typeface="Arial Black"/>
              </a:rPr>
              <a:t>MS</a:t>
            </a:r>
            <a:endParaRPr sz="1700">
              <a:latin typeface="Arial Black"/>
              <a:cs typeface="Arial Black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10581320" y="5309534"/>
            <a:ext cx="621665" cy="681355"/>
            <a:chOff x="10581320" y="5309534"/>
            <a:chExt cx="621665" cy="681355"/>
          </a:xfrm>
        </p:grpSpPr>
        <p:sp>
          <p:nvSpPr>
            <p:cNvPr id="110" name="object 110"/>
            <p:cNvSpPr/>
            <p:nvPr/>
          </p:nvSpPr>
          <p:spPr>
            <a:xfrm>
              <a:off x="10581310" y="5309539"/>
              <a:ext cx="621665" cy="681355"/>
            </a:xfrm>
            <a:custGeom>
              <a:avLst/>
              <a:gdLst/>
              <a:ahLst/>
              <a:cxnLst/>
              <a:rect l="l" t="t" r="r" b="b"/>
              <a:pathLst>
                <a:path w="621665" h="681354">
                  <a:moveTo>
                    <a:pt x="621347" y="249478"/>
                  </a:moveTo>
                  <a:lnTo>
                    <a:pt x="620014" y="207619"/>
                  </a:lnTo>
                  <a:lnTo>
                    <a:pt x="606247" y="170268"/>
                  </a:lnTo>
                  <a:lnTo>
                    <a:pt x="595528" y="157480"/>
                  </a:lnTo>
                  <a:lnTo>
                    <a:pt x="595528" y="249224"/>
                  </a:lnTo>
                  <a:lnTo>
                    <a:pt x="585533" y="287934"/>
                  </a:lnTo>
                  <a:lnTo>
                    <a:pt x="571373" y="316725"/>
                  </a:lnTo>
                  <a:lnTo>
                    <a:pt x="551853" y="289737"/>
                  </a:lnTo>
                  <a:lnTo>
                    <a:pt x="547217" y="284289"/>
                  </a:lnTo>
                  <a:lnTo>
                    <a:pt x="539038" y="283603"/>
                  </a:lnTo>
                  <a:lnTo>
                    <a:pt x="528129" y="292862"/>
                  </a:lnTo>
                  <a:lnTo>
                    <a:pt x="527443" y="301040"/>
                  </a:lnTo>
                  <a:lnTo>
                    <a:pt x="532079" y="306489"/>
                  </a:lnTo>
                  <a:lnTo>
                    <a:pt x="556704" y="341503"/>
                  </a:lnTo>
                  <a:lnTo>
                    <a:pt x="541070" y="364045"/>
                  </a:lnTo>
                  <a:lnTo>
                    <a:pt x="511517" y="397700"/>
                  </a:lnTo>
                  <a:lnTo>
                    <a:pt x="501497" y="406996"/>
                  </a:lnTo>
                  <a:lnTo>
                    <a:pt x="503555" y="390855"/>
                  </a:lnTo>
                  <a:lnTo>
                    <a:pt x="505625" y="340550"/>
                  </a:lnTo>
                  <a:lnTo>
                    <a:pt x="503326" y="287451"/>
                  </a:lnTo>
                  <a:lnTo>
                    <a:pt x="496506" y="236359"/>
                  </a:lnTo>
                  <a:lnTo>
                    <a:pt x="485368" y="188023"/>
                  </a:lnTo>
                  <a:lnTo>
                    <a:pt x="470090" y="143179"/>
                  </a:lnTo>
                  <a:lnTo>
                    <a:pt x="462470" y="127127"/>
                  </a:lnTo>
                  <a:lnTo>
                    <a:pt x="511670" y="133184"/>
                  </a:lnTo>
                  <a:lnTo>
                    <a:pt x="554990" y="152323"/>
                  </a:lnTo>
                  <a:lnTo>
                    <a:pt x="584022" y="183222"/>
                  </a:lnTo>
                  <a:lnTo>
                    <a:pt x="595058" y="214020"/>
                  </a:lnTo>
                  <a:lnTo>
                    <a:pt x="595528" y="249224"/>
                  </a:lnTo>
                  <a:lnTo>
                    <a:pt x="595528" y="157480"/>
                  </a:lnTo>
                  <a:lnTo>
                    <a:pt x="580351" y="139369"/>
                  </a:lnTo>
                  <a:lnTo>
                    <a:pt x="544106" y="117233"/>
                  </a:lnTo>
                  <a:lnTo>
                    <a:pt x="498805" y="104203"/>
                  </a:lnTo>
                  <a:lnTo>
                    <a:pt x="449732" y="100965"/>
                  </a:lnTo>
                  <a:lnTo>
                    <a:pt x="421043" y="58674"/>
                  </a:lnTo>
                  <a:lnTo>
                    <a:pt x="387248" y="26517"/>
                  </a:lnTo>
                  <a:lnTo>
                    <a:pt x="350316" y="6743"/>
                  </a:lnTo>
                  <a:lnTo>
                    <a:pt x="311099" y="0"/>
                  </a:lnTo>
                  <a:lnTo>
                    <a:pt x="284162" y="3187"/>
                  </a:lnTo>
                  <a:lnTo>
                    <a:pt x="232905" y="28155"/>
                  </a:lnTo>
                  <a:lnTo>
                    <a:pt x="188937" y="74561"/>
                  </a:lnTo>
                  <a:lnTo>
                    <a:pt x="172631" y="100672"/>
                  </a:lnTo>
                  <a:lnTo>
                    <a:pt x="121666" y="104317"/>
                  </a:lnTo>
                  <a:lnTo>
                    <a:pt x="76873" y="117449"/>
                  </a:lnTo>
                  <a:lnTo>
                    <a:pt x="41262" y="139522"/>
                  </a:lnTo>
                  <a:lnTo>
                    <a:pt x="15811" y="170129"/>
                  </a:lnTo>
                  <a:lnTo>
                    <a:pt x="0" y="225247"/>
                  </a:lnTo>
                  <a:lnTo>
                    <a:pt x="1752" y="256425"/>
                  </a:lnTo>
                  <a:lnTo>
                    <a:pt x="9956" y="289471"/>
                  </a:lnTo>
                  <a:lnTo>
                    <a:pt x="11722" y="294906"/>
                  </a:lnTo>
                  <a:lnTo>
                    <a:pt x="16776" y="298310"/>
                  </a:lnTo>
                  <a:lnTo>
                    <a:pt x="22225" y="298310"/>
                  </a:lnTo>
                  <a:lnTo>
                    <a:pt x="25082" y="298183"/>
                  </a:lnTo>
                  <a:lnTo>
                    <a:pt x="26314" y="297357"/>
                  </a:lnTo>
                  <a:lnTo>
                    <a:pt x="33134" y="295046"/>
                  </a:lnTo>
                  <a:lnTo>
                    <a:pt x="36817" y="287832"/>
                  </a:lnTo>
                  <a:lnTo>
                    <a:pt x="34493" y="281012"/>
                  </a:lnTo>
                  <a:lnTo>
                    <a:pt x="27533" y="253492"/>
                  </a:lnTo>
                  <a:lnTo>
                    <a:pt x="29476" y="204101"/>
                  </a:lnTo>
                  <a:lnTo>
                    <a:pt x="59486" y="158013"/>
                  </a:lnTo>
                  <a:lnTo>
                    <a:pt x="128282" y="129362"/>
                  </a:lnTo>
                  <a:lnTo>
                    <a:pt x="159321" y="127279"/>
                  </a:lnTo>
                  <a:lnTo>
                    <a:pt x="154609" y="137045"/>
                  </a:lnTo>
                  <a:lnTo>
                    <a:pt x="141109" y="173672"/>
                  </a:lnTo>
                  <a:lnTo>
                    <a:pt x="138925" y="180492"/>
                  </a:lnTo>
                  <a:lnTo>
                    <a:pt x="142735" y="187706"/>
                  </a:lnTo>
                  <a:lnTo>
                    <a:pt x="156375" y="192062"/>
                  </a:lnTo>
                  <a:lnTo>
                    <a:pt x="163588" y="188252"/>
                  </a:lnTo>
                  <a:lnTo>
                    <a:pt x="165773" y="181444"/>
                  </a:lnTo>
                  <a:lnTo>
                    <a:pt x="187007" y="128384"/>
                  </a:lnTo>
                  <a:lnTo>
                    <a:pt x="260362" y="138493"/>
                  </a:lnTo>
                  <a:lnTo>
                    <a:pt x="305282" y="152336"/>
                  </a:lnTo>
                  <a:lnTo>
                    <a:pt x="350507" y="171043"/>
                  </a:lnTo>
                  <a:lnTo>
                    <a:pt x="395351" y="194386"/>
                  </a:lnTo>
                  <a:lnTo>
                    <a:pt x="424662" y="212369"/>
                  </a:lnTo>
                  <a:lnTo>
                    <a:pt x="432701" y="210591"/>
                  </a:lnTo>
                  <a:lnTo>
                    <a:pt x="440334" y="198602"/>
                  </a:lnTo>
                  <a:lnTo>
                    <a:pt x="438556" y="190563"/>
                  </a:lnTo>
                  <a:lnTo>
                    <a:pt x="432562" y="186753"/>
                  </a:lnTo>
                  <a:lnTo>
                    <a:pt x="361162" y="147510"/>
                  </a:lnTo>
                  <a:lnTo>
                    <a:pt x="313486" y="127863"/>
                  </a:lnTo>
                  <a:lnTo>
                    <a:pt x="266014" y="113322"/>
                  </a:lnTo>
                  <a:lnTo>
                    <a:pt x="219481" y="104127"/>
                  </a:lnTo>
                  <a:lnTo>
                    <a:pt x="202526" y="102768"/>
                  </a:lnTo>
                  <a:lnTo>
                    <a:pt x="213182" y="85191"/>
                  </a:lnTo>
                  <a:lnTo>
                    <a:pt x="243281" y="52971"/>
                  </a:lnTo>
                  <a:lnTo>
                    <a:pt x="276263" y="32842"/>
                  </a:lnTo>
                  <a:lnTo>
                    <a:pt x="311099" y="25882"/>
                  </a:lnTo>
                  <a:lnTo>
                    <a:pt x="343319" y="31737"/>
                  </a:lnTo>
                  <a:lnTo>
                    <a:pt x="374040" y="48945"/>
                  </a:lnTo>
                  <a:lnTo>
                    <a:pt x="402577" y="76962"/>
                  </a:lnTo>
                  <a:lnTo>
                    <a:pt x="420293" y="103428"/>
                  </a:lnTo>
                  <a:lnTo>
                    <a:pt x="386219" y="107073"/>
                  </a:lnTo>
                  <a:lnTo>
                    <a:pt x="379260" y="108292"/>
                  </a:lnTo>
                  <a:lnTo>
                    <a:pt x="374624" y="114960"/>
                  </a:lnTo>
                  <a:lnTo>
                    <a:pt x="377088" y="129006"/>
                  </a:lnTo>
                  <a:lnTo>
                    <a:pt x="383755" y="133629"/>
                  </a:lnTo>
                  <a:lnTo>
                    <a:pt x="390855" y="132397"/>
                  </a:lnTo>
                  <a:lnTo>
                    <a:pt x="434416" y="128371"/>
                  </a:lnTo>
                  <a:lnTo>
                    <a:pt x="460717" y="195948"/>
                  </a:lnTo>
                  <a:lnTo>
                    <a:pt x="471170" y="241731"/>
                  </a:lnTo>
                  <a:lnTo>
                    <a:pt x="477570" y="290207"/>
                  </a:lnTo>
                  <a:lnTo>
                    <a:pt x="479729" y="340677"/>
                  </a:lnTo>
                  <a:lnTo>
                    <a:pt x="477761" y="388645"/>
                  </a:lnTo>
                  <a:lnTo>
                    <a:pt x="472097" y="433514"/>
                  </a:lnTo>
                  <a:lnTo>
                    <a:pt x="438277" y="459473"/>
                  </a:lnTo>
                  <a:lnTo>
                    <a:pt x="395630" y="486575"/>
                  </a:lnTo>
                  <a:lnTo>
                    <a:pt x="369722" y="500595"/>
                  </a:lnTo>
                  <a:lnTo>
                    <a:pt x="367398" y="508508"/>
                  </a:lnTo>
                  <a:lnTo>
                    <a:pt x="372999" y="519264"/>
                  </a:lnTo>
                  <a:lnTo>
                    <a:pt x="377494" y="521716"/>
                  </a:lnTo>
                  <a:lnTo>
                    <a:pt x="382117" y="521716"/>
                  </a:lnTo>
                  <a:lnTo>
                    <a:pt x="384162" y="521716"/>
                  </a:lnTo>
                  <a:lnTo>
                    <a:pt x="453174" y="480529"/>
                  </a:lnTo>
                  <a:lnTo>
                    <a:pt x="463804" y="472363"/>
                  </a:lnTo>
                  <a:lnTo>
                    <a:pt x="462305" y="479259"/>
                  </a:lnTo>
                  <a:lnTo>
                    <a:pt x="449059" y="520623"/>
                  </a:lnTo>
                  <a:lnTo>
                    <a:pt x="446468" y="527304"/>
                  </a:lnTo>
                  <a:lnTo>
                    <a:pt x="449872" y="534657"/>
                  </a:lnTo>
                  <a:lnTo>
                    <a:pt x="458050" y="537794"/>
                  </a:lnTo>
                  <a:lnTo>
                    <a:pt x="459689" y="538060"/>
                  </a:lnTo>
                  <a:lnTo>
                    <a:pt x="461200" y="538060"/>
                  </a:lnTo>
                  <a:lnTo>
                    <a:pt x="466509" y="538060"/>
                  </a:lnTo>
                  <a:lnTo>
                    <a:pt x="471411" y="534797"/>
                  </a:lnTo>
                  <a:lnTo>
                    <a:pt x="487235" y="486041"/>
                  </a:lnTo>
                  <a:lnTo>
                    <a:pt x="495617" y="447636"/>
                  </a:lnTo>
                  <a:lnTo>
                    <a:pt x="530364" y="415290"/>
                  </a:lnTo>
                  <a:lnTo>
                    <a:pt x="561581" y="379603"/>
                  </a:lnTo>
                  <a:lnTo>
                    <a:pt x="571728" y="364921"/>
                  </a:lnTo>
                  <a:lnTo>
                    <a:pt x="591045" y="410883"/>
                  </a:lnTo>
                  <a:lnTo>
                    <a:pt x="595960" y="457682"/>
                  </a:lnTo>
                  <a:lnTo>
                    <a:pt x="583742" y="498017"/>
                  </a:lnTo>
                  <a:lnTo>
                    <a:pt x="532307" y="540956"/>
                  </a:lnTo>
                  <a:lnTo>
                    <a:pt x="493788" y="551649"/>
                  </a:lnTo>
                  <a:lnTo>
                    <a:pt x="447840" y="554685"/>
                  </a:lnTo>
                  <a:lnTo>
                    <a:pt x="405612" y="551218"/>
                  </a:lnTo>
                  <a:lnTo>
                    <a:pt x="361696" y="542455"/>
                  </a:lnTo>
                  <a:lnTo>
                    <a:pt x="316776" y="528612"/>
                  </a:lnTo>
                  <a:lnTo>
                    <a:pt x="271551" y="509905"/>
                  </a:lnTo>
                  <a:lnTo>
                    <a:pt x="226720" y="486575"/>
                  </a:lnTo>
                  <a:lnTo>
                    <a:pt x="187655" y="461937"/>
                  </a:lnTo>
                  <a:lnTo>
                    <a:pt x="151574" y="434873"/>
                  </a:lnTo>
                  <a:lnTo>
                    <a:pt x="144640" y="391020"/>
                  </a:lnTo>
                  <a:lnTo>
                    <a:pt x="142468" y="340550"/>
                  </a:lnTo>
                  <a:lnTo>
                    <a:pt x="142468" y="333324"/>
                  </a:lnTo>
                  <a:lnTo>
                    <a:pt x="136740" y="327609"/>
                  </a:lnTo>
                  <a:lnTo>
                    <a:pt x="122288" y="327609"/>
                  </a:lnTo>
                  <a:lnTo>
                    <a:pt x="116560" y="333463"/>
                  </a:lnTo>
                  <a:lnTo>
                    <a:pt x="116560" y="340550"/>
                  </a:lnTo>
                  <a:lnTo>
                    <a:pt x="118872" y="393649"/>
                  </a:lnTo>
                  <a:lnTo>
                    <a:pt x="120688" y="407339"/>
                  </a:lnTo>
                  <a:lnTo>
                    <a:pt x="118948" y="405777"/>
                  </a:lnTo>
                  <a:lnTo>
                    <a:pt x="90246" y="375005"/>
                  </a:lnTo>
                  <a:lnTo>
                    <a:pt x="85610" y="369557"/>
                  </a:lnTo>
                  <a:lnTo>
                    <a:pt x="77431" y="368871"/>
                  </a:lnTo>
                  <a:lnTo>
                    <a:pt x="66535" y="378142"/>
                  </a:lnTo>
                  <a:lnTo>
                    <a:pt x="65849" y="386308"/>
                  </a:lnTo>
                  <a:lnTo>
                    <a:pt x="70485" y="391756"/>
                  </a:lnTo>
                  <a:lnTo>
                    <a:pt x="100685" y="424129"/>
                  </a:lnTo>
                  <a:lnTo>
                    <a:pt x="126174" y="446913"/>
                  </a:lnTo>
                  <a:lnTo>
                    <a:pt x="136817" y="493064"/>
                  </a:lnTo>
                  <a:lnTo>
                    <a:pt x="152107" y="537908"/>
                  </a:lnTo>
                  <a:lnTo>
                    <a:pt x="159486" y="553491"/>
                  </a:lnTo>
                  <a:lnTo>
                    <a:pt x="135813" y="552640"/>
                  </a:lnTo>
                  <a:lnTo>
                    <a:pt x="94119" y="542417"/>
                  </a:lnTo>
                  <a:lnTo>
                    <a:pt x="38315" y="498017"/>
                  </a:lnTo>
                  <a:lnTo>
                    <a:pt x="26809" y="431990"/>
                  </a:lnTo>
                  <a:lnTo>
                    <a:pt x="36791" y="393280"/>
                  </a:lnTo>
                  <a:lnTo>
                    <a:pt x="57124" y="351980"/>
                  </a:lnTo>
                  <a:lnTo>
                    <a:pt x="81267" y="317169"/>
                  </a:lnTo>
                  <a:lnTo>
                    <a:pt x="110807" y="283514"/>
                  </a:lnTo>
                  <a:lnTo>
                    <a:pt x="145249" y="251548"/>
                  </a:lnTo>
                  <a:lnTo>
                    <a:pt x="184048" y="221754"/>
                  </a:lnTo>
                  <a:lnTo>
                    <a:pt x="226720" y="194652"/>
                  </a:lnTo>
                  <a:lnTo>
                    <a:pt x="257797" y="177901"/>
                  </a:lnTo>
                  <a:lnTo>
                    <a:pt x="260248" y="170129"/>
                  </a:lnTo>
                  <a:lnTo>
                    <a:pt x="253707" y="157327"/>
                  </a:lnTo>
                  <a:lnTo>
                    <a:pt x="245935" y="154876"/>
                  </a:lnTo>
                  <a:lnTo>
                    <a:pt x="233070" y="161493"/>
                  </a:lnTo>
                  <a:lnTo>
                    <a:pt x="168884" y="200698"/>
                  </a:lnTo>
                  <a:lnTo>
                    <a:pt x="128016" y="232130"/>
                  </a:lnTo>
                  <a:lnTo>
                    <a:pt x="91694" y="265938"/>
                  </a:lnTo>
                  <a:lnTo>
                    <a:pt x="60477" y="301612"/>
                  </a:lnTo>
                  <a:lnTo>
                    <a:pt x="34899" y="338632"/>
                  </a:lnTo>
                  <a:lnTo>
                    <a:pt x="11709" y="386397"/>
                  </a:lnTo>
                  <a:lnTo>
                    <a:pt x="723" y="431736"/>
                  </a:lnTo>
                  <a:lnTo>
                    <a:pt x="2044" y="473608"/>
                  </a:lnTo>
                  <a:lnTo>
                    <a:pt x="15811" y="510946"/>
                  </a:lnTo>
                  <a:lnTo>
                    <a:pt x="52324" y="549897"/>
                  </a:lnTo>
                  <a:lnTo>
                    <a:pt x="107010" y="573608"/>
                  </a:lnTo>
                  <a:lnTo>
                    <a:pt x="152641" y="580123"/>
                  </a:lnTo>
                  <a:lnTo>
                    <a:pt x="169049" y="580567"/>
                  </a:lnTo>
                  <a:lnTo>
                    <a:pt x="172669" y="580478"/>
                  </a:lnTo>
                  <a:lnTo>
                    <a:pt x="201155" y="622414"/>
                  </a:lnTo>
                  <a:lnTo>
                    <a:pt x="234950" y="654583"/>
                  </a:lnTo>
                  <a:lnTo>
                    <a:pt x="271881" y="674357"/>
                  </a:lnTo>
                  <a:lnTo>
                    <a:pt x="311099" y="681088"/>
                  </a:lnTo>
                  <a:lnTo>
                    <a:pt x="339204" y="677621"/>
                  </a:lnTo>
                  <a:lnTo>
                    <a:pt x="366445" y="667346"/>
                  </a:lnTo>
                  <a:lnTo>
                    <a:pt x="392455" y="650455"/>
                  </a:lnTo>
                  <a:lnTo>
                    <a:pt x="416877" y="627151"/>
                  </a:lnTo>
                  <a:lnTo>
                    <a:pt x="421652" y="621842"/>
                  </a:lnTo>
                  <a:lnTo>
                    <a:pt x="421106" y="613664"/>
                  </a:lnTo>
                  <a:lnTo>
                    <a:pt x="410489" y="604126"/>
                  </a:lnTo>
                  <a:lnTo>
                    <a:pt x="402297" y="604672"/>
                  </a:lnTo>
                  <a:lnTo>
                    <a:pt x="397522" y="609981"/>
                  </a:lnTo>
                  <a:lnTo>
                    <a:pt x="377177" y="629526"/>
                  </a:lnTo>
                  <a:lnTo>
                    <a:pt x="355803" y="643686"/>
                  </a:lnTo>
                  <a:lnTo>
                    <a:pt x="333667" y="652297"/>
                  </a:lnTo>
                  <a:lnTo>
                    <a:pt x="311099" y="655205"/>
                  </a:lnTo>
                  <a:lnTo>
                    <a:pt x="278879" y="649351"/>
                  </a:lnTo>
                  <a:lnTo>
                    <a:pt x="248158" y="632155"/>
                  </a:lnTo>
                  <a:lnTo>
                    <a:pt x="219621" y="604177"/>
                  </a:lnTo>
                  <a:lnTo>
                    <a:pt x="202603" y="578827"/>
                  </a:lnTo>
                  <a:lnTo>
                    <a:pt x="205955" y="578548"/>
                  </a:lnTo>
                  <a:lnTo>
                    <a:pt x="225145" y="576084"/>
                  </a:lnTo>
                  <a:lnTo>
                    <a:pt x="244703" y="572655"/>
                  </a:lnTo>
                  <a:lnTo>
                    <a:pt x="251650" y="571157"/>
                  </a:lnTo>
                  <a:lnTo>
                    <a:pt x="256159" y="564349"/>
                  </a:lnTo>
                  <a:lnTo>
                    <a:pt x="253288" y="550456"/>
                  </a:lnTo>
                  <a:lnTo>
                    <a:pt x="246481" y="545960"/>
                  </a:lnTo>
                  <a:lnTo>
                    <a:pt x="239522" y="547319"/>
                  </a:lnTo>
                  <a:lnTo>
                    <a:pt x="188290" y="553948"/>
                  </a:lnTo>
                  <a:lnTo>
                    <a:pt x="175869" y="527672"/>
                  </a:lnTo>
                  <a:lnTo>
                    <a:pt x="161493" y="485279"/>
                  </a:lnTo>
                  <a:lnTo>
                    <a:pt x="158559" y="472490"/>
                  </a:lnTo>
                  <a:lnTo>
                    <a:pt x="172821" y="483196"/>
                  </a:lnTo>
                  <a:lnTo>
                    <a:pt x="213766" y="509054"/>
                  </a:lnTo>
                  <a:lnTo>
                    <a:pt x="260896" y="533577"/>
                  </a:lnTo>
                  <a:lnTo>
                    <a:pt x="308571" y="553224"/>
                  </a:lnTo>
                  <a:lnTo>
                    <a:pt x="356044" y="567766"/>
                  </a:lnTo>
                  <a:lnTo>
                    <a:pt x="402577" y="576961"/>
                  </a:lnTo>
                  <a:lnTo>
                    <a:pt x="447433" y="580567"/>
                  </a:lnTo>
                  <a:lnTo>
                    <a:pt x="453148" y="580567"/>
                  </a:lnTo>
                  <a:lnTo>
                    <a:pt x="504113" y="576008"/>
                  </a:lnTo>
                  <a:lnTo>
                    <a:pt x="547217" y="562597"/>
                  </a:lnTo>
                  <a:lnTo>
                    <a:pt x="581520" y="540740"/>
                  </a:lnTo>
                  <a:lnTo>
                    <a:pt x="606107" y="510819"/>
                  </a:lnTo>
                  <a:lnTo>
                    <a:pt x="619887" y="473125"/>
                  </a:lnTo>
                  <a:lnTo>
                    <a:pt x="621030" y="430872"/>
                  </a:lnTo>
                  <a:lnTo>
                    <a:pt x="609854" y="385368"/>
                  </a:lnTo>
                  <a:lnTo>
                    <a:pt x="588060" y="340728"/>
                  </a:lnTo>
                  <a:lnTo>
                    <a:pt x="610349" y="294817"/>
                  </a:lnTo>
                  <a:lnTo>
                    <a:pt x="621347" y="249478"/>
                  </a:lnTo>
                  <a:close/>
                </a:path>
              </a:pathLst>
            </a:custGeom>
            <a:solidFill>
              <a:srgbClr val="5BB1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789626" y="5569569"/>
              <a:ext cx="125964" cy="172322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10967666" y="5559903"/>
              <a:ext cx="26034" cy="180975"/>
            </a:xfrm>
            <a:custGeom>
              <a:avLst/>
              <a:gdLst/>
              <a:ahLst/>
              <a:cxnLst/>
              <a:rect l="l" t="t" r="r" b="b"/>
              <a:pathLst>
                <a:path w="26034" h="180975">
                  <a:moveTo>
                    <a:pt x="20177" y="0"/>
                  </a:moveTo>
                  <a:lnTo>
                    <a:pt x="5729" y="0"/>
                  </a:lnTo>
                  <a:lnTo>
                    <a:pt x="0" y="5861"/>
                  </a:lnTo>
                  <a:lnTo>
                    <a:pt x="0" y="174628"/>
                  </a:lnTo>
                  <a:lnTo>
                    <a:pt x="5865" y="180353"/>
                  </a:lnTo>
                  <a:lnTo>
                    <a:pt x="12947" y="180353"/>
                  </a:lnTo>
                  <a:lnTo>
                    <a:pt x="20177" y="180353"/>
                  </a:lnTo>
                  <a:lnTo>
                    <a:pt x="25906" y="174628"/>
                  </a:lnTo>
                  <a:lnTo>
                    <a:pt x="25906" y="5724"/>
                  </a:lnTo>
                  <a:lnTo>
                    <a:pt x="20177" y="0"/>
                  </a:lnTo>
                  <a:close/>
                </a:path>
              </a:pathLst>
            </a:custGeom>
            <a:solidFill>
              <a:srgbClr val="5BB1E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/>
          <p:cNvSpPr txBox="1"/>
          <p:nvPr/>
        </p:nvSpPr>
        <p:spPr>
          <a:xfrm>
            <a:off x="10088118" y="6036361"/>
            <a:ext cx="1616075" cy="583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37515" marR="5080" indent="-425450">
              <a:lnSpc>
                <a:spcPct val="118100"/>
              </a:lnSpc>
              <a:spcBef>
                <a:spcPts val="95"/>
              </a:spcBef>
            </a:pPr>
            <a:r>
              <a:rPr dirty="0" sz="1550" spc="-140">
                <a:solidFill>
                  <a:srgbClr val="09546B"/>
                </a:solidFill>
                <a:latin typeface="Arial Black"/>
                <a:cs typeface="Arial Black"/>
              </a:rPr>
              <a:t>Logs</a:t>
            </a:r>
            <a:r>
              <a:rPr dirty="0" sz="1550" spc="-110">
                <a:solidFill>
                  <a:srgbClr val="09546B"/>
                </a:solidFill>
                <a:latin typeface="Arial Black"/>
                <a:cs typeface="Arial Black"/>
              </a:rPr>
              <a:t> </a:t>
            </a:r>
            <a:r>
              <a:rPr dirty="0" sz="1550" spc="-330">
                <a:solidFill>
                  <a:srgbClr val="09546B"/>
                </a:solidFill>
                <a:latin typeface="Arial Black"/>
                <a:cs typeface="Arial Black"/>
              </a:rPr>
              <a:t>&amp;</a:t>
            </a:r>
            <a:r>
              <a:rPr dirty="0" sz="1550" spc="-125">
                <a:solidFill>
                  <a:srgbClr val="09546B"/>
                </a:solidFill>
                <a:latin typeface="Arial Black"/>
                <a:cs typeface="Arial Black"/>
              </a:rPr>
              <a:t> </a:t>
            </a:r>
            <a:r>
              <a:rPr dirty="0" sz="1550" spc="-95">
                <a:solidFill>
                  <a:srgbClr val="09546B"/>
                </a:solidFill>
                <a:latin typeface="Arial Black"/>
                <a:cs typeface="Arial Black"/>
              </a:rPr>
              <a:t>Analytics </a:t>
            </a:r>
            <a:r>
              <a:rPr dirty="0" sz="1550" spc="-330">
                <a:solidFill>
                  <a:srgbClr val="09546B"/>
                </a:solidFill>
                <a:latin typeface="Arial Black"/>
                <a:cs typeface="Arial Black"/>
              </a:rPr>
              <a:t>&amp;</a:t>
            </a:r>
            <a:r>
              <a:rPr dirty="0" sz="1550" spc="-135">
                <a:solidFill>
                  <a:srgbClr val="09546B"/>
                </a:solidFill>
                <a:latin typeface="Arial Black"/>
                <a:cs typeface="Arial Black"/>
              </a:rPr>
              <a:t> </a:t>
            </a:r>
            <a:r>
              <a:rPr dirty="0" sz="1550" spc="-110">
                <a:solidFill>
                  <a:srgbClr val="09546B"/>
                </a:solidFill>
                <a:latin typeface="Arial Black"/>
                <a:cs typeface="Arial Black"/>
              </a:rPr>
              <a:t>AI</a:t>
            </a:r>
            <a:r>
              <a:rPr dirty="0" sz="1550" spc="-140">
                <a:solidFill>
                  <a:srgbClr val="09546B"/>
                </a:solidFill>
                <a:latin typeface="Arial Black"/>
                <a:cs typeface="Arial Black"/>
              </a:rPr>
              <a:t> </a:t>
            </a:r>
            <a:r>
              <a:rPr dirty="0" sz="1550" spc="-25">
                <a:solidFill>
                  <a:srgbClr val="09546B"/>
                </a:solidFill>
                <a:latin typeface="Arial Black"/>
                <a:cs typeface="Arial Black"/>
              </a:rPr>
              <a:t>MS</a:t>
            </a:r>
            <a:endParaRPr sz="1550">
              <a:latin typeface="Arial Black"/>
              <a:cs typeface="Arial Black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7500437" y="5294360"/>
            <a:ext cx="537210" cy="611505"/>
            <a:chOff x="7500437" y="5294360"/>
            <a:chExt cx="537210" cy="611505"/>
          </a:xfrm>
        </p:grpSpPr>
        <p:sp>
          <p:nvSpPr>
            <p:cNvPr id="115" name="object 115"/>
            <p:cNvSpPr/>
            <p:nvPr/>
          </p:nvSpPr>
          <p:spPr>
            <a:xfrm>
              <a:off x="7500429" y="5294362"/>
              <a:ext cx="537210" cy="611505"/>
            </a:xfrm>
            <a:custGeom>
              <a:avLst/>
              <a:gdLst/>
              <a:ahLst/>
              <a:cxnLst/>
              <a:rect l="l" t="t" r="r" b="b"/>
              <a:pathLst>
                <a:path w="537209" h="611504">
                  <a:moveTo>
                    <a:pt x="335864" y="559892"/>
                  </a:moveTo>
                  <a:lnTo>
                    <a:pt x="331914" y="554189"/>
                  </a:lnTo>
                  <a:lnTo>
                    <a:pt x="205130" y="554189"/>
                  </a:lnTo>
                  <a:lnTo>
                    <a:pt x="201180" y="559892"/>
                  </a:lnTo>
                  <a:lnTo>
                    <a:pt x="203098" y="565315"/>
                  </a:lnTo>
                  <a:lnTo>
                    <a:pt x="213106" y="583882"/>
                  </a:lnTo>
                  <a:lnTo>
                    <a:pt x="228066" y="598500"/>
                  </a:lnTo>
                  <a:lnTo>
                    <a:pt x="246900" y="608076"/>
                  </a:lnTo>
                  <a:lnTo>
                    <a:pt x="268528" y="611505"/>
                  </a:lnTo>
                  <a:lnTo>
                    <a:pt x="290144" y="608076"/>
                  </a:lnTo>
                  <a:lnTo>
                    <a:pt x="308978" y="598500"/>
                  </a:lnTo>
                  <a:lnTo>
                    <a:pt x="323938" y="583882"/>
                  </a:lnTo>
                  <a:lnTo>
                    <a:pt x="333946" y="565315"/>
                  </a:lnTo>
                  <a:lnTo>
                    <a:pt x="335864" y="559892"/>
                  </a:lnTo>
                  <a:close/>
                </a:path>
                <a:path w="537209" h="611504">
                  <a:moveTo>
                    <a:pt x="537044" y="492137"/>
                  </a:moveTo>
                  <a:lnTo>
                    <a:pt x="530517" y="472567"/>
                  </a:lnTo>
                  <a:lnTo>
                    <a:pt x="512991" y="442315"/>
                  </a:lnTo>
                  <a:lnTo>
                    <a:pt x="500583" y="417207"/>
                  </a:lnTo>
                  <a:lnTo>
                    <a:pt x="491604" y="390791"/>
                  </a:lnTo>
                  <a:lnTo>
                    <a:pt x="486143" y="363448"/>
                  </a:lnTo>
                  <a:lnTo>
                    <a:pt x="484301" y="335495"/>
                  </a:lnTo>
                  <a:lnTo>
                    <a:pt x="484301" y="263944"/>
                  </a:lnTo>
                  <a:lnTo>
                    <a:pt x="478497" y="214071"/>
                  </a:lnTo>
                  <a:lnTo>
                    <a:pt x="461975" y="168325"/>
                  </a:lnTo>
                  <a:lnTo>
                    <a:pt x="436067" y="128066"/>
                  </a:lnTo>
                  <a:lnTo>
                    <a:pt x="402107" y="94615"/>
                  </a:lnTo>
                  <a:lnTo>
                    <a:pt x="361416" y="69291"/>
                  </a:lnTo>
                  <a:lnTo>
                    <a:pt x="315341" y="53416"/>
                  </a:lnTo>
                  <a:lnTo>
                    <a:pt x="315341" y="46812"/>
                  </a:lnTo>
                  <a:lnTo>
                    <a:pt x="311670" y="28587"/>
                  </a:lnTo>
                  <a:lnTo>
                    <a:pt x="301625" y="13716"/>
                  </a:lnTo>
                  <a:lnTo>
                    <a:pt x="286753" y="3683"/>
                  </a:lnTo>
                  <a:lnTo>
                    <a:pt x="268528" y="0"/>
                  </a:lnTo>
                  <a:lnTo>
                    <a:pt x="250291" y="3683"/>
                  </a:lnTo>
                  <a:lnTo>
                    <a:pt x="235407" y="13716"/>
                  </a:lnTo>
                  <a:lnTo>
                    <a:pt x="225374" y="28587"/>
                  </a:lnTo>
                  <a:lnTo>
                    <a:pt x="221703" y="46812"/>
                  </a:lnTo>
                  <a:lnTo>
                    <a:pt x="221703" y="53416"/>
                  </a:lnTo>
                  <a:lnTo>
                    <a:pt x="175628" y="69291"/>
                  </a:lnTo>
                  <a:lnTo>
                    <a:pt x="134937" y="94615"/>
                  </a:lnTo>
                  <a:lnTo>
                    <a:pt x="100977" y="128066"/>
                  </a:lnTo>
                  <a:lnTo>
                    <a:pt x="75069" y="168325"/>
                  </a:lnTo>
                  <a:lnTo>
                    <a:pt x="58547" y="214058"/>
                  </a:lnTo>
                  <a:lnTo>
                    <a:pt x="52743" y="263944"/>
                  </a:lnTo>
                  <a:lnTo>
                    <a:pt x="52743" y="335495"/>
                  </a:lnTo>
                  <a:lnTo>
                    <a:pt x="50901" y="363448"/>
                  </a:lnTo>
                  <a:lnTo>
                    <a:pt x="45440" y="390791"/>
                  </a:lnTo>
                  <a:lnTo>
                    <a:pt x="36461" y="417207"/>
                  </a:lnTo>
                  <a:lnTo>
                    <a:pt x="24041" y="442315"/>
                  </a:lnTo>
                  <a:lnTo>
                    <a:pt x="6527" y="472567"/>
                  </a:lnTo>
                  <a:lnTo>
                    <a:pt x="0" y="492137"/>
                  </a:lnTo>
                  <a:lnTo>
                    <a:pt x="4368" y="511035"/>
                  </a:lnTo>
                  <a:lnTo>
                    <a:pt x="17526" y="525284"/>
                  </a:lnTo>
                  <a:lnTo>
                    <a:pt x="37376" y="530910"/>
                  </a:lnTo>
                  <a:lnTo>
                    <a:pt x="499668" y="530910"/>
                  </a:lnTo>
                  <a:lnTo>
                    <a:pt x="519518" y="525284"/>
                  </a:lnTo>
                  <a:lnTo>
                    <a:pt x="532676" y="511035"/>
                  </a:lnTo>
                  <a:lnTo>
                    <a:pt x="537044" y="492137"/>
                  </a:lnTo>
                  <a:close/>
                </a:path>
              </a:pathLst>
            </a:custGeom>
            <a:solidFill>
              <a:srgbClr val="00918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818752" y="5312639"/>
              <a:ext cx="203996" cy="203912"/>
            </a:xfrm>
            <a:prstGeom prst="rect">
              <a:avLst/>
            </a:prstGeom>
          </p:spPr>
        </p:pic>
      </p:grpSp>
      <p:sp>
        <p:nvSpPr>
          <p:cNvPr id="117" name="object 117"/>
          <p:cNvSpPr txBox="1"/>
          <p:nvPr/>
        </p:nvSpPr>
        <p:spPr>
          <a:xfrm>
            <a:off x="7120508" y="5910173"/>
            <a:ext cx="129730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1965" marR="5080" indent="-469900">
              <a:lnSpc>
                <a:spcPct val="117600"/>
              </a:lnSpc>
              <a:spcBef>
                <a:spcPts val="100"/>
              </a:spcBef>
            </a:pPr>
            <a:r>
              <a:rPr dirty="0" sz="1700" spc="-90">
                <a:solidFill>
                  <a:srgbClr val="09546B"/>
                </a:solidFill>
                <a:latin typeface="Arial Black"/>
                <a:cs typeface="Arial Black"/>
              </a:rPr>
              <a:t>Notification </a:t>
            </a:r>
            <a:r>
              <a:rPr dirty="0" sz="1700" spc="-25">
                <a:solidFill>
                  <a:srgbClr val="09546B"/>
                </a:solidFill>
                <a:latin typeface="Arial Black"/>
                <a:cs typeface="Arial Black"/>
              </a:rPr>
              <a:t>MS</a:t>
            </a:r>
            <a:endParaRPr sz="1700">
              <a:latin typeface="Arial Black"/>
              <a:cs typeface="Arial Black"/>
            </a:endParaRPr>
          </a:p>
        </p:txBody>
      </p:sp>
      <p:pic>
        <p:nvPicPr>
          <p:cNvPr id="118" name="object 11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9461881" y="3966324"/>
            <a:ext cx="764451" cy="652538"/>
          </a:xfrm>
          <a:prstGeom prst="rect">
            <a:avLst/>
          </a:prstGeom>
        </p:spPr>
      </p:pic>
      <p:sp>
        <p:nvSpPr>
          <p:cNvPr id="119" name="object 119"/>
          <p:cNvSpPr txBox="1"/>
          <p:nvPr/>
        </p:nvSpPr>
        <p:spPr>
          <a:xfrm>
            <a:off x="9280397" y="4619370"/>
            <a:ext cx="1128395" cy="507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28625" marR="5080" indent="-416559">
              <a:lnSpc>
                <a:spcPct val="117000"/>
              </a:lnSpc>
              <a:spcBef>
                <a:spcPts val="95"/>
              </a:spcBef>
            </a:pPr>
            <a:r>
              <a:rPr dirty="0" sz="1350" spc="-75">
                <a:solidFill>
                  <a:srgbClr val="09546B"/>
                </a:solidFill>
                <a:latin typeface="Arial Black"/>
                <a:cs typeface="Arial Black"/>
              </a:rPr>
              <a:t>Gamification </a:t>
            </a:r>
            <a:r>
              <a:rPr dirty="0" sz="1350" spc="-25">
                <a:solidFill>
                  <a:srgbClr val="09546B"/>
                </a:solidFill>
                <a:latin typeface="Arial Black"/>
                <a:cs typeface="Arial Black"/>
              </a:rPr>
              <a:t>MS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9758680" y="3167760"/>
            <a:ext cx="190500" cy="659130"/>
          </a:xfrm>
          <a:custGeom>
            <a:avLst/>
            <a:gdLst/>
            <a:ahLst/>
            <a:cxnLst/>
            <a:rect l="l" t="t" r="r" b="b"/>
            <a:pathLst>
              <a:path w="190500" h="659129">
                <a:moveTo>
                  <a:pt x="114300" y="95250"/>
                </a:moveTo>
                <a:lnTo>
                  <a:pt x="76200" y="95250"/>
                </a:lnTo>
                <a:lnTo>
                  <a:pt x="76200" y="658622"/>
                </a:lnTo>
                <a:lnTo>
                  <a:pt x="114300" y="658622"/>
                </a:lnTo>
                <a:lnTo>
                  <a:pt x="114300" y="95250"/>
                </a:lnTo>
                <a:close/>
              </a:path>
              <a:path w="190500" h="659129">
                <a:moveTo>
                  <a:pt x="95250" y="0"/>
                </a:moveTo>
                <a:lnTo>
                  <a:pt x="0" y="114300"/>
                </a:lnTo>
                <a:lnTo>
                  <a:pt x="76200" y="114300"/>
                </a:lnTo>
                <a:lnTo>
                  <a:pt x="76200" y="95250"/>
                </a:lnTo>
                <a:lnTo>
                  <a:pt x="174625" y="95250"/>
                </a:lnTo>
                <a:lnTo>
                  <a:pt x="95250" y="0"/>
                </a:lnTo>
                <a:close/>
              </a:path>
              <a:path w="190500" h="659129">
                <a:moveTo>
                  <a:pt x="174625" y="95250"/>
                </a:moveTo>
                <a:lnTo>
                  <a:pt x="114300" y="95250"/>
                </a:lnTo>
                <a:lnTo>
                  <a:pt x="114300" y="114300"/>
                </a:lnTo>
                <a:lnTo>
                  <a:pt x="190500" y="114300"/>
                </a:lnTo>
                <a:lnTo>
                  <a:pt x="174625" y="95250"/>
                </a:lnTo>
                <a:close/>
              </a:path>
            </a:pathLst>
          </a:custGeom>
          <a:solidFill>
            <a:srgbClr val="2587B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1" name="object 121"/>
          <p:cNvGrpSpPr/>
          <p:nvPr/>
        </p:nvGrpSpPr>
        <p:grpSpPr>
          <a:xfrm>
            <a:off x="9633663" y="2439186"/>
            <a:ext cx="435609" cy="508634"/>
            <a:chOff x="9633663" y="2439186"/>
            <a:chExt cx="435609" cy="508634"/>
          </a:xfrm>
        </p:grpSpPr>
        <p:sp>
          <p:nvSpPr>
            <p:cNvPr id="122" name="object 122"/>
            <p:cNvSpPr/>
            <p:nvPr/>
          </p:nvSpPr>
          <p:spPr>
            <a:xfrm>
              <a:off x="9633661" y="2439187"/>
              <a:ext cx="435609" cy="367030"/>
            </a:xfrm>
            <a:custGeom>
              <a:avLst/>
              <a:gdLst/>
              <a:ahLst/>
              <a:cxnLst/>
              <a:rect l="l" t="t" r="r" b="b"/>
              <a:pathLst>
                <a:path w="435609" h="367030">
                  <a:moveTo>
                    <a:pt x="435584" y="204800"/>
                  </a:moveTo>
                  <a:lnTo>
                    <a:pt x="424484" y="219798"/>
                  </a:lnTo>
                  <a:lnTo>
                    <a:pt x="393560" y="232829"/>
                  </a:lnTo>
                  <a:lnTo>
                    <a:pt x="389191" y="233781"/>
                  </a:lnTo>
                  <a:lnTo>
                    <a:pt x="389191" y="280771"/>
                  </a:lnTo>
                  <a:lnTo>
                    <a:pt x="389191" y="299707"/>
                  </a:lnTo>
                  <a:lnTo>
                    <a:pt x="381762" y="307365"/>
                  </a:lnTo>
                  <a:lnTo>
                    <a:pt x="363499" y="307365"/>
                  </a:lnTo>
                  <a:lnTo>
                    <a:pt x="356133" y="299707"/>
                  </a:lnTo>
                  <a:lnTo>
                    <a:pt x="356133" y="280771"/>
                  </a:lnTo>
                  <a:lnTo>
                    <a:pt x="363499" y="273113"/>
                  </a:lnTo>
                  <a:lnTo>
                    <a:pt x="381762" y="273113"/>
                  </a:lnTo>
                  <a:lnTo>
                    <a:pt x="389191" y="280771"/>
                  </a:lnTo>
                  <a:lnTo>
                    <a:pt x="389191" y="233781"/>
                  </a:lnTo>
                  <a:lnTo>
                    <a:pt x="346417" y="243103"/>
                  </a:lnTo>
                  <a:lnTo>
                    <a:pt x="286626" y="249834"/>
                  </a:lnTo>
                  <a:lnTo>
                    <a:pt x="217792" y="252260"/>
                  </a:lnTo>
                  <a:lnTo>
                    <a:pt x="148945" y="249834"/>
                  </a:lnTo>
                  <a:lnTo>
                    <a:pt x="89166" y="243103"/>
                  </a:lnTo>
                  <a:lnTo>
                    <a:pt x="42011" y="232829"/>
                  </a:lnTo>
                  <a:lnTo>
                    <a:pt x="11099" y="219798"/>
                  </a:lnTo>
                  <a:lnTo>
                    <a:pt x="0" y="204800"/>
                  </a:lnTo>
                  <a:lnTo>
                    <a:pt x="0" y="309638"/>
                  </a:lnTo>
                  <a:lnTo>
                    <a:pt x="42011" y="343509"/>
                  </a:lnTo>
                  <a:lnTo>
                    <a:pt x="89166" y="355930"/>
                  </a:lnTo>
                  <a:lnTo>
                    <a:pt x="148945" y="364070"/>
                  </a:lnTo>
                  <a:lnTo>
                    <a:pt x="217792" y="366991"/>
                  </a:lnTo>
                  <a:lnTo>
                    <a:pt x="286626" y="364070"/>
                  </a:lnTo>
                  <a:lnTo>
                    <a:pt x="346417" y="355930"/>
                  </a:lnTo>
                  <a:lnTo>
                    <a:pt x="393560" y="343509"/>
                  </a:lnTo>
                  <a:lnTo>
                    <a:pt x="424484" y="327774"/>
                  </a:lnTo>
                  <a:lnTo>
                    <a:pt x="435584" y="309638"/>
                  </a:lnTo>
                  <a:lnTo>
                    <a:pt x="435584" y="307365"/>
                  </a:lnTo>
                  <a:lnTo>
                    <a:pt x="435584" y="273113"/>
                  </a:lnTo>
                  <a:lnTo>
                    <a:pt x="435584" y="252260"/>
                  </a:lnTo>
                  <a:lnTo>
                    <a:pt x="435584" y="204800"/>
                  </a:lnTo>
                  <a:close/>
                </a:path>
                <a:path w="435609" h="367030">
                  <a:moveTo>
                    <a:pt x="435584" y="45389"/>
                  </a:moveTo>
                  <a:lnTo>
                    <a:pt x="393560" y="18592"/>
                  </a:lnTo>
                  <a:lnTo>
                    <a:pt x="346417" y="8763"/>
                  </a:lnTo>
                  <a:lnTo>
                    <a:pt x="286626" y="2324"/>
                  </a:lnTo>
                  <a:lnTo>
                    <a:pt x="217792" y="0"/>
                  </a:lnTo>
                  <a:lnTo>
                    <a:pt x="148945" y="2324"/>
                  </a:lnTo>
                  <a:lnTo>
                    <a:pt x="89166" y="8763"/>
                  </a:lnTo>
                  <a:lnTo>
                    <a:pt x="42011" y="18592"/>
                  </a:lnTo>
                  <a:lnTo>
                    <a:pt x="11099" y="31051"/>
                  </a:lnTo>
                  <a:lnTo>
                    <a:pt x="0" y="45389"/>
                  </a:lnTo>
                  <a:lnTo>
                    <a:pt x="11099" y="59766"/>
                  </a:lnTo>
                  <a:lnTo>
                    <a:pt x="42011" y="72237"/>
                  </a:lnTo>
                  <a:lnTo>
                    <a:pt x="89166" y="82067"/>
                  </a:lnTo>
                  <a:lnTo>
                    <a:pt x="148945" y="88506"/>
                  </a:lnTo>
                  <a:lnTo>
                    <a:pt x="217792" y="90817"/>
                  </a:lnTo>
                  <a:lnTo>
                    <a:pt x="286626" y="88506"/>
                  </a:lnTo>
                  <a:lnTo>
                    <a:pt x="346417" y="82067"/>
                  </a:lnTo>
                  <a:lnTo>
                    <a:pt x="393560" y="72237"/>
                  </a:lnTo>
                  <a:lnTo>
                    <a:pt x="424484" y="59766"/>
                  </a:lnTo>
                  <a:lnTo>
                    <a:pt x="435584" y="45389"/>
                  </a:lnTo>
                  <a:close/>
                </a:path>
              </a:pathLst>
            </a:custGeom>
            <a:solidFill>
              <a:srgbClr val="393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9633661" y="2509697"/>
              <a:ext cx="435609" cy="438150"/>
            </a:xfrm>
            <a:custGeom>
              <a:avLst/>
              <a:gdLst/>
              <a:ahLst/>
              <a:cxnLst/>
              <a:rect l="l" t="t" r="r" b="b"/>
              <a:pathLst>
                <a:path w="435609" h="438150">
                  <a:moveTo>
                    <a:pt x="435584" y="275551"/>
                  </a:moveTo>
                  <a:lnTo>
                    <a:pt x="424484" y="290550"/>
                  </a:lnTo>
                  <a:lnTo>
                    <a:pt x="393560" y="303580"/>
                  </a:lnTo>
                  <a:lnTo>
                    <a:pt x="389191" y="304546"/>
                  </a:lnTo>
                  <a:lnTo>
                    <a:pt x="389191" y="351548"/>
                  </a:lnTo>
                  <a:lnTo>
                    <a:pt x="389191" y="370446"/>
                  </a:lnTo>
                  <a:lnTo>
                    <a:pt x="381762" y="378142"/>
                  </a:lnTo>
                  <a:lnTo>
                    <a:pt x="363499" y="378142"/>
                  </a:lnTo>
                  <a:lnTo>
                    <a:pt x="356133" y="370446"/>
                  </a:lnTo>
                  <a:lnTo>
                    <a:pt x="356133" y="351548"/>
                  </a:lnTo>
                  <a:lnTo>
                    <a:pt x="363499" y="343852"/>
                  </a:lnTo>
                  <a:lnTo>
                    <a:pt x="381762" y="343852"/>
                  </a:lnTo>
                  <a:lnTo>
                    <a:pt x="389191" y="351548"/>
                  </a:lnTo>
                  <a:lnTo>
                    <a:pt x="389191" y="304546"/>
                  </a:lnTo>
                  <a:lnTo>
                    <a:pt x="346417" y="313867"/>
                  </a:lnTo>
                  <a:lnTo>
                    <a:pt x="286626" y="320611"/>
                  </a:lnTo>
                  <a:lnTo>
                    <a:pt x="217792" y="323037"/>
                  </a:lnTo>
                  <a:lnTo>
                    <a:pt x="148945" y="320611"/>
                  </a:lnTo>
                  <a:lnTo>
                    <a:pt x="89166" y="313867"/>
                  </a:lnTo>
                  <a:lnTo>
                    <a:pt x="42011" y="303580"/>
                  </a:lnTo>
                  <a:lnTo>
                    <a:pt x="11099" y="290550"/>
                  </a:lnTo>
                  <a:lnTo>
                    <a:pt x="0" y="275539"/>
                  </a:lnTo>
                  <a:lnTo>
                    <a:pt x="0" y="380377"/>
                  </a:lnTo>
                  <a:lnTo>
                    <a:pt x="42011" y="414261"/>
                  </a:lnTo>
                  <a:lnTo>
                    <a:pt x="89166" y="426694"/>
                  </a:lnTo>
                  <a:lnTo>
                    <a:pt x="148945" y="434835"/>
                  </a:lnTo>
                  <a:lnTo>
                    <a:pt x="217792" y="437769"/>
                  </a:lnTo>
                  <a:lnTo>
                    <a:pt x="286626" y="434835"/>
                  </a:lnTo>
                  <a:lnTo>
                    <a:pt x="346417" y="426694"/>
                  </a:lnTo>
                  <a:lnTo>
                    <a:pt x="393560" y="414261"/>
                  </a:lnTo>
                  <a:lnTo>
                    <a:pt x="424484" y="398513"/>
                  </a:lnTo>
                  <a:lnTo>
                    <a:pt x="435584" y="380377"/>
                  </a:lnTo>
                  <a:lnTo>
                    <a:pt x="435584" y="378142"/>
                  </a:lnTo>
                  <a:lnTo>
                    <a:pt x="435584" y="343852"/>
                  </a:lnTo>
                  <a:lnTo>
                    <a:pt x="435584" y="323037"/>
                  </a:lnTo>
                  <a:lnTo>
                    <a:pt x="435584" y="275551"/>
                  </a:lnTo>
                  <a:close/>
                </a:path>
                <a:path w="435609" h="438150">
                  <a:moveTo>
                    <a:pt x="435584" y="0"/>
                  </a:moveTo>
                  <a:lnTo>
                    <a:pt x="424484" y="14338"/>
                  </a:lnTo>
                  <a:lnTo>
                    <a:pt x="393560" y="26797"/>
                  </a:lnTo>
                  <a:lnTo>
                    <a:pt x="389191" y="27711"/>
                  </a:lnTo>
                  <a:lnTo>
                    <a:pt x="389191" y="73571"/>
                  </a:lnTo>
                  <a:lnTo>
                    <a:pt x="389191" y="92481"/>
                  </a:lnTo>
                  <a:lnTo>
                    <a:pt x="381673" y="100241"/>
                  </a:lnTo>
                  <a:lnTo>
                    <a:pt x="363588" y="100241"/>
                  </a:lnTo>
                  <a:lnTo>
                    <a:pt x="356133" y="92481"/>
                  </a:lnTo>
                  <a:lnTo>
                    <a:pt x="356133" y="73571"/>
                  </a:lnTo>
                  <a:lnTo>
                    <a:pt x="363499" y="65900"/>
                  </a:lnTo>
                  <a:lnTo>
                    <a:pt x="381762" y="65900"/>
                  </a:lnTo>
                  <a:lnTo>
                    <a:pt x="389191" y="73571"/>
                  </a:lnTo>
                  <a:lnTo>
                    <a:pt x="389191" y="27711"/>
                  </a:lnTo>
                  <a:lnTo>
                    <a:pt x="346417" y="36614"/>
                  </a:lnTo>
                  <a:lnTo>
                    <a:pt x="286626" y="43053"/>
                  </a:lnTo>
                  <a:lnTo>
                    <a:pt x="217792" y="45364"/>
                  </a:lnTo>
                  <a:lnTo>
                    <a:pt x="148945" y="43053"/>
                  </a:lnTo>
                  <a:lnTo>
                    <a:pt x="89166" y="36614"/>
                  </a:lnTo>
                  <a:lnTo>
                    <a:pt x="42011" y="26797"/>
                  </a:lnTo>
                  <a:lnTo>
                    <a:pt x="11099" y="14338"/>
                  </a:lnTo>
                  <a:lnTo>
                    <a:pt x="0" y="0"/>
                  </a:lnTo>
                  <a:lnTo>
                    <a:pt x="0" y="100241"/>
                  </a:lnTo>
                  <a:lnTo>
                    <a:pt x="42011" y="132626"/>
                  </a:lnTo>
                  <a:lnTo>
                    <a:pt x="89166" y="144500"/>
                  </a:lnTo>
                  <a:lnTo>
                    <a:pt x="148945" y="152285"/>
                  </a:lnTo>
                  <a:lnTo>
                    <a:pt x="217792" y="155079"/>
                  </a:lnTo>
                  <a:lnTo>
                    <a:pt x="286626" y="152285"/>
                  </a:lnTo>
                  <a:lnTo>
                    <a:pt x="346417" y="144500"/>
                  </a:lnTo>
                  <a:lnTo>
                    <a:pt x="393560" y="132638"/>
                  </a:lnTo>
                  <a:lnTo>
                    <a:pt x="424484" y="117576"/>
                  </a:lnTo>
                  <a:lnTo>
                    <a:pt x="435584" y="100241"/>
                  </a:lnTo>
                  <a:lnTo>
                    <a:pt x="435584" y="65900"/>
                  </a:lnTo>
                  <a:lnTo>
                    <a:pt x="435584" y="45364"/>
                  </a:lnTo>
                  <a:lnTo>
                    <a:pt x="435584" y="0"/>
                  </a:lnTo>
                  <a:close/>
                </a:path>
              </a:pathLst>
            </a:custGeom>
            <a:solidFill>
              <a:srgbClr val="427CB8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4" name="object 12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780659" y="8651747"/>
            <a:ext cx="567931" cy="585444"/>
          </a:xfrm>
          <a:prstGeom prst="rect">
            <a:avLst/>
          </a:prstGeom>
        </p:spPr>
      </p:pic>
      <p:sp>
        <p:nvSpPr>
          <p:cNvPr id="125" name="object 125"/>
          <p:cNvSpPr txBox="1"/>
          <p:nvPr/>
        </p:nvSpPr>
        <p:spPr>
          <a:xfrm>
            <a:off x="5428615" y="9215729"/>
            <a:ext cx="1346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336791"/>
                </a:solidFill>
                <a:latin typeface="Arial"/>
                <a:cs typeface="Arial"/>
              </a:rPr>
              <a:t>PostgreSQL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26" name="object 12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425690" y="8651747"/>
            <a:ext cx="567931" cy="585444"/>
          </a:xfrm>
          <a:prstGeom prst="rect">
            <a:avLst/>
          </a:prstGeom>
        </p:spPr>
      </p:pic>
      <p:sp>
        <p:nvSpPr>
          <p:cNvPr id="127" name="object 127"/>
          <p:cNvSpPr txBox="1"/>
          <p:nvPr/>
        </p:nvSpPr>
        <p:spPr>
          <a:xfrm>
            <a:off x="7073900" y="9215729"/>
            <a:ext cx="1346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336791"/>
                </a:solidFill>
                <a:latin typeface="Arial"/>
                <a:cs typeface="Arial"/>
              </a:rPr>
              <a:t>PostgreSQL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1460557" y="7355528"/>
            <a:ext cx="590550" cy="590550"/>
            <a:chOff x="1460557" y="7355528"/>
            <a:chExt cx="590550" cy="590550"/>
          </a:xfrm>
        </p:grpSpPr>
        <p:pic>
          <p:nvPicPr>
            <p:cNvPr id="129" name="object 12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70076" y="7546103"/>
              <a:ext cx="208990" cy="208973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1460557" y="7355528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182018" y="398024"/>
                  </a:moveTo>
                  <a:lnTo>
                    <a:pt x="162982" y="398024"/>
                  </a:lnTo>
                  <a:lnTo>
                    <a:pt x="163053" y="409065"/>
                  </a:lnTo>
                  <a:lnTo>
                    <a:pt x="172068" y="454027"/>
                  </a:lnTo>
                  <a:lnTo>
                    <a:pt x="197949" y="492753"/>
                  </a:lnTo>
                  <a:lnTo>
                    <a:pt x="236669" y="518623"/>
                  </a:lnTo>
                  <a:lnTo>
                    <a:pt x="282348" y="527708"/>
                  </a:lnTo>
                  <a:lnTo>
                    <a:pt x="383892" y="527708"/>
                  </a:lnTo>
                  <a:lnTo>
                    <a:pt x="371886" y="544238"/>
                  </a:lnTo>
                  <a:lnTo>
                    <a:pt x="372831" y="550195"/>
                  </a:lnTo>
                  <a:lnTo>
                    <a:pt x="381327" y="556370"/>
                  </a:lnTo>
                  <a:lnTo>
                    <a:pt x="387287" y="555426"/>
                  </a:lnTo>
                  <a:lnTo>
                    <a:pt x="412707" y="520448"/>
                  </a:lnTo>
                  <a:lnTo>
                    <a:pt x="412707" y="515931"/>
                  </a:lnTo>
                  <a:lnTo>
                    <a:pt x="407431" y="508672"/>
                  </a:lnTo>
                  <a:lnTo>
                    <a:pt x="282348" y="508672"/>
                  </a:lnTo>
                  <a:lnTo>
                    <a:pt x="262685" y="506726"/>
                  </a:lnTo>
                  <a:lnTo>
                    <a:pt x="226691" y="491818"/>
                  </a:lnTo>
                  <a:lnTo>
                    <a:pt x="198877" y="464008"/>
                  </a:lnTo>
                  <a:lnTo>
                    <a:pt x="183964" y="428013"/>
                  </a:lnTo>
                  <a:lnTo>
                    <a:pt x="182089" y="409065"/>
                  </a:lnTo>
                  <a:lnTo>
                    <a:pt x="182018" y="398024"/>
                  </a:lnTo>
                  <a:close/>
                </a:path>
                <a:path w="590550" h="590550">
                  <a:moveTo>
                    <a:pt x="381327" y="480005"/>
                  </a:moveTo>
                  <a:lnTo>
                    <a:pt x="372831" y="486186"/>
                  </a:lnTo>
                  <a:lnTo>
                    <a:pt x="371938" y="491818"/>
                  </a:lnTo>
                  <a:lnTo>
                    <a:pt x="371886" y="492145"/>
                  </a:lnTo>
                  <a:lnTo>
                    <a:pt x="383892" y="508672"/>
                  </a:lnTo>
                  <a:lnTo>
                    <a:pt x="407431" y="508672"/>
                  </a:lnTo>
                  <a:lnTo>
                    <a:pt x="387287" y="480950"/>
                  </a:lnTo>
                  <a:lnTo>
                    <a:pt x="381327" y="480005"/>
                  </a:lnTo>
                  <a:close/>
                </a:path>
                <a:path w="590550" h="590550">
                  <a:moveTo>
                    <a:pt x="114013" y="181058"/>
                  </a:moveTo>
                  <a:lnTo>
                    <a:pt x="69652" y="190021"/>
                  </a:lnTo>
                  <a:lnTo>
                    <a:pt x="33409" y="214462"/>
                  </a:lnTo>
                  <a:lnTo>
                    <a:pt x="8965" y="250701"/>
                  </a:lnTo>
                  <a:lnTo>
                    <a:pt x="0" y="295061"/>
                  </a:lnTo>
                  <a:lnTo>
                    <a:pt x="8965" y="339418"/>
                  </a:lnTo>
                  <a:lnTo>
                    <a:pt x="33409" y="375657"/>
                  </a:lnTo>
                  <a:lnTo>
                    <a:pt x="69652" y="400100"/>
                  </a:lnTo>
                  <a:lnTo>
                    <a:pt x="114013" y="409065"/>
                  </a:lnTo>
                  <a:lnTo>
                    <a:pt x="126681" y="408352"/>
                  </a:lnTo>
                  <a:lnTo>
                    <a:pt x="126874" y="408352"/>
                  </a:lnTo>
                  <a:lnTo>
                    <a:pt x="139503" y="406199"/>
                  </a:lnTo>
                  <a:lnTo>
                    <a:pt x="151534" y="402735"/>
                  </a:lnTo>
                  <a:lnTo>
                    <a:pt x="162982" y="398024"/>
                  </a:lnTo>
                  <a:lnTo>
                    <a:pt x="182018" y="398024"/>
                  </a:lnTo>
                  <a:lnTo>
                    <a:pt x="182018" y="390021"/>
                  </a:lnTo>
                  <a:lnTo>
                    <a:pt x="114013" y="390021"/>
                  </a:lnTo>
                  <a:lnTo>
                    <a:pt x="77059" y="382553"/>
                  </a:lnTo>
                  <a:lnTo>
                    <a:pt x="46869" y="362194"/>
                  </a:lnTo>
                  <a:lnTo>
                    <a:pt x="26506" y="332008"/>
                  </a:lnTo>
                  <a:lnTo>
                    <a:pt x="19037" y="295061"/>
                  </a:lnTo>
                  <a:lnTo>
                    <a:pt x="26506" y="258109"/>
                  </a:lnTo>
                  <a:lnTo>
                    <a:pt x="46869" y="227920"/>
                  </a:lnTo>
                  <a:lnTo>
                    <a:pt x="77059" y="207560"/>
                  </a:lnTo>
                  <a:lnTo>
                    <a:pt x="114013" y="200092"/>
                  </a:lnTo>
                  <a:lnTo>
                    <a:pt x="182018" y="200092"/>
                  </a:lnTo>
                  <a:lnTo>
                    <a:pt x="182018" y="192089"/>
                  </a:lnTo>
                  <a:lnTo>
                    <a:pt x="162982" y="192089"/>
                  </a:lnTo>
                  <a:lnTo>
                    <a:pt x="151533" y="187379"/>
                  </a:lnTo>
                  <a:lnTo>
                    <a:pt x="139503" y="183919"/>
                  </a:lnTo>
                  <a:lnTo>
                    <a:pt x="126969" y="181786"/>
                  </a:lnTo>
                  <a:lnTo>
                    <a:pt x="114013" y="181058"/>
                  </a:lnTo>
                  <a:close/>
                </a:path>
                <a:path w="590550" h="590550">
                  <a:moveTo>
                    <a:pt x="182018" y="200092"/>
                  </a:moveTo>
                  <a:lnTo>
                    <a:pt x="114013" y="200092"/>
                  </a:lnTo>
                  <a:lnTo>
                    <a:pt x="150968" y="207560"/>
                  </a:lnTo>
                  <a:lnTo>
                    <a:pt x="181160" y="227920"/>
                  </a:lnTo>
                  <a:lnTo>
                    <a:pt x="201522" y="258109"/>
                  </a:lnTo>
                  <a:lnTo>
                    <a:pt x="208990" y="295061"/>
                  </a:lnTo>
                  <a:lnTo>
                    <a:pt x="201522" y="332008"/>
                  </a:lnTo>
                  <a:lnTo>
                    <a:pt x="181160" y="362194"/>
                  </a:lnTo>
                  <a:lnTo>
                    <a:pt x="150968" y="382553"/>
                  </a:lnTo>
                  <a:lnTo>
                    <a:pt x="114013" y="390021"/>
                  </a:lnTo>
                  <a:lnTo>
                    <a:pt x="182018" y="390021"/>
                  </a:lnTo>
                  <a:lnTo>
                    <a:pt x="182018" y="386540"/>
                  </a:lnTo>
                  <a:lnTo>
                    <a:pt x="199523" y="370430"/>
                  </a:lnTo>
                  <a:lnTo>
                    <a:pt x="213355" y="351005"/>
                  </a:lnTo>
                  <a:lnTo>
                    <a:pt x="222922" y="328857"/>
                  </a:lnTo>
                  <a:lnTo>
                    <a:pt x="227631" y="304578"/>
                  </a:lnTo>
                  <a:lnTo>
                    <a:pt x="407429" y="304578"/>
                  </a:lnTo>
                  <a:lnTo>
                    <a:pt x="412707" y="297318"/>
                  </a:lnTo>
                  <a:lnTo>
                    <a:pt x="412707" y="292795"/>
                  </a:lnTo>
                  <a:lnTo>
                    <a:pt x="407429" y="285534"/>
                  </a:lnTo>
                  <a:lnTo>
                    <a:pt x="227631" y="285534"/>
                  </a:lnTo>
                  <a:lnTo>
                    <a:pt x="222922" y="261256"/>
                  </a:lnTo>
                  <a:lnTo>
                    <a:pt x="213355" y="239108"/>
                  </a:lnTo>
                  <a:lnTo>
                    <a:pt x="199523" y="219683"/>
                  </a:lnTo>
                  <a:lnTo>
                    <a:pt x="182018" y="203573"/>
                  </a:lnTo>
                  <a:lnTo>
                    <a:pt x="182018" y="200092"/>
                  </a:lnTo>
                  <a:close/>
                </a:path>
                <a:path w="590550" h="590550">
                  <a:moveTo>
                    <a:pt x="407429" y="304578"/>
                  </a:moveTo>
                  <a:lnTo>
                    <a:pt x="383892" y="304578"/>
                  </a:lnTo>
                  <a:lnTo>
                    <a:pt x="371886" y="321106"/>
                  </a:lnTo>
                  <a:lnTo>
                    <a:pt x="372831" y="327065"/>
                  </a:lnTo>
                  <a:lnTo>
                    <a:pt x="381327" y="333236"/>
                  </a:lnTo>
                  <a:lnTo>
                    <a:pt x="387287" y="332291"/>
                  </a:lnTo>
                  <a:lnTo>
                    <a:pt x="407429" y="304578"/>
                  </a:lnTo>
                  <a:close/>
                </a:path>
                <a:path w="590550" h="590550">
                  <a:moveTo>
                    <a:pt x="381327" y="256877"/>
                  </a:moveTo>
                  <a:lnTo>
                    <a:pt x="372831" y="263048"/>
                  </a:lnTo>
                  <a:lnTo>
                    <a:pt x="371886" y="269007"/>
                  </a:lnTo>
                  <a:lnTo>
                    <a:pt x="383892" y="285534"/>
                  </a:lnTo>
                  <a:lnTo>
                    <a:pt x="407429" y="285534"/>
                  </a:lnTo>
                  <a:lnTo>
                    <a:pt x="387287" y="257822"/>
                  </a:lnTo>
                  <a:lnTo>
                    <a:pt x="381327" y="256877"/>
                  </a:lnTo>
                  <a:close/>
                </a:path>
                <a:path w="590550" h="590550">
                  <a:moveTo>
                    <a:pt x="381327" y="33748"/>
                  </a:moveTo>
                  <a:lnTo>
                    <a:pt x="372831" y="39920"/>
                  </a:lnTo>
                  <a:lnTo>
                    <a:pt x="371886" y="45879"/>
                  </a:lnTo>
                  <a:lnTo>
                    <a:pt x="383892" y="62406"/>
                  </a:lnTo>
                  <a:lnTo>
                    <a:pt x="282347" y="62406"/>
                  </a:lnTo>
                  <a:lnTo>
                    <a:pt x="236669" y="71492"/>
                  </a:lnTo>
                  <a:lnTo>
                    <a:pt x="197949" y="97370"/>
                  </a:lnTo>
                  <a:lnTo>
                    <a:pt x="172068" y="136087"/>
                  </a:lnTo>
                  <a:lnTo>
                    <a:pt x="163052" y="181058"/>
                  </a:lnTo>
                  <a:lnTo>
                    <a:pt x="162982" y="192089"/>
                  </a:lnTo>
                  <a:lnTo>
                    <a:pt x="182018" y="192089"/>
                  </a:lnTo>
                  <a:lnTo>
                    <a:pt x="182088" y="181058"/>
                  </a:lnTo>
                  <a:lnTo>
                    <a:pt x="183963" y="162101"/>
                  </a:lnTo>
                  <a:lnTo>
                    <a:pt x="198877" y="126109"/>
                  </a:lnTo>
                  <a:lnTo>
                    <a:pt x="226691" y="98298"/>
                  </a:lnTo>
                  <a:lnTo>
                    <a:pt x="262685" y="83386"/>
                  </a:lnTo>
                  <a:lnTo>
                    <a:pt x="282347" y="81440"/>
                  </a:lnTo>
                  <a:lnTo>
                    <a:pt x="407430" y="81440"/>
                  </a:lnTo>
                  <a:lnTo>
                    <a:pt x="412706" y="74180"/>
                  </a:lnTo>
                  <a:lnTo>
                    <a:pt x="412706" y="69667"/>
                  </a:lnTo>
                  <a:lnTo>
                    <a:pt x="387287" y="34684"/>
                  </a:lnTo>
                  <a:lnTo>
                    <a:pt x="381327" y="33748"/>
                  </a:lnTo>
                  <a:close/>
                </a:path>
                <a:path w="590550" h="590550">
                  <a:moveTo>
                    <a:pt x="407430" y="81440"/>
                  </a:moveTo>
                  <a:lnTo>
                    <a:pt x="383892" y="81440"/>
                  </a:lnTo>
                  <a:lnTo>
                    <a:pt x="371886" y="97977"/>
                  </a:lnTo>
                  <a:lnTo>
                    <a:pt x="372831" y="103927"/>
                  </a:lnTo>
                  <a:lnTo>
                    <a:pt x="381327" y="110108"/>
                  </a:lnTo>
                  <a:lnTo>
                    <a:pt x="387287" y="109163"/>
                  </a:lnTo>
                  <a:lnTo>
                    <a:pt x="407430" y="81440"/>
                  </a:lnTo>
                  <a:close/>
                </a:path>
                <a:path w="590550" h="590550">
                  <a:moveTo>
                    <a:pt x="518234" y="0"/>
                  </a:moveTo>
                  <a:lnTo>
                    <a:pt x="490246" y="5655"/>
                  </a:lnTo>
                  <a:lnTo>
                    <a:pt x="467381" y="21074"/>
                  </a:lnTo>
                  <a:lnTo>
                    <a:pt x="451960" y="43937"/>
                  </a:lnTo>
                  <a:lnTo>
                    <a:pt x="446304" y="71923"/>
                  </a:lnTo>
                  <a:lnTo>
                    <a:pt x="451960" y="99911"/>
                  </a:lnTo>
                  <a:lnTo>
                    <a:pt x="467381" y="122777"/>
                  </a:lnTo>
                  <a:lnTo>
                    <a:pt x="490246" y="138200"/>
                  </a:lnTo>
                  <a:lnTo>
                    <a:pt x="518234" y="143857"/>
                  </a:lnTo>
                  <a:lnTo>
                    <a:pt x="546224" y="138200"/>
                  </a:lnTo>
                  <a:lnTo>
                    <a:pt x="566059" y="124822"/>
                  </a:lnTo>
                  <a:lnTo>
                    <a:pt x="518234" y="124822"/>
                  </a:lnTo>
                  <a:lnTo>
                    <a:pt x="497654" y="120663"/>
                  </a:lnTo>
                  <a:lnTo>
                    <a:pt x="480840" y="109322"/>
                  </a:lnTo>
                  <a:lnTo>
                    <a:pt x="469500" y="92506"/>
                  </a:lnTo>
                  <a:lnTo>
                    <a:pt x="465340" y="71923"/>
                  </a:lnTo>
                  <a:lnTo>
                    <a:pt x="469500" y="51346"/>
                  </a:lnTo>
                  <a:lnTo>
                    <a:pt x="480840" y="34533"/>
                  </a:lnTo>
                  <a:lnTo>
                    <a:pt x="497654" y="23193"/>
                  </a:lnTo>
                  <a:lnTo>
                    <a:pt x="518234" y="19034"/>
                  </a:lnTo>
                  <a:lnTo>
                    <a:pt x="566065" y="19034"/>
                  </a:lnTo>
                  <a:lnTo>
                    <a:pt x="546223" y="5655"/>
                  </a:lnTo>
                  <a:lnTo>
                    <a:pt x="518234" y="0"/>
                  </a:lnTo>
                  <a:close/>
                </a:path>
                <a:path w="590550" h="590550">
                  <a:moveTo>
                    <a:pt x="566065" y="19034"/>
                  </a:moveTo>
                  <a:lnTo>
                    <a:pt x="518234" y="19034"/>
                  </a:lnTo>
                  <a:lnTo>
                    <a:pt x="538819" y="23193"/>
                  </a:lnTo>
                  <a:lnTo>
                    <a:pt x="555636" y="34533"/>
                  </a:lnTo>
                  <a:lnTo>
                    <a:pt x="566977" y="51346"/>
                  </a:lnTo>
                  <a:lnTo>
                    <a:pt x="571137" y="71923"/>
                  </a:lnTo>
                  <a:lnTo>
                    <a:pt x="566977" y="92506"/>
                  </a:lnTo>
                  <a:lnTo>
                    <a:pt x="555636" y="109322"/>
                  </a:lnTo>
                  <a:lnTo>
                    <a:pt x="538819" y="120663"/>
                  </a:lnTo>
                  <a:lnTo>
                    <a:pt x="518234" y="124822"/>
                  </a:lnTo>
                  <a:lnTo>
                    <a:pt x="566059" y="124822"/>
                  </a:lnTo>
                  <a:lnTo>
                    <a:pt x="569092" y="122777"/>
                  </a:lnTo>
                  <a:lnTo>
                    <a:pt x="584516" y="99911"/>
                  </a:lnTo>
                  <a:lnTo>
                    <a:pt x="590173" y="71923"/>
                  </a:lnTo>
                  <a:lnTo>
                    <a:pt x="584516" y="43937"/>
                  </a:lnTo>
                  <a:lnTo>
                    <a:pt x="569092" y="21074"/>
                  </a:lnTo>
                  <a:lnTo>
                    <a:pt x="566065" y="19034"/>
                  </a:lnTo>
                  <a:close/>
                </a:path>
                <a:path w="590550" h="590550">
                  <a:moveTo>
                    <a:pt x="518234" y="223128"/>
                  </a:moveTo>
                  <a:lnTo>
                    <a:pt x="490246" y="228785"/>
                  </a:lnTo>
                  <a:lnTo>
                    <a:pt x="467381" y="244208"/>
                  </a:lnTo>
                  <a:lnTo>
                    <a:pt x="451960" y="267074"/>
                  </a:lnTo>
                  <a:lnTo>
                    <a:pt x="446304" y="295061"/>
                  </a:lnTo>
                  <a:lnTo>
                    <a:pt x="451960" y="323047"/>
                  </a:lnTo>
                  <a:lnTo>
                    <a:pt x="467381" y="345910"/>
                  </a:lnTo>
                  <a:lnTo>
                    <a:pt x="490246" y="361330"/>
                  </a:lnTo>
                  <a:lnTo>
                    <a:pt x="518234" y="366985"/>
                  </a:lnTo>
                  <a:lnTo>
                    <a:pt x="546224" y="361330"/>
                  </a:lnTo>
                  <a:lnTo>
                    <a:pt x="566065" y="347951"/>
                  </a:lnTo>
                  <a:lnTo>
                    <a:pt x="518234" y="347951"/>
                  </a:lnTo>
                  <a:lnTo>
                    <a:pt x="497654" y="343791"/>
                  </a:lnTo>
                  <a:lnTo>
                    <a:pt x="480841" y="332451"/>
                  </a:lnTo>
                  <a:lnTo>
                    <a:pt x="469500" y="315639"/>
                  </a:lnTo>
                  <a:lnTo>
                    <a:pt x="465340" y="295061"/>
                  </a:lnTo>
                  <a:lnTo>
                    <a:pt x="469500" y="274478"/>
                  </a:lnTo>
                  <a:lnTo>
                    <a:pt x="480840" y="257663"/>
                  </a:lnTo>
                  <a:lnTo>
                    <a:pt x="497654" y="246322"/>
                  </a:lnTo>
                  <a:lnTo>
                    <a:pt x="518234" y="242162"/>
                  </a:lnTo>
                  <a:lnTo>
                    <a:pt x="566059" y="242162"/>
                  </a:lnTo>
                  <a:lnTo>
                    <a:pt x="546224" y="228785"/>
                  </a:lnTo>
                  <a:lnTo>
                    <a:pt x="518234" y="223128"/>
                  </a:lnTo>
                  <a:close/>
                </a:path>
                <a:path w="590550" h="590550">
                  <a:moveTo>
                    <a:pt x="566059" y="242162"/>
                  </a:moveTo>
                  <a:lnTo>
                    <a:pt x="518234" y="242162"/>
                  </a:lnTo>
                  <a:lnTo>
                    <a:pt x="538819" y="246322"/>
                  </a:lnTo>
                  <a:lnTo>
                    <a:pt x="555636" y="257663"/>
                  </a:lnTo>
                  <a:lnTo>
                    <a:pt x="566977" y="274478"/>
                  </a:lnTo>
                  <a:lnTo>
                    <a:pt x="571137" y="295061"/>
                  </a:lnTo>
                  <a:lnTo>
                    <a:pt x="566977" y="315639"/>
                  </a:lnTo>
                  <a:lnTo>
                    <a:pt x="555636" y="332451"/>
                  </a:lnTo>
                  <a:lnTo>
                    <a:pt x="538819" y="343791"/>
                  </a:lnTo>
                  <a:lnTo>
                    <a:pt x="518234" y="347951"/>
                  </a:lnTo>
                  <a:lnTo>
                    <a:pt x="566065" y="347951"/>
                  </a:lnTo>
                  <a:lnTo>
                    <a:pt x="569092" y="345910"/>
                  </a:lnTo>
                  <a:lnTo>
                    <a:pt x="584516" y="323047"/>
                  </a:lnTo>
                  <a:lnTo>
                    <a:pt x="590173" y="295061"/>
                  </a:lnTo>
                  <a:lnTo>
                    <a:pt x="584516" y="267074"/>
                  </a:lnTo>
                  <a:lnTo>
                    <a:pt x="569092" y="244208"/>
                  </a:lnTo>
                  <a:lnTo>
                    <a:pt x="566059" y="242162"/>
                  </a:lnTo>
                  <a:close/>
                </a:path>
                <a:path w="590550" h="590550">
                  <a:moveTo>
                    <a:pt x="518234" y="446256"/>
                  </a:moveTo>
                  <a:lnTo>
                    <a:pt x="490246" y="451913"/>
                  </a:lnTo>
                  <a:lnTo>
                    <a:pt x="467381" y="467336"/>
                  </a:lnTo>
                  <a:lnTo>
                    <a:pt x="451960" y="490202"/>
                  </a:lnTo>
                  <a:lnTo>
                    <a:pt x="446304" y="518190"/>
                  </a:lnTo>
                  <a:lnTo>
                    <a:pt x="451960" y="546176"/>
                  </a:lnTo>
                  <a:lnTo>
                    <a:pt x="467381" y="569041"/>
                  </a:lnTo>
                  <a:lnTo>
                    <a:pt x="490246" y="584463"/>
                  </a:lnTo>
                  <a:lnTo>
                    <a:pt x="518234" y="590119"/>
                  </a:lnTo>
                  <a:lnTo>
                    <a:pt x="546224" y="584463"/>
                  </a:lnTo>
                  <a:lnTo>
                    <a:pt x="566064" y="571083"/>
                  </a:lnTo>
                  <a:lnTo>
                    <a:pt x="518234" y="571083"/>
                  </a:lnTo>
                  <a:lnTo>
                    <a:pt x="497655" y="566924"/>
                  </a:lnTo>
                  <a:lnTo>
                    <a:pt x="480841" y="555584"/>
                  </a:lnTo>
                  <a:lnTo>
                    <a:pt x="469500" y="538770"/>
                  </a:lnTo>
                  <a:lnTo>
                    <a:pt x="465340" y="518190"/>
                  </a:lnTo>
                  <a:lnTo>
                    <a:pt x="469500" y="497612"/>
                  </a:lnTo>
                  <a:lnTo>
                    <a:pt x="480841" y="480800"/>
                  </a:lnTo>
                  <a:lnTo>
                    <a:pt x="497655" y="469460"/>
                  </a:lnTo>
                  <a:lnTo>
                    <a:pt x="518234" y="465300"/>
                  </a:lnTo>
                  <a:lnTo>
                    <a:pt x="566073" y="465300"/>
                  </a:lnTo>
                  <a:lnTo>
                    <a:pt x="546224" y="451913"/>
                  </a:lnTo>
                  <a:lnTo>
                    <a:pt x="518234" y="446256"/>
                  </a:lnTo>
                  <a:close/>
                </a:path>
                <a:path w="590550" h="590550">
                  <a:moveTo>
                    <a:pt x="566073" y="465300"/>
                  </a:moveTo>
                  <a:lnTo>
                    <a:pt x="518234" y="465300"/>
                  </a:lnTo>
                  <a:lnTo>
                    <a:pt x="538819" y="469460"/>
                  </a:lnTo>
                  <a:lnTo>
                    <a:pt x="555636" y="480800"/>
                  </a:lnTo>
                  <a:lnTo>
                    <a:pt x="566977" y="497612"/>
                  </a:lnTo>
                  <a:lnTo>
                    <a:pt x="571137" y="518190"/>
                  </a:lnTo>
                  <a:lnTo>
                    <a:pt x="566977" y="538770"/>
                  </a:lnTo>
                  <a:lnTo>
                    <a:pt x="555636" y="555584"/>
                  </a:lnTo>
                  <a:lnTo>
                    <a:pt x="538819" y="566924"/>
                  </a:lnTo>
                  <a:lnTo>
                    <a:pt x="518234" y="571083"/>
                  </a:lnTo>
                  <a:lnTo>
                    <a:pt x="566064" y="571083"/>
                  </a:lnTo>
                  <a:lnTo>
                    <a:pt x="569092" y="569041"/>
                  </a:lnTo>
                  <a:lnTo>
                    <a:pt x="584516" y="546176"/>
                  </a:lnTo>
                  <a:lnTo>
                    <a:pt x="590173" y="518190"/>
                  </a:lnTo>
                  <a:lnTo>
                    <a:pt x="584516" y="490202"/>
                  </a:lnTo>
                  <a:lnTo>
                    <a:pt x="569092" y="467336"/>
                  </a:lnTo>
                  <a:lnTo>
                    <a:pt x="566073" y="465300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1" name="object 131"/>
          <p:cNvSpPr txBox="1"/>
          <p:nvPr/>
        </p:nvSpPr>
        <p:spPr>
          <a:xfrm>
            <a:off x="1303782" y="7933766"/>
            <a:ext cx="952500" cy="7112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200660">
              <a:lnSpc>
                <a:spcPct val="132400"/>
              </a:lnSpc>
              <a:spcBef>
                <a:spcPts val="90"/>
              </a:spcBef>
            </a:pPr>
            <a:r>
              <a:rPr dirty="0" sz="1700" spc="-20" b="1">
                <a:solidFill>
                  <a:srgbClr val="1C86E0"/>
                </a:solidFill>
                <a:latin typeface="Arial"/>
                <a:cs typeface="Arial"/>
              </a:rPr>
              <a:t>Load </a:t>
            </a:r>
            <a:r>
              <a:rPr dirty="0" sz="1700" spc="-10" b="1">
                <a:solidFill>
                  <a:srgbClr val="1C86E0"/>
                </a:solidFill>
                <a:latin typeface="Arial"/>
                <a:cs typeface="Arial"/>
              </a:rPr>
              <a:t>Balancer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5781802" y="4630014"/>
            <a:ext cx="440690" cy="50673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1350" spc="-40">
                <a:solidFill>
                  <a:srgbClr val="09546B"/>
                </a:solidFill>
                <a:latin typeface="Arial Black"/>
                <a:cs typeface="Arial Black"/>
              </a:rPr>
              <a:t>Auth</a:t>
            </a:r>
            <a:endParaRPr sz="1350">
              <a:latin typeface="Arial Black"/>
              <a:cs typeface="Arial Black"/>
            </a:endParaRPr>
          </a:p>
          <a:p>
            <a:pPr marL="85725">
              <a:lnSpc>
                <a:spcPct val="100000"/>
              </a:lnSpc>
              <a:spcBef>
                <a:spcPts val="275"/>
              </a:spcBef>
            </a:pPr>
            <a:r>
              <a:rPr dirty="0" sz="1350" spc="-25">
                <a:solidFill>
                  <a:srgbClr val="09546B"/>
                </a:solidFill>
                <a:latin typeface="Arial Black"/>
                <a:cs typeface="Arial Black"/>
              </a:rPr>
              <a:t>MS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16170910" y="1576476"/>
            <a:ext cx="953135" cy="635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9055">
              <a:lnSpc>
                <a:spcPct val="133300"/>
              </a:lnSpc>
              <a:spcBef>
                <a:spcPts val="90"/>
              </a:spcBef>
            </a:pPr>
            <a:r>
              <a:rPr dirty="0" sz="1500" spc="-10" b="1">
                <a:solidFill>
                  <a:srgbClr val="54C4C9"/>
                </a:solidFill>
                <a:latin typeface="Arial"/>
                <a:cs typeface="Arial"/>
              </a:rPr>
              <a:t>Payment Agregator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1009108" y="392164"/>
            <a:ext cx="13335" cy="536575"/>
          </a:xfrm>
          <a:custGeom>
            <a:avLst/>
            <a:gdLst/>
            <a:ahLst/>
            <a:cxnLst/>
            <a:rect l="l" t="t" r="r" b="b"/>
            <a:pathLst>
              <a:path w="13334" h="536575">
                <a:moveTo>
                  <a:pt x="12864" y="0"/>
                </a:moveTo>
                <a:lnTo>
                  <a:pt x="0" y="0"/>
                </a:lnTo>
                <a:lnTo>
                  <a:pt x="0" y="536202"/>
                </a:lnTo>
                <a:lnTo>
                  <a:pt x="12864" y="536202"/>
                </a:lnTo>
                <a:lnTo>
                  <a:pt x="12864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5" name="object 13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081661" y="534419"/>
            <a:ext cx="1009376" cy="266384"/>
          </a:xfrm>
          <a:prstGeom prst="rect">
            <a:avLst/>
          </a:prstGeom>
        </p:spPr>
      </p:pic>
      <p:sp>
        <p:nvSpPr>
          <p:cNvPr id="136" name="object 136"/>
          <p:cNvSpPr/>
          <p:nvPr/>
        </p:nvSpPr>
        <p:spPr>
          <a:xfrm>
            <a:off x="652747" y="444188"/>
            <a:ext cx="263525" cy="452755"/>
          </a:xfrm>
          <a:custGeom>
            <a:avLst/>
            <a:gdLst/>
            <a:ahLst/>
            <a:cxnLst/>
            <a:rect l="l" t="t" r="r" b="b"/>
            <a:pathLst>
              <a:path w="263525" h="452755">
                <a:moveTo>
                  <a:pt x="132977" y="206963"/>
                </a:moveTo>
                <a:lnTo>
                  <a:pt x="123364" y="210579"/>
                </a:lnTo>
                <a:lnTo>
                  <a:pt x="119459" y="214194"/>
                </a:lnTo>
                <a:lnTo>
                  <a:pt x="117356" y="218713"/>
                </a:lnTo>
                <a:lnTo>
                  <a:pt x="114052" y="225943"/>
                </a:lnTo>
                <a:lnTo>
                  <a:pt x="115387" y="233173"/>
                </a:lnTo>
                <a:lnTo>
                  <a:pt x="115498" y="233776"/>
                </a:lnTo>
                <a:lnTo>
                  <a:pt x="115554" y="234077"/>
                </a:lnTo>
                <a:lnTo>
                  <a:pt x="120661" y="239500"/>
                </a:lnTo>
                <a:lnTo>
                  <a:pt x="93727" y="288404"/>
                </a:lnTo>
                <a:lnTo>
                  <a:pt x="73271" y="334963"/>
                </a:lnTo>
                <a:lnTo>
                  <a:pt x="59912" y="377399"/>
                </a:lnTo>
                <a:lnTo>
                  <a:pt x="54270" y="413932"/>
                </a:lnTo>
                <a:lnTo>
                  <a:pt x="47962" y="414836"/>
                </a:lnTo>
                <a:lnTo>
                  <a:pt x="42554" y="418753"/>
                </a:lnTo>
                <a:lnTo>
                  <a:pt x="39550" y="424778"/>
                </a:lnTo>
                <a:lnTo>
                  <a:pt x="37801" y="432008"/>
                </a:lnTo>
                <a:lnTo>
                  <a:pt x="37752" y="432211"/>
                </a:lnTo>
                <a:lnTo>
                  <a:pt x="38912" y="439502"/>
                </a:lnTo>
                <a:lnTo>
                  <a:pt x="42719" y="445834"/>
                </a:lnTo>
                <a:lnTo>
                  <a:pt x="48863" y="450386"/>
                </a:lnTo>
                <a:lnTo>
                  <a:pt x="49163" y="450687"/>
                </a:lnTo>
                <a:lnTo>
                  <a:pt x="49764" y="450687"/>
                </a:lnTo>
                <a:lnTo>
                  <a:pt x="50065" y="450988"/>
                </a:lnTo>
                <a:lnTo>
                  <a:pt x="57204" y="452273"/>
                </a:lnTo>
                <a:lnTo>
                  <a:pt x="63585" y="450988"/>
                </a:lnTo>
                <a:lnTo>
                  <a:pt x="63970" y="450988"/>
                </a:lnTo>
                <a:lnTo>
                  <a:pt x="70131" y="447048"/>
                </a:lnTo>
                <a:lnTo>
                  <a:pt x="73969" y="441649"/>
                </a:lnTo>
                <a:lnTo>
                  <a:pt x="57575" y="441649"/>
                </a:lnTo>
                <a:lnTo>
                  <a:pt x="49764" y="438034"/>
                </a:lnTo>
                <a:lnTo>
                  <a:pt x="47962" y="433214"/>
                </a:lnTo>
                <a:lnTo>
                  <a:pt x="51567" y="425380"/>
                </a:lnTo>
                <a:lnTo>
                  <a:pt x="55772" y="423874"/>
                </a:lnTo>
                <a:lnTo>
                  <a:pt x="73439" y="423874"/>
                </a:lnTo>
                <a:lnTo>
                  <a:pt x="71314" y="420245"/>
                </a:lnTo>
                <a:lnTo>
                  <a:pt x="65385" y="415740"/>
                </a:lnTo>
                <a:lnTo>
                  <a:pt x="67235" y="397706"/>
                </a:lnTo>
                <a:lnTo>
                  <a:pt x="71394" y="377668"/>
                </a:lnTo>
                <a:lnTo>
                  <a:pt x="77805" y="355878"/>
                </a:lnTo>
                <a:lnTo>
                  <a:pt x="86364" y="332727"/>
                </a:lnTo>
                <a:lnTo>
                  <a:pt x="86414" y="332591"/>
                </a:lnTo>
                <a:lnTo>
                  <a:pt x="121265" y="332591"/>
                </a:lnTo>
                <a:lnTo>
                  <a:pt x="150937" y="322047"/>
                </a:lnTo>
                <a:lnTo>
                  <a:pt x="90620" y="322047"/>
                </a:lnTo>
                <a:lnTo>
                  <a:pt x="99012" y="303524"/>
                </a:lnTo>
                <a:lnTo>
                  <a:pt x="108304" y="284807"/>
                </a:lnTo>
                <a:lnTo>
                  <a:pt x="118839" y="265235"/>
                </a:lnTo>
                <a:lnTo>
                  <a:pt x="130274" y="245525"/>
                </a:lnTo>
                <a:lnTo>
                  <a:pt x="138351" y="245525"/>
                </a:lnTo>
                <a:lnTo>
                  <a:pt x="143041" y="244207"/>
                </a:lnTo>
                <a:lnTo>
                  <a:pt x="148355" y="240484"/>
                </a:lnTo>
                <a:lnTo>
                  <a:pt x="152204" y="234981"/>
                </a:lnTo>
                <a:lnTo>
                  <a:pt x="152276" y="234680"/>
                </a:lnTo>
                <a:lnTo>
                  <a:pt x="133278" y="234680"/>
                </a:lnTo>
                <a:lnTo>
                  <a:pt x="131475" y="233776"/>
                </a:lnTo>
                <a:lnTo>
                  <a:pt x="127570" y="231968"/>
                </a:lnTo>
                <a:lnTo>
                  <a:pt x="125768" y="227148"/>
                </a:lnTo>
                <a:lnTo>
                  <a:pt x="127570" y="223232"/>
                </a:lnTo>
                <a:lnTo>
                  <a:pt x="128471" y="221123"/>
                </a:lnTo>
                <a:lnTo>
                  <a:pt x="129973" y="219918"/>
                </a:lnTo>
                <a:lnTo>
                  <a:pt x="132076" y="219014"/>
                </a:lnTo>
                <a:lnTo>
                  <a:pt x="133879" y="218412"/>
                </a:lnTo>
                <a:lnTo>
                  <a:pt x="151732" y="218412"/>
                </a:lnTo>
                <a:lnTo>
                  <a:pt x="149035" y="213926"/>
                </a:lnTo>
                <a:lnTo>
                  <a:pt x="142891" y="209374"/>
                </a:lnTo>
                <a:lnTo>
                  <a:pt x="138632" y="207380"/>
                </a:lnTo>
                <a:lnTo>
                  <a:pt x="140458" y="207380"/>
                </a:lnTo>
                <a:lnTo>
                  <a:pt x="132977" y="206963"/>
                </a:lnTo>
                <a:close/>
              </a:path>
              <a:path w="263525" h="452755">
                <a:moveTo>
                  <a:pt x="73439" y="423874"/>
                </a:moveTo>
                <a:lnTo>
                  <a:pt x="55772" y="423874"/>
                </a:lnTo>
                <a:lnTo>
                  <a:pt x="59678" y="425079"/>
                </a:lnTo>
                <a:lnTo>
                  <a:pt x="59978" y="425079"/>
                </a:lnTo>
                <a:lnTo>
                  <a:pt x="60278" y="425380"/>
                </a:lnTo>
                <a:lnTo>
                  <a:pt x="64184" y="427188"/>
                </a:lnTo>
                <a:lnTo>
                  <a:pt x="65986" y="432009"/>
                </a:lnTo>
                <a:lnTo>
                  <a:pt x="62381" y="439841"/>
                </a:lnTo>
                <a:lnTo>
                  <a:pt x="57575" y="441649"/>
                </a:lnTo>
                <a:lnTo>
                  <a:pt x="73969" y="441649"/>
                </a:lnTo>
                <a:lnTo>
                  <a:pt x="74398" y="441047"/>
                </a:lnTo>
                <a:lnTo>
                  <a:pt x="76073" y="433661"/>
                </a:lnTo>
                <a:lnTo>
                  <a:pt x="75072" y="427188"/>
                </a:lnTo>
                <a:lnTo>
                  <a:pt x="74961" y="426473"/>
                </a:lnTo>
                <a:lnTo>
                  <a:pt x="73439" y="423874"/>
                </a:lnTo>
                <a:close/>
              </a:path>
              <a:path w="263525" h="452755">
                <a:moveTo>
                  <a:pt x="121265" y="332591"/>
                </a:moveTo>
                <a:lnTo>
                  <a:pt x="86414" y="332591"/>
                </a:lnTo>
                <a:lnTo>
                  <a:pt x="120881" y="332727"/>
                </a:lnTo>
                <a:lnTo>
                  <a:pt x="121265" y="332591"/>
                </a:lnTo>
                <a:close/>
              </a:path>
              <a:path w="263525" h="452755">
                <a:moveTo>
                  <a:pt x="223750" y="26812"/>
                </a:moveTo>
                <a:lnTo>
                  <a:pt x="210783" y="26812"/>
                </a:lnTo>
                <a:lnTo>
                  <a:pt x="242184" y="89793"/>
                </a:lnTo>
                <a:lnTo>
                  <a:pt x="251826" y="145210"/>
                </a:lnTo>
                <a:lnTo>
                  <a:pt x="246532" y="190897"/>
                </a:lnTo>
                <a:lnTo>
                  <a:pt x="246429" y="191791"/>
                </a:lnTo>
                <a:lnTo>
                  <a:pt x="232711" y="228265"/>
                </a:lnTo>
                <a:lnTo>
                  <a:pt x="188544" y="284808"/>
                </a:lnTo>
                <a:lnTo>
                  <a:pt x="155358" y="307925"/>
                </a:lnTo>
                <a:lnTo>
                  <a:pt x="90620" y="322047"/>
                </a:lnTo>
                <a:lnTo>
                  <a:pt x="150937" y="322047"/>
                </a:lnTo>
                <a:lnTo>
                  <a:pt x="194772" y="294589"/>
                </a:lnTo>
                <a:lnTo>
                  <a:pt x="226705" y="259986"/>
                </a:lnTo>
                <a:lnTo>
                  <a:pt x="253704" y="207380"/>
                </a:lnTo>
                <a:lnTo>
                  <a:pt x="263160" y="152242"/>
                </a:lnTo>
                <a:lnTo>
                  <a:pt x="263275" y="150933"/>
                </a:lnTo>
                <a:lnTo>
                  <a:pt x="251038" y="80174"/>
                </a:lnTo>
                <a:lnTo>
                  <a:pt x="235389" y="45260"/>
                </a:lnTo>
                <a:lnTo>
                  <a:pt x="223750" y="26812"/>
                </a:lnTo>
                <a:close/>
              </a:path>
              <a:path w="263525" h="452755">
                <a:moveTo>
                  <a:pt x="205977" y="0"/>
                </a:moveTo>
                <a:lnTo>
                  <a:pt x="172894" y="54378"/>
                </a:lnTo>
                <a:lnTo>
                  <a:pt x="88545" y="100725"/>
                </a:lnTo>
                <a:lnTo>
                  <a:pt x="61555" y="116815"/>
                </a:lnTo>
                <a:lnTo>
                  <a:pt x="20024" y="158766"/>
                </a:lnTo>
                <a:lnTo>
                  <a:pt x="272" y="216192"/>
                </a:lnTo>
                <a:lnTo>
                  <a:pt x="251" y="218411"/>
                </a:lnTo>
                <a:lnTo>
                  <a:pt x="125" y="231667"/>
                </a:lnTo>
                <a:lnTo>
                  <a:pt x="6205" y="272036"/>
                </a:lnTo>
                <a:lnTo>
                  <a:pt x="33960" y="310758"/>
                </a:lnTo>
                <a:lnTo>
                  <a:pt x="46460" y="317528"/>
                </a:lnTo>
                <a:lnTo>
                  <a:pt x="46760" y="317829"/>
                </a:lnTo>
                <a:lnTo>
                  <a:pt x="47361" y="317829"/>
                </a:lnTo>
                <a:lnTo>
                  <a:pt x="47661" y="318130"/>
                </a:lnTo>
                <a:lnTo>
                  <a:pt x="53069" y="319938"/>
                </a:lnTo>
                <a:lnTo>
                  <a:pt x="54871" y="314515"/>
                </a:lnTo>
                <a:lnTo>
                  <a:pt x="58767" y="305176"/>
                </a:lnTo>
                <a:lnTo>
                  <a:pt x="46159" y="305176"/>
                </a:lnTo>
                <a:lnTo>
                  <a:pt x="16719" y="268421"/>
                </a:lnTo>
                <a:lnTo>
                  <a:pt x="11130" y="244207"/>
                </a:lnTo>
                <a:lnTo>
                  <a:pt x="11239" y="225943"/>
                </a:lnTo>
                <a:lnTo>
                  <a:pt x="29637" y="164791"/>
                </a:lnTo>
                <a:lnTo>
                  <a:pt x="68878" y="126003"/>
                </a:lnTo>
                <a:lnTo>
                  <a:pt x="150246" y="82141"/>
                </a:lnTo>
                <a:lnTo>
                  <a:pt x="175898" y="66504"/>
                </a:lnTo>
                <a:lnTo>
                  <a:pt x="196763" y="48494"/>
                </a:lnTo>
                <a:lnTo>
                  <a:pt x="210783" y="26812"/>
                </a:lnTo>
                <a:lnTo>
                  <a:pt x="223750" y="26812"/>
                </a:lnTo>
                <a:lnTo>
                  <a:pt x="213487" y="10544"/>
                </a:lnTo>
                <a:lnTo>
                  <a:pt x="205977" y="0"/>
                </a:lnTo>
                <a:close/>
              </a:path>
              <a:path w="263525" h="452755">
                <a:moveTo>
                  <a:pt x="164807" y="113774"/>
                </a:moveTo>
                <a:lnTo>
                  <a:pt x="145653" y="132241"/>
                </a:lnTo>
                <a:lnTo>
                  <a:pt x="146195" y="137678"/>
                </a:lnTo>
                <a:lnTo>
                  <a:pt x="148899" y="142498"/>
                </a:lnTo>
                <a:lnTo>
                  <a:pt x="122285" y="170416"/>
                </a:lnTo>
                <a:lnTo>
                  <a:pt x="94150" y="209037"/>
                </a:lnTo>
                <a:lnTo>
                  <a:pt x="67704" y="255058"/>
                </a:lnTo>
                <a:lnTo>
                  <a:pt x="46159" y="305176"/>
                </a:lnTo>
                <a:lnTo>
                  <a:pt x="58767" y="305176"/>
                </a:lnTo>
                <a:lnTo>
                  <a:pt x="75947" y="263993"/>
                </a:lnTo>
                <a:lnTo>
                  <a:pt x="102486" y="217171"/>
                </a:lnTo>
                <a:lnTo>
                  <a:pt x="130828" y="177976"/>
                </a:lnTo>
                <a:lnTo>
                  <a:pt x="157311" y="150331"/>
                </a:lnTo>
                <a:lnTo>
                  <a:pt x="173810" y="150331"/>
                </a:lnTo>
                <a:lnTo>
                  <a:pt x="179470" y="146273"/>
                </a:lnTo>
                <a:lnTo>
                  <a:pt x="182338" y="141594"/>
                </a:lnTo>
                <a:lnTo>
                  <a:pt x="166924" y="141594"/>
                </a:lnTo>
                <a:lnTo>
                  <a:pt x="158512" y="138581"/>
                </a:lnTo>
                <a:lnTo>
                  <a:pt x="156710" y="134062"/>
                </a:lnTo>
                <a:lnTo>
                  <a:pt x="158212" y="129845"/>
                </a:lnTo>
                <a:lnTo>
                  <a:pt x="159598" y="126229"/>
                </a:lnTo>
                <a:lnTo>
                  <a:pt x="159685" y="126004"/>
                </a:lnTo>
                <a:lnTo>
                  <a:pt x="159553" y="126004"/>
                </a:lnTo>
                <a:lnTo>
                  <a:pt x="164220" y="123819"/>
                </a:lnTo>
                <a:lnTo>
                  <a:pt x="182185" y="123819"/>
                </a:lnTo>
                <a:lnTo>
                  <a:pt x="178799" y="119070"/>
                </a:lnTo>
                <a:lnTo>
                  <a:pt x="172430" y="115144"/>
                </a:lnTo>
                <a:lnTo>
                  <a:pt x="172683" y="115144"/>
                </a:lnTo>
                <a:lnTo>
                  <a:pt x="164807" y="113774"/>
                </a:lnTo>
                <a:close/>
              </a:path>
              <a:path w="263525" h="452755">
                <a:moveTo>
                  <a:pt x="138351" y="245525"/>
                </a:moveTo>
                <a:lnTo>
                  <a:pt x="130274" y="245525"/>
                </a:lnTo>
                <a:lnTo>
                  <a:pt x="136826" y="245954"/>
                </a:lnTo>
                <a:lnTo>
                  <a:pt x="138351" y="245525"/>
                </a:lnTo>
                <a:close/>
              </a:path>
              <a:path w="263525" h="452755">
                <a:moveTo>
                  <a:pt x="151732" y="218412"/>
                </a:moveTo>
                <a:lnTo>
                  <a:pt x="135681" y="218412"/>
                </a:lnTo>
                <a:lnTo>
                  <a:pt x="137484" y="219014"/>
                </a:lnTo>
                <a:lnTo>
                  <a:pt x="137784" y="219014"/>
                </a:lnTo>
                <a:lnTo>
                  <a:pt x="138084" y="219315"/>
                </a:lnTo>
                <a:lnTo>
                  <a:pt x="141990" y="221123"/>
                </a:lnTo>
                <a:lnTo>
                  <a:pt x="143792" y="225943"/>
                </a:lnTo>
                <a:lnTo>
                  <a:pt x="141990" y="229860"/>
                </a:lnTo>
                <a:lnTo>
                  <a:pt x="141088" y="231667"/>
                </a:lnTo>
                <a:lnTo>
                  <a:pt x="139586" y="233174"/>
                </a:lnTo>
                <a:lnTo>
                  <a:pt x="137484" y="234077"/>
                </a:lnTo>
                <a:lnTo>
                  <a:pt x="135381" y="234680"/>
                </a:lnTo>
                <a:lnTo>
                  <a:pt x="152276" y="234680"/>
                </a:lnTo>
                <a:lnTo>
                  <a:pt x="154001" y="227548"/>
                </a:lnTo>
                <a:lnTo>
                  <a:pt x="152842" y="220257"/>
                </a:lnTo>
                <a:lnTo>
                  <a:pt x="151732" y="218412"/>
                </a:lnTo>
                <a:close/>
              </a:path>
              <a:path w="263525" h="452755">
                <a:moveTo>
                  <a:pt x="173810" y="150331"/>
                </a:moveTo>
                <a:lnTo>
                  <a:pt x="157311" y="150331"/>
                </a:lnTo>
                <a:lnTo>
                  <a:pt x="158512" y="150933"/>
                </a:lnTo>
                <a:lnTo>
                  <a:pt x="158813" y="150933"/>
                </a:lnTo>
                <a:lnTo>
                  <a:pt x="166337" y="152242"/>
                </a:lnTo>
                <a:lnTo>
                  <a:pt x="173495" y="150557"/>
                </a:lnTo>
                <a:lnTo>
                  <a:pt x="173810" y="150331"/>
                </a:lnTo>
                <a:close/>
              </a:path>
              <a:path w="263525" h="452755">
                <a:moveTo>
                  <a:pt x="182185" y="123819"/>
                </a:moveTo>
                <a:lnTo>
                  <a:pt x="164220" y="123819"/>
                </a:lnTo>
                <a:lnTo>
                  <a:pt x="172631" y="126832"/>
                </a:lnTo>
                <a:lnTo>
                  <a:pt x="174434" y="131351"/>
                </a:lnTo>
                <a:lnTo>
                  <a:pt x="171430" y="139786"/>
                </a:lnTo>
                <a:lnTo>
                  <a:pt x="166924" y="141594"/>
                </a:lnTo>
                <a:lnTo>
                  <a:pt x="182338" y="141594"/>
                </a:lnTo>
                <a:lnTo>
                  <a:pt x="183446" y="139786"/>
                </a:lnTo>
                <a:lnTo>
                  <a:pt x="184751" y="132241"/>
                </a:lnTo>
                <a:lnTo>
                  <a:pt x="183132" y="125326"/>
                </a:lnTo>
                <a:lnTo>
                  <a:pt x="183071" y="125062"/>
                </a:lnTo>
                <a:lnTo>
                  <a:pt x="182185" y="123819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17491837" y="8458454"/>
            <a:ext cx="796290" cy="800100"/>
          </a:xfrm>
          <a:custGeom>
            <a:avLst/>
            <a:gdLst/>
            <a:ahLst/>
            <a:cxnLst/>
            <a:rect l="l" t="t" r="r" b="b"/>
            <a:pathLst>
              <a:path w="796290" h="800100">
                <a:moveTo>
                  <a:pt x="796163" y="0"/>
                </a:moveTo>
                <a:lnTo>
                  <a:pt x="80009" y="0"/>
                </a:lnTo>
                <a:lnTo>
                  <a:pt x="64337" y="1543"/>
                </a:lnTo>
                <a:lnTo>
                  <a:pt x="23368" y="23368"/>
                </a:lnTo>
                <a:lnTo>
                  <a:pt x="1543" y="64337"/>
                </a:lnTo>
                <a:lnTo>
                  <a:pt x="0" y="80010"/>
                </a:lnTo>
                <a:lnTo>
                  <a:pt x="0" y="719797"/>
                </a:lnTo>
                <a:lnTo>
                  <a:pt x="13394" y="764210"/>
                </a:lnTo>
                <a:lnTo>
                  <a:pt x="49403" y="793753"/>
                </a:lnTo>
                <a:lnTo>
                  <a:pt x="80009" y="799846"/>
                </a:lnTo>
                <a:lnTo>
                  <a:pt x="796163" y="799846"/>
                </a:lnTo>
                <a:lnTo>
                  <a:pt x="796163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 txBox="1"/>
          <p:nvPr/>
        </p:nvSpPr>
        <p:spPr>
          <a:xfrm>
            <a:off x="17785841" y="8713089"/>
            <a:ext cx="221615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-165">
                <a:solidFill>
                  <a:srgbClr val="FFFFFF"/>
                </a:solidFill>
                <a:latin typeface="Arial Black"/>
                <a:cs typeface="Arial Black"/>
              </a:rPr>
              <a:t>14</a:t>
            </a:r>
            <a:endParaRPr sz="14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491837" y="8458454"/>
            <a:ext cx="796290" cy="800100"/>
          </a:xfrm>
          <a:custGeom>
            <a:avLst/>
            <a:gdLst/>
            <a:ahLst/>
            <a:cxnLst/>
            <a:rect l="l" t="t" r="r" b="b"/>
            <a:pathLst>
              <a:path w="796290" h="800100">
                <a:moveTo>
                  <a:pt x="796163" y="0"/>
                </a:moveTo>
                <a:lnTo>
                  <a:pt x="80009" y="0"/>
                </a:lnTo>
                <a:lnTo>
                  <a:pt x="64337" y="1543"/>
                </a:lnTo>
                <a:lnTo>
                  <a:pt x="23368" y="23368"/>
                </a:lnTo>
                <a:lnTo>
                  <a:pt x="1543" y="64337"/>
                </a:lnTo>
                <a:lnTo>
                  <a:pt x="0" y="80010"/>
                </a:lnTo>
                <a:lnTo>
                  <a:pt x="0" y="719797"/>
                </a:lnTo>
                <a:lnTo>
                  <a:pt x="13394" y="764210"/>
                </a:lnTo>
                <a:lnTo>
                  <a:pt x="49403" y="793753"/>
                </a:lnTo>
                <a:lnTo>
                  <a:pt x="80009" y="799846"/>
                </a:lnTo>
                <a:lnTo>
                  <a:pt x="796163" y="799846"/>
                </a:lnTo>
                <a:lnTo>
                  <a:pt x="796163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09108" y="392164"/>
            <a:ext cx="13335" cy="536575"/>
          </a:xfrm>
          <a:custGeom>
            <a:avLst/>
            <a:gdLst/>
            <a:ahLst/>
            <a:cxnLst/>
            <a:rect l="l" t="t" r="r" b="b"/>
            <a:pathLst>
              <a:path w="13334" h="536575">
                <a:moveTo>
                  <a:pt x="12864" y="0"/>
                </a:moveTo>
                <a:lnTo>
                  <a:pt x="0" y="0"/>
                </a:lnTo>
                <a:lnTo>
                  <a:pt x="0" y="536202"/>
                </a:lnTo>
                <a:lnTo>
                  <a:pt x="12864" y="536202"/>
                </a:lnTo>
                <a:lnTo>
                  <a:pt x="12864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661" y="534419"/>
            <a:ext cx="1009376" cy="26638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52747" y="444188"/>
            <a:ext cx="263525" cy="452755"/>
          </a:xfrm>
          <a:custGeom>
            <a:avLst/>
            <a:gdLst/>
            <a:ahLst/>
            <a:cxnLst/>
            <a:rect l="l" t="t" r="r" b="b"/>
            <a:pathLst>
              <a:path w="263525" h="452755">
                <a:moveTo>
                  <a:pt x="132977" y="206963"/>
                </a:moveTo>
                <a:lnTo>
                  <a:pt x="123364" y="210579"/>
                </a:lnTo>
                <a:lnTo>
                  <a:pt x="119459" y="214194"/>
                </a:lnTo>
                <a:lnTo>
                  <a:pt x="117356" y="218713"/>
                </a:lnTo>
                <a:lnTo>
                  <a:pt x="114052" y="225943"/>
                </a:lnTo>
                <a:lnTo>
                  <a:pt x="115387" y="233173"/>
                </a:lnTo>
                <a:lnTo>
                  <a:pt x="115498" y="233776"/>
                </a:lnTo>
                <a:lnTo>
                  <a:pt x="115554" y="234077"/>
                </a:lnTo>
                <a:lnTo>
                  <a:pt x="120661" y="239500"/>
                </a:lnTo>
                <a:lnTo>
                  <a:pt x="93727" y="288404"/>
                </a:lnTo>
                <a:lnTo>
                  <a:pt x="73271" y="334963"/>
                </a:lnTo>
                <a:lnTo>
                  <a:pt x="59912" y="377399"/>
                </a:lnTo>
                <a:lnTo>
                  <a:pt x="54270" y="413932"/>
                </a:lnTo>
                <a:lnTo>
                  <a:pt x="47962" y="414836"/>
                </a:lnTo>
                <a:lnTo>
                  <a:pt x="42554" y="418753"/>
                </a:lnTo>
                <a:lnTo>
                  <a:pt x="39550" y="424778"/>
                </a:lnTo>
                <a:lnTo>
                  <a:pt x="37801" y="432008"/>
                </a:lnTo>
                <a:lnTo>
                  <a:pt x="37752" y="432211"/>
                </a:lnTo>
                <a:lnTo>
                  <a:pt x="38912" y="439502"/>
                </a:lnTo>
                <a:lnTo>
                  <a:pt x="42719" y="445834"/>
                </a:lnTo>
                <a:lnTo>
                  <a:pt x="48863" y="450386"/>
                </a:lnTo>
                <a:lnTo>
                  <a:pt x="49163" y="450687"/>
                </a:lnTo>
                <a:lnTo>
                  <a:pt x="49764" y="450687"/>
                </a:lnTo>
                <a:lnTo>
                  <a:pt x="50065" y="450988"/>
                </a:lnTo>
                <a:lnTo>
                  <a:pt x="57204" y="452273"/>
                </a:lnTo>
                <a:lnTo>
                  <a:pt x="63585" y="450988"/>
                </a:lnTo>
                <a:lnTo>
                  <a:pt x="63970" y="450988"/>
                </a:lnTo>
                <a:lnTo>
                  <a:pt x="70131" y="447048"/>
                </a:lnTo>
                <a:lnTo>
                  <a:pt x="73969" y="441649"/>
                </a:lnTo>
                <a:lnTo>
                  <a:pt x="57575" y="441649"/>
                </a:lnTo>
                <a:lnTo>
                  <a:pt x="49764" y="438034"/>
                </a:lnTo>
                <a:lnTo>
                  <a:pt x="47962" y="433214"/>
                </a:lnTo>
                <a:lnTo>
                  <a:pt x="51567" y="425380"/>
                </a:lnTo>
                <a:lnTo>
                  <a:pt x="55772" y="423874"/>
                </a:lnTo>
                <a:lnTo>
                  <a:pt x="73439" y="423874"/>
                </a:lnTo>
                <a:lnTo>
                  <a:pt x="71314" y="420245"/>
                </a:lnTo>
                <a:lnTo>
                  <a:pt x="65385" y="415740"/>
                </a:lnTo>
                <a:lnTo>
                  <a:pt x="67235" y="397706"/>
                </a:lnTo>
                <a:lnTo>
                  <a:pt x="71394" y="377668"/>
                </a:lnTo>
                <a:lnTo>
                  <a:pt x="77805" y="355878"/>
                </a:lnTo>
                <a:lnTo>
                  <a:pt x="86364" y="332727"/>
                </a:lnTo>
                <a:lnTo>
                  <a:pt x="86414" y="332591"/>
                </a:lnTo>
                <a:lnTo>
                  <a:pt x="121265" y="332591"/>
                </a:lnTo>
                <a:lnTo>
                  <a:pt x="150937" y="322047"/>
                </a:lnTo>
                <a:lnTo>
                  <a:pt x="90620" y="322047"/>
                </a:lnTo>
                <a:lnTo>
                  <a:pt x="99012" y="303524"/>
                </a:lnTo>
                <a:lnTo>
                  <a:pt x="108304" y="284807"/>
                </a:lnTo>
                <a:lnTo>
                  <a:pt x="118839" y="265235"/>
                </a:lnTo>
                <a:lnTo>
                  <a:pt x="130274" y="245525"/>
                </a:lnTo>
                <a:lnTo>
                  <a:pt x="138351" y="245525"/>
                </a:lnTo>
                <a:lnTo>
                  <a:pt x="143041" y="244207"/>
                </a:lnTo>
                <a:lnTo>
                  <a:pt x="148355" y="240484"/>
                </a:lnTo>
                <a:lnTo>
                  <a:pt x="152204" y="234981"/>
                </a:lnTo>
                <a:lnTo>
                  <a:pt x="152276" y="234680"/>
                </a:lnTo>
                <a:lnTo>
                  <a:pt x="133278" y="234680"/>
                </a:lnTo>
                <a:lnTo>
                  <a:pt x="131475" y="233776"/>
                </a:lnTo>
                <a:lnTo>
                  <a:pt x="127570" y="231968"/>
                </a:lnTo>
                <a:lnTo>
                  <a:pt x="125768" y="227148"/>
                </a:lnTo>
                <a:lnTo>
                  <a:pt x="127570" y="223232"/>
                </a:lnTo>
                <a:lnTo>
                  <a:pt x="128471" y="221123"/>
                </a:lnTo>
                <a:lnTo>
                  <a:pt x="129973" y="219918"/>
                </a:lnTo>
                <a:lnTo>
                  <a:pt x="132076" y="219014"/>
                </a:lnTo>
                <a:lnTo>
                  <a:pt x="133879" y="218412"/>
                </a:lnTo>
                <a:lnTo>
                  <a:pt x="151732" y="218412"/>
                </a:lnTo>
                <a:lnTo>
                  <a:pt x="149035" y="213926"/>
                </a:lnTo>
                <a:lnTo>
                  <a:pt x="142891" y="209374"/>
                </a:lnTo>
                <a:lnTo>
                  <a:pt x="138632" y="207380"/>
                </a:lnTo>
                <a:lnTo>
                  <a:pt x="140458" y="207380"/>
                </a:lnTo>
                <a:lnTo>
                  <a:pt x="132977" y="206963"/>
                </a:lnTo>
                <a:close/>
              </a:path>
              <a:path w="263525" h="452755">
                <a:moveTo>
                  <a:pt x="73439" y="423874"/>
                </a:moveTo>
                <a:lnTo>
                  <a:pt x="55772" y="423874"/>
                </a:lnTo>
                <a:lnTo>
                  <a:pt x="59678" y="425079"/>
                </a:lnTo>
                <a:lnTo>
                  <a:pt x="59978" y="425079"/>
                </a:lnTo>
                <a:lnTo>
                  <a:pt x="60278" y="425380"/>
                </a:lnTo>
                <a:lnTo>
                  <a:pt x="64184" y="427188"/>
                </a:lnTo>
                <a:lnTo>
                  <a:pt x="65986" y="432009"/>
                </a:lnTo>
                <a:lnTo>
                  <a:pt x="62381" y="439841"/>
                </a:lnTo>
                <a:lnTo>
                  <a:pt x="57575" y="441649"/>
                </a:lnTo>
                <a:lnTo>
                  <a:pt x="73969" y="441649"/>
                </a:lnTo>
                <a:lnTo>
                  <a:pt x="74398" y="441047"/>
                </a:lnTo>
                <a:lnTo>
                  <a:pt x="76073" y="433661"/>
                </a:lnTo>
                <a:lnTo>
                  <a:pt x="75072" y="427188"/>
                </a:lnTo>
                <a:lnTo>
                  <a:pt x="74961" y="426473"/>
                </a:lnTo>
                <a:lnTo>
                  <a:pt x="73439" y="423874"/>
                </a:lnTo>
                <a:close/>
              </a:path>
              <a:path w="263525" h="452755">
                <a:moveTo>
                  <a:pt x="121265" y="332591"/>
                </a:moveTo>
                <a:lnTo>
                  <a:pt x="86414" y="332591"/>
                </a:lnTo>
                <a:lnTo>
                  <a:pt x="120881" y="332727"/>
                </a:lnTo>
                <a:lnTo>
                  <a:pt x="121265" y="332591"/>
                </a:lnTo>
                <a:close/>
              </a:path>
              <a:path w="263525" h="452755">
                <a:moveTo>
                  <a:pt x="223750" y="26812"/>
                </a:moveTo>
                <a:lnTo>
                  <a:pt x="210783" y="26812"/>
                </a:lnTo>
                <a:lnTo>
                  <a:pt x="242184" y="89793"/>
                </a:lnTo>
                <a:lnTo>
                  <a:pt x="251826" y="145210"/>
                </a:lnTo>
                <a:lnTo>
                  <a:pt x="246532" y="190897"/>
                </a:lnTo>
                <a:lnTo>
                  <a:pt x="246429" y="191791"/>
                </a:lnTo>
                <a:lnTo>
                  <a:pt x="232711" y="228265"/>
                </a:lnTo>
                <a:lnTo>
                  <a:pt x="188544" y="284808"/>
                </a:lnTo>
                <a:lnTo>
                  <a:pt x="155358" y="307925"/>
                </a:lnTo>
                <a:lnTo>
                  <a:pt x="90620" y="322047"/>
                </a:lnTo>
                <a:lnTo>
                  <a:pt x="150937" y="322047"/>
                </a:lnTo>
                <a:lnTo>
                  <a:pt x="194772" y="294589"/>
                </a:lnTo>
                <a:lnTo>
                  <a:pt x="226705" y="259986"/>
                </a:lnTo>
                <a:lnTo>
                  <a:pt x="253704" y="207380"/>
                </a:lnTo>
                <a:lnTo>
                  <a:pt x="263160" y="152242"/>
                </a:lnTo>
                <a:lnTo>
                  <a:pt x="263275" y="150933"/>
                </a:lnTo>
                <a:lnTo>
                  <a:pt x="251038" y="80174"/>
                </a:lnTo>
                <a:lnTo>
                  <a:pt x="235389" y="45260"/>
                </a:lnTo>
                <a:lnTo>
                  <a:pt x="223750" y="26812"/>
                </a:lnTo>
                <a:close/>
              </a:path>
              <a:path w="263525" h="452755">
                <a:moveTo>
                  <a:pt x="205977" y="0"/>
                </a:moveTo>
                <a:lnTo>
                  <a:pt x="172894" y="54378"/>
                </a:lnTo>
                <a:lnTo>
                  <a:pt x="88545" y="100725"/>
                </a:lnTo>
                <a:lnTo>
                  <a:pt x="61555" y="116815"/>
                </a:lnTo>
                <a:lnTo>
                  <a:pt x="20024" y="158766"/>
                </a:lnTo>
                <a:lnTo>
                  <a:pt x="272" y="216192"/>
                </a:lnTo>
                <a:lnTo>
                  <a:pt x="251" y="218411"/>
                </a:lnTo>
                <a:lnTo>
                  <a:pt x="125" y="231667"/>
                </a:lnTo>
                <a:lnTo>
                  <a:pt x="6205" y="272036"/>
                </a:lnTo>
                <a:lnTo>
                  <a:pt x="33960" y="310758"/>
                </a:lnTo>
                <a:lnTo>
                  <a:pt x="46460" y="317528"/>
                </a:lnTo>
                <a:lnTo>
                  <a:pt x="46760" y="317829"/>
                </a:lnTo>
                <a:lnTo>
                  <a:pt x="47361" y="317829"/>
                </a:lnTo>
                <a:lnTo>
                  <a:pt x="47661" y="318130"/>
                </a:lnTo>
                <a:lnTo>
                  <a:pt x="53069" y="319938"/>
                </a:lnTo>
                <a:lnTo>
                  <a:pt x="54871" y="314515"/>
                </a:lnTo>
                <a:lnTo>
                  <a:pt x="58767" y="305176"/>
                </a:lnTo>
                <a:lnTo>
                  <a:pt x="46159" y="305176"/>
                </a:lnTo>
                <a:lnTo>
                  <a:pt x="16719" y="268421"/>
                </a:lnTo>
                <a:lnTo>
                  <a:pt x="11130" y="244207"/>
                </a:lnTo>
                <a:lnTo>
                  <a:pt x="11239" y="225943"/>
                </a:lnTo>
                <a:lnTo>
                  <a:pt x="29637" y="164791"/>
                </a:lnTo>
                <a:lnTo>
                  <a:pt x="68878" y="126003"/>
                </a:lnTo>
                <a:lnTo>
                  <a:pt x="150246" y="82141"/>
                </a:lnTo>
                <a:lnTo>
                  <a:pt x="175898" y="66504"/>
                </a:lnTo>
                <a:lnTo>
                  <a:pt x="196763" y="48494"/>
                </a:lnTo>
                <a:lnTo>
                  <a:pt x="210783" y="26812"/>
                </a:lnTo>
                <a:lnTo>
                  <a:pt x="223750" y="26812"/>
                </a:lnTo>
                <a:lnTo>
                  <a:pt x="213487" y="10544"/>
                </a:lnTo>
                <a:lnTo>
                  <a:pt x="205977" y="0"/>
                </a:lnTo>
                <a:close/>
              </a:path>
              <a:path w="263525" h="452755">
                <a:moveTo>
                  <a:pt x="164807" y="113774"/>
                </a:moveTo>
                <a:lnTo>
                  <a:pt x="145653" y="132241"/>
                </a:lnTo>
                <a:lnTo>
                  <a:pt x="146195" y="137678"/>
                </a:lnTo>
                <a:lnTo>
                  <a:pt x="148899" y="142498"/>
                </a:lnTo>
                <a:lnTo>
                  <a:pt x="122285" y="170416"/>
                </a:lnTo>
                <a:lnTo>
                  <a:pt x="94150" y="209037"/>
                </a:lnTo>
                <a:lnTo>
                  <a:pt x="67704" y="255058"/>
                </a:lnTo>
                <a:lnTo>
                  <a:pt x="46159" y="305176"/>
                </a:lnTo>
                <a:lnTo>
                  <a:pt x="58767" y="305176"/>
                </a:lnTo>
                <a:lnTo>
                  <a:pt x="75947" y="263993"/>
                </a:lnTo>
                <a:lnTo>
                  <a:pt x="102486" y="217171"/>
                </a:lnTo>
                <a:lnTo>
                  <a:pt x="130828" y="177976"/>
                </a:lnTo>
                <a:lnTo>
                  <a:pt x="157311" y="150331"/>
                </a:lnTo>
                <a:lnTo>
                  <a:pt x="173810" y="150331"/>
                </a:lnTo>
                <a:lnTo>
                  <a:pt x="179470" y="146273"/>
                </a:lnTo>
                <a:lnTo>
                  <a:pt x="182338" y="141594"/>
                </a:lnTo>
                <a:lnTo>
                  <a:pt x="166924" y="141594"/>
                </a:lnTo>
                <a:lnTo>
                  <a:pt x="158512" y="138581"/>
                </a:lnTo>
                <a:lnTo>
                  <a:pt x="156710" y="134062"/>
                </a:lnTo>
                <a:lnTo>
                  <a:pt x="158212" y="129845"/>
                </a:lnTo>
                <a:lnTo>
                  <a:pt x="159598" y="126229"/>
                </a:lnTo>
                <a:lnTo>
                  <a:pt x="159685" y="126004"/>
                </a:lnTo>
                <a:lnTo>
                  <a:pt x="159553" y="126004"/>
                </a:lnTo>
                <a:lnTo>
                  <a:pt x="164220" y="123819"/>
                </a:lnTo>
                <a:lnTo>
                  <a:pt x="182185" y="123819"/>
                </a:lnTo>
                <a:lnTo>
                  <a:pt x="178799" y="119070"/>
                </a:lnTo>
                <a:lnTo>
                  <a:pt x="172430" y="115144"/>
                </a:lnTo>
                <a:lnTo>
                  <a:pt x="172683" y="115144"/>
                </a:lnTo>
                <a:lnTo>
                  <a:pt x="164807" y="113774"/>
                </a:lnTo>
                <a:close/>
              </a:path>
              <a:path w="263525" h="452755">
                <a:moveTo>
                  <a:pt x="138351" y="245525"/>
                </a:moveTo>
                <a:lnTo>
                  <a:pt x="130274" y="245525"/>
                </a:lnTo>
                <a:lnTo>
                  <a:pt x="136826" y="245954"/>
                </a:lnTo>
                <a:lnTo>
                  <a:pt x="138351" y="245525"/>
                </a:lnTo>
                <a:close/>
              </a:path>
              <a:path w="263525" h="452755">
                <a:moveTo>
                  <a:pt x="151732" y="218412"/>
                </a:moveTo>
                <a:lnTo>
                  <a:pt x="135681" y="218412"/>
                </a:lnTo>
                <a:lnTo>
                  <a:pt x="137484" y="219014"/>
                </a:lnTo>
                <a:lnTo>
                  <a:pt x="137784" y="219014"/>
                </a:lnTo>
                <a:lnTo>
                  <a:pt x="138084" y="219315"/>
                </a:lnTo>
                <a:lnTo>
                  <a:pt x="141990" y="221123"/>
                </a:lnTo>
                <a:lnTo>
                  <a:pt x="143792" y="225943"/>
                </a:lnTo>
                <a:lnTo>
                  <a:pt x="141990" y="229860"/>
                </a:lnTo>
                <a:lnTo>
                  <a:pt x="141088" y="231667"/>
                </a:lnTo>
                <a:lnTo>
                  <a:pt x="139586" y="233174"/>
                </a:lnTo>
                <a:lnTo>
                  <a:pt x="137484" y="234077"/>
                </a:lnTo>
                <a:lnTo>
                  <a:pt x="135381" y="234680"/>
                </a:lnTo>
                <a:lnTo>
                  <a:pt x="152276" y="234680"/>
                </a:lnTo>
                <a:lnTo>
                  <a:pt x="154001" y="227548"/>
                </a:lnTo>
                <a:lnTo>
                  <a:pt x="152842" y="220257"/>
                </a:lnTo>
                <a:lnTo>
                  <a:pt x="151732" y="218412"/>
                </a:lnTo>
                <a:close/>
              </a:path>
              <a:path w="263525" h="452755">
                <a:moveTo>
                  <a:pt x="173810" y="150331"/>
                </a:moveTo>
                <a:lnTo>
                  <a:pt x="157311" y="150331"/>
                </a:lnTo>
                <a:lnTo>
                  <a:pt x="158512" y="150933"/>
                </a:lnTo>
                <a:lnTo>
                  <a:pt x="158813" y="150933"/>
                </a:lnTo>
                <a:lnTo>
                  <a:pt x="166337" y="152242"/>
                </a:lnTo>
                <a:lnTo>
                  <a:pt x="173495" y="150557"/>
                </a:lnTo>
                <a:lnTo>
                  <a:pt x="173810" y="150331"/>
                </a:lnTo>
                <a:close/>
              </a:path>
              <a:path w="263525" h="452755">
                <a:moveTo>
                  <a:pt x="182185" y="123819"/>
                </a:moveTo>
                <a:lnTo>
                  <a:pt x="164220" y="123819"/>
                </a:lnTo>
                <a:lnTo>
                  <a:pt x="172631" y="126832"/>
                </a:lnTo>
                <a:lnTo>
                  <a:pt x="174434" y="131351"/>
                </a:lnTo>
                <a:lnTo>
                  <a:pt x="171430" y="139786"/>
                </a:lnTo>
                <a:lnTo>
                  <a:pt x="166924" y="141594"/>
                </a:lnTo>
                <a:lnTo>
                  <a:pt x="182338" y="141594"/>
                </a:lnTo>
                <a:lnTo>
                  <a:pt x="183446" y="139786"/>
                </a:lnTo>
                <a:lnTo>
                  <a:pt x="184751" y="132241"/>
                </a:lnTo>
                <a:lnTo>
                  <a:pt x="183132" y="125326"/>
                </a:lnTo>
                <a:lnTo>
                  <a:pt x="183071" y="125062"/>
                </a:lnTo>
                <a:lnTo>
                  <a:pt x="182185" y="123819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3276600" y="-2"/>
            <a:ext cx="14215744" cy="10287000"/>
            <a:chOff x="3276600" y="-2"/>
            <a:chExt cx="14215744" cy="102870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-2"/>
              <a:ext cx="14215237" cy="102869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287500" y="9364344"/>
              <a:ext cx="3086100" cy="922655"/>
            </a:xfrm>
            <a:custGeom>
              <a:avLst/>
              <a:gdLst/>
              <a:ahLst/>
              <a:cxnLst/>
              <a:rect l="l" t="t" r="r" b="b"/>
              <a:pathLst>
                <a:path w="3086100" h="922654">
                  <a:moveTo>
                    <a:pt x="3086100" y="0"/>
                  </a:moveTo>
                  <a:lnTo>
                    <a:pt x="0" y="0"/>
                  </a:lnTo>
                  <a:lnTo>
                    <a:pt x="0" y="922654"/>
                  </a:lnTo>
                  <a:lnTo>
                    <a:pt x="3086100" y="922654"/>
                  </a:lnTo>
                  <a:lnTo>
                    <a:pt x="3086100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242112" y="2501849"/>
            <a:ext cx="3830954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Database</a:t>
            </a:r>
            <a:r>
              <a:rPr dirty="0" spc="-605"/>
              <a:t> </a:t>
            </a:r>
            <a:r>
              <a:rPr dirty="0" spc="-180"/>
              <a:t>Design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-40"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0463" y="1024732"/>
            <a:ext cx="4000680" cy="823753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889753" y="205740"/>
            <a:ext cx="12451715" cy="9875520"/>
            <a:chOff x="4889753" y="205740"/>
            <a:chExt cx="12451715" cy="987552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6071" y="447288"/>
              <a:ext cx="7055309" cy="45775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9753" y="205740"/>
              <a:ext cx="5639054" cy="987552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1009108" y="392164"/>
            <a:ext cx="13335" cy="536575"/>
          </a:xfrm>
          <a:custGeom>
            <a:avLst/>
            <a:gdLst/>
            <a:ahLst/>
            <a:cxnLst/>
            <a:rect l="l" t="t" r="r" b="b"/>
            <a:pathLst>
              <a:path w="13334" h="536575">
                <a:moveTo>
                  <a:pt x="12864" y="0"/>
                </a:moveTo>
                <a:lnTo>
                  <a:pt x="0" y="0"/>
                </a:lnTo>
                <a:lnTo>
                  <a:pt x="0" y="536202"/>
                </a:lnTo>
                <a:lnTo>
                  <a:pt x="12864" y="536202"/>
                </a:lnTo>
                <a:lnTo>
                  <a:pt x="12864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1661" y="534419"/>
            <a:ext cx="1009376" cy="26638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652747" y="444188"/>
            <a:ext cx="263525" cy="452755"/>
          </a:xfrm>
          <a:custGeom>
            <a:avLst/>
            <a:gdLst/>
            <a:ahLst/>
            <a:cxnLst/>
            <a:rect l="l" t="t" r="r" b="b"/>
            <a:pathLst>
              <a:path w="263525" h="452755">
                <a:moveTo>
                  <a:pt x="132977" y="206963"/>
                </a:moveTo>
                <a:lnTo>
                  <a:pt x="123364" y="210579"/>
                </a:lnTo>
                <a:lnTo>
                  <a:pt x="119459" y="214194"/>
                </a:lnTo>
                <a:lnTo>
                  <a:pt x="117356" y="218713"/>
                </a:lnTo>
                <a:lnTo>
                  <a:pt x="114052" y="225943"/>
                </a:lnTo>
                <a:lnTo>
                  <a:pt x="115387" y="233173"/>
                </a:lnTo>
                <a:lnTo>
                  <a:pt x="115498" y="233776"/>
                </a:lnTo>
                <a:lnTo>
                  <a:pt x="115554" y="234077"/>
                </a:lnTo>
                <a:lnTo>
                  <a:pt x="120661" y="239500"/>
                </a:lnTo>
                <a:lnTo>
                  <a:pt x="93727" y="288404"/>
                </a:lnTo>
                <a:lnTo>
                  <a:pt x="73271" y="334963"/>
                </a:lnTo>
                <a:lnTo>
                  <a:pt x="59912" y="377399"/>
                </a:lnTo>
                <a:lnTo>
                  <a:pt x="54270" y="413932"/>
                </a:lnTo>
                <a:lnTo>
                  <a:pt x="47962" y="414836"/>
                </a:lnTo>
                <a:lnTo>
                  <a:pt x="42554" y="418753"/>
                </a:lnTo>
                <a:lnTo>
                  <a:pt x="39550" y="424778"/>
                </a:lnTo>
                <a:lnTo>
                  <a:pt x="37801" y="432008"/>
                </a:lnTo>
                <a:lnTo>
                  <a:pt x="37752" y="432211"/>
                </a:lnTo>
                <a:lnTo>
                  <a:pt x="38912" y="439502"/>
                </a:lnTo>
                <a:lnTo>
                  <a:pt x="42719" y="445834"/>
                </a:lnTo>
                <a:lnTo>
                  <a:pt x="48863" y="450386"/>
                </a:lnTo>
                <a:lnTo>
                  <a:pt x="49163" y="450687"/>
                </a:lnTo>
                <a:lnTo>
                  <a:pt x="49764" y="450687"/>
                </a:lnTo>
                <a:lnTo>
                  <a:pt x="50065" y="450988"/>
                </a:lnTo>
                <a:lnTo>
                  <a:pt x="57204" y="452273"/>
                </a:lnTo>
                <a:lnTo>
                  <a:pt x="63585" y="450988"/>
                </a:lnTo>
                <a:lnTo>
                  <a:pt x="63970" y="450988"/>
                </a:lnTo>
                <a:lnTo>
                  <a:pt x="70131" y="447048"/>
                </a:lnTo>
                <a:lnTo>
                  <a:pt x="73969" y="441649"/>
                </a:lnTo>
                <a:lnTo>
                  <a:pt x="57575" y="441649"/>
                </a:lnTo>
                <a:lnTo>
                  <a:pt x="49764" y="438034"/>
                </a:lnTo>
                <a:lnTo>
                  <a:pt x="47962" y="433214"/>
                </a:lnTo>
                <a:lnTo>
                  <a:pt x="51567" y="425380"/>
                </a:lnTo>
                <a:lnTo>
                  <a:pt x="55772" y="423874"/>
                </a:lnTo>
                <a:lnTo>
                  <a:pt x="73439" y="423874"/>
                </a:lnTo>
                <a:lnTo>
                  <a:pt x="71314" y="420245"/>
                </a:lnTo>
                <a:lnTo>
                  <a:pt x="65385" y="415740"/>
                </a:lnTo>
                <a:lnTo>
                  <a:pt x="67235" y="397706"/>
                </a:lnTo>
                <a:lnTo>
                  <a:pt x="71394" y="377668"/>
                </a:lnTo>
                <a:lnTo>
                  <a:pt x="77805" y="355878"/>
                </a:lnTo>
                <a:lnTo>
                  <a:pt x="86364" y="332727"/>
                </a:lnTo>
                <a:lnTo>
                  <a:pt x="86414" y="332591"/>
                </a:lnTo>
                <a:lnTo>
                  <a:pt x="121265" y="332591"/>
                </a:lnTo>
                <a:lnTo>
                  <a:pt x="150937" y="322047"/>
                </a:lnTo>
                <a:lnTo>
                  <a:pt x="90620" y="322047"/>
                </a:lnTo>
                <a:lnTo>
                  <a:pt x="99012" y="303524"/>
                </a:lnTo>
                <a:lnTo>
                  <a:pt x="108304" y="284807"/>
                </a:lnTo>
                <a:lnTo>
                  <a:pt x="118839" y="265235"/>
                </a:lnTo>
                <a:lnTo>
                  <a:pt x="130274" y="245525"/>
                </a:lnTo>
                <a:lnTo>
                  <a:pt x="138351" y="245525"/>
                </a:lnTo>
                <a:lnTo>
                  <a:pt x="143041" y="244207"/>
                </a:lnTo>
                <a:lnTo>
                  <a:pt x="148355" y="240484"/>
                </a:lnTo>
                <a:lnTo>
                  <a:pt x="152204" y="234981"/>
                </a:lnTo>
                <a:lnTo>
                  <a:pt x="152276" y="234680"/>
                </a:lnTo>
                <a:lnTo>
                  <a:pt x="133278" y="234680"/>
                </a:lnTo>
                <a:lnTo>
                  <a:pt x="131475" y="233776"/>
                </a:lnTo>
                <a:lnTo>
                  <a:pt x="127570" y="231968"/>
                </a:lnTo>
                <a:lnTo>
                  <a:pt x="125768" y="227148"/>
                </a:lnTo>
                <a:lnTo>
                  <a:pt x="127570" y="223232"/>
                </a:lnTo>
                <a:lnTo>
                  <a:pt x="128471" y="221123"/>
                </a:lnTo>
                <a:lnTo>
                  <a:pt x="129973" y="219918"/>
                </a:lnTo>
                <a:lnTo>
                  <a:pt x="132076" y="219014"/>
                </a:lnTo>
                <a:lnTo>
                  <a:pt x="133879" y="218412"/>
                </a:lnTo>
                <a:lnTo>
                  <a:pt x="151732" y="218412"/>
                </a:lnTo>
                <a:lnTo>
                  <a:pt x="149035" y="213926"/>
                </a:lnTo>
                <a:lnTo>
                  <a:pt x="142891" y="209374"/>
                </a:lnTo>
                <a:lnTo>
                  <a:pt x="138632" y="207380"/>
                </a:lnTo>
                <a:lnTo>
                  <a:pt x="140458" y="207380"/>
                </a:lnTo>
                <a:lnTo>
                  <a:pt x="132977" y="206963"/>
                </a:lnTo>
                <a:close/>
              </a:path>
              <a:path w="263525" h="452755">
                <a:moveTo>
                  <a:pt x="73439" y="423874"/>
                </a:moveTo>
                <a:lnTo>
                  <a:pt x="55772" y="423874"/>
                </a:lnTo>
                <a:lnTo>
                  <a:pt x="59678" y="425079"/>
                </a:lnTo>
                <a:lnTo>
                  <a:pt x="59978" y="425079"/>
                </a:lnTo>
                <a:lnTo>
                  <a:pt x="60278" y="425380"/>
                </a:lnTo>
                <a:lnTo>
                  <a:pt x="64184" y="427188"/>
                </a:lnTo>
                <a:lnTo>
                  <a:pt x="65986" y="432009"/>
                </a:lnTo>
                <a:lnTo>
                  <a:pt x="62381" y="439841"/>
                </a:lnTo>
                <a:lnTo>
                  <a:pt x="57575" y="441649"/>
                </a:lnTo>
                <a:lnTo>
                  <a:pt x="73969" y="441649"/>
                </a:lnTo>
                <a:lnTo>
                  <a:pt x="74398" y="441047"/>
                </a:lnTo>
                <a:lnTo>
                  <a:pt x="76073" y="433661"/>
                </a:lnTo>
                <a:lnTo>
                  <a:pt x="75072" y="427188"/>
                </a:lnTo>
                <a:lnTo>
                  <a:pt x="74961" y="426473"/>
                </a:lnTo>
                <a:lnTo>
                  <a:pt x="73439" y="423874"/>
                </a:lnTo>
                <a:close/>
              </a:path>
              <a:path w="263525" h="452755">
                <a:moveTo>
                  <a:pt x="121265" y="332591"/>
                </a:moveTo>
                <a:lnTo>
                  <a:pt x="86414" y="332591"/>
                </a:lnTo>
                <a:lnTo>
                  <a:pt x="120881" y="332727"/>
                </a:lnTo>
                <a:lnTo>
                  <a:pt x="121265" y="332591"/>
                </a:lnTo>
                <a:close/>
              </a:path>
              <a:path w="263525" h="452755">
                <a:moveTo>
                  <a:pt x="223750" y="26812"/>
                </a:moveTo>
                <a:lnTo>
                  <a:pt x="210783" y="26812"/>
                </a:lnTo>
                <a:lnTo>
                  <a:pt x="242184" y="89793"/>
                </a:lnTo>
                <a:lnTo>
                  <a:pt x="251826" y="145210"/>
                </a:lnTo>
                <a:lnTo>
                  <a:pt x="246532" y="190897"/>
                </a:lnTo>
                <a:lnTo>
                  <a:pt x="246429" y="191791"/>
                </a:lnTo>
                <a:lnTo>
                  <a:pt x="232711" y="228265"/>
                </a:lnTo>
                <a:lnTo>
                  <a:pt x="188544" y="284808"/>
                </a:lnTo>
                <a:lnTo>
                  <a:pt x="155358" y="307925"/>
                </a:lnTo>
                <a:lnTo>
                  <a:pt x="90620" y="322047"/>
                </a:lnTo>
                <a:lnTo>
                  <a:pt x="150937" y="322047"/>
                </a:lnTo>
                <a:lnTo>
                  <a:pt x="194772" y="294589"/>
                </a:lnTo>
                <a:lnTo>
                  <a:pt x="226705" y="259986"/>
                </a:lnTo>
                <a:lnTo>
                  <a:pt x="253704" y="207380"/>
                </a:lnTo>
                <a:lnTo>
                  <a:pt x="263160" y="152242"/>
                </a:lnTo>
                <a:lnTo>
                  <a:pt x="263275" y="150933"/>
                </a:lnTo>
                <a:lnTo>
                  <a:pt x="251038" y="80174"/>
                </a:lnTo>
                <a:lnTo>
                  <a:pt x="235389" y="45260"/>
                </a:lnTo>
                <a:lnTo>
                  <a:pt x="223750" y="26812"/>
                </a:lnTo>
                <a:close/>
              </a:path>
              <a:path w="263525" h="452755">
                <a:moveTo>
                  <a:pt x="205977" y="0"/>
                </a:moveTo>
                <a:lnTo>
                  <a:pt x="172894" y="54378"/>
                </a:lnTo>
                <a:lnTo>
                  <a:pt x="88545" y="100725"/>
                </a:lnTo>
                <a:lnTo>
                  <a:pt x="61555" y="116815"/>
                </a:lnTo>
                <a:lnTo>
                  <a:pt x="20024" y="158766"/>
                </a:lnTo>
                <a:lnTo>
                  <a:pt x="272" y="216192"/>
                </a:lnTo>
                <a:lnTo>
                  <a:pt x="251" y="218411"/>
                </a:lnTo>
                <a:lnTo>
                  <a:pt x="125" y="231667"/>
                </a:lnTo>
                <a:lnTo>
                  <a:pt x="6205" y="272036"/>
                </a:lnTo>
                <a:lnTo>
                  <a:pt x="33960" y="310758"/>
                </a:lnTo>
                <a:lnTo>
                  <a:pt x="46460" y="317528"/>
                </a:lnTo>
                <a:lnTo>
                  <a:pt x="46760" y="317829"/>
                </a:lnTo>
                <a:lnTo>
                  <a:pt x="47361" y="317829"/>
                </a:lnTo>
                <a:lnTo>
                  <a:pt x="47661" y="318130"/>
                </a:lnTo>
                <a:lnTo>
                  <a:pt x="53069" y="319938"/>
                </a:lnTo>
                <a:lnTo>
                  <a:pt x="54871" y="314515"/>
                </a:lnTo>
                <a:lnTo>
                  <a:pt x="58767" y="305176"/>
                </a:lnTo>
                <a:lnTo>
                  <a:pt x="46159" y="305176"/>
                </a:lnTo>
                <a:lnTo>
                  <a:pt x="16719" y="268421"/>
                </a:lnTo>
                <a:lnTo>
                  <a:pt x="11130" y="244207"/>
                </a:lnTo>
                <a:lnTo>
                  <a:pt x="11239" y="225943"/>
                </a:lnTo>
                <a:lnTo>
                  <a:pt x="29637" y="164791"/>
                </a:lnTo>
                <a:lnTo>
                  <a:pt x="68878" y="126003"/>
                </a:lnTo>
                <a:lnTo>
                  <a:pt x="150246" y="82141"/>
                </a:lnTo>
                <a:lnTo>
                  <a:pt x="175898" y="66504"/>
                </a:lnTo>
                <a:lnTo>
                  <a:pt x="196763" y="48494"/>
                </a:lnTo>
                <a:lnTo>
                  <a:pt x="210783" y="26812"/>
                </a:lnTo>
                <a:lnTo>
                  <a:pt x="223750" y="26812"/>
                </a:lnTo>
                <a:lnTo>
                  <a:pt x="213487" y="10544"/>
                </a:lnTo>
                <a:lnTo>
                  <a:pt x="205977" y="0"/>
                </a:lnTo>
                <a:close/>
              </a:path>
              <a:path w="263525" h="452755">
                <a:moveTo>
                  <a:pt x="164807" y="113774"/>
                </a:moveTo>
                <a:lnTo>
                  <a:pt x="145653" y="132241"/>
                </a:lnTo>
                <a:lnTo>
                  <a:pt x="146195" y="137678"/>
                </a:lnTo>
                <a:lnTo>
                  <a:pt x="148899" y="142498"/>
                </a:lnTo>
                <a:lnTo>
                  <a:pt x="122285" y="170416"/>
                </a:lnTo>
                <a:lnTo>
                  <a:pt x="94150" y="209037"/>
                </a:lnTo>
                <a:lnTo>
                  <a:pt x="67704" y="255058"/>
                </a:lnTo>
                <a:lnTo>
                  <a:pt x="46159" y="305176"/>
                </a:lnTo>
                <a:lnTo>
                  <a:pt x="58767" y="305176"/>
                </a:lnTo>
                <a:lnTo>
                  <a:pt x="75947" y="263993"/>
                </a:lnTo>
                <a:lnTo>
                  <a:pt x="102486" y="217171"/>
                </a:lnTo>
                <a:lnTo>
                  <a:pt x="130828" y="177976"/>
                </a:lnTo>
                <a:lnTo>
                  <a:pt x="157311" y="150331"/>
                </a:lnTo>
                <a:lnTo>
                  <a:pt x="173810" y="150331"/>
                </a:lnTo>
                <a:lnTo>
                  <a:pt x="179470" y="146273"/>
                </a:lnTo>
                <a:lnTo>
                  <a:pt x="182338" y="141594"/>
                </a:lnTo>
                <a:lnTo>
                  <a:pt x="166924" y="141594"/>
                </a:lnTo>
                <a:lnTo>
                  <a:pt x="158512" y="138581"/>
                </a:lnTo>
                <a:lnTo>
                  <a:pt x="156710" y="134062"/>
                </a:lnTo>
                <a:lnTo>
                  <a:pt x="158212" y="129845"/>
                </a:lnTo>
                <a:lnTo>
                  <a:pt x="159598" y="126229"/>
                </a:lnTo>
                <a:lnTo>
                  <a:pt x="159685" y="126004"/>
                </a:lnTo>
                <a:lnTo>
                  <a:pt x="159553" y="126004"/>
                </a:lnTo>
                <a:lnTo>
                  <a:pt x="164220" y="123819"/>
                </a:lnTo>
                <a:lnTo>
                  <a:pt x="182185" y="123819"/>
                </a:lnTo>
                <a:lnTo>
                  <a:pt x="178799" y="119070"/>
                </a:lnTo>
                <a:lnTo>
                  <a:pt x="172430" y="115144"/>
                </a:lnTo>
                <a:lnTo>
                  <a:pt x="172683" y="115144"/>
                </a:lnTo>
                <a:lnTo>
                  <a:pt x="164807" y="113774"/>
                </a:lnTo>
                <a:close/>
              </a:path>
              <a:path w="263525" h="452755">
                <a:moveTo>
                  <a:pt x="138351" y="245525"/>
                </a:moveTo>
                <a:lnTo>
                  <a:pt x="130274" y="245525"/>
                </a:lnTo>
                <a:lnTo>
                  <a:pt x="136826" y="245954"/>
                </a:lnTo>
                <a:lnTo>
                  <a:pt x="138351" y="245525"/>
                </a:lnTo>
                <a:close/>
              </a:path>
              <a:path w="263525" h="452755">
                <a:moveTo>
                  <a:pt x="151732" y="218412"/>
                </a:moveTo>
                <a:lnTo>
                  <a:pt x="135681" y="218412"/>
                </a:lnTo>
                <a:lnTo>
                  <a:pt x="137484" y="219014"/>
                </a:lnTo>
                <a:lnTo>
                  <a:pt x="137784" y="219014"/>
                </a:lnTo>
                <a:lnTo>
                  <a:pt x="138084" y="219315"/>
                </a:lnTo>
                <a:lnTo>
                  <a:pt x="141990" y="221123"/>
                </a:lnTo>
                <a:lnTo>
                  <a:pt x="143792" y="225943"/>
                </a:lnTo>
                <a:lnTo>
                  <a:pt x="141990" y="229860"/>
                </a:lnTo>
                <a:lnTo>
                  <a:pt x="141088" y="231667"/>
                </a:lnTo>
                <a:lnTo>
                  <a:pt x="139586" y="233174"/>
                </a:lnTo>
                <a:lnTo>
                  <a:pt x="137484" y="234077"/>
                </a:lnTo>
                <a:lnTo>
                  <a:pt x="135381" y="234680"/>
                </a:lnTo>
                <a:lnTo>
                  <a:pt x="152276" y="234680"/>
                </a:lnTo>
                <a:lnTo>
                  <a:pt x="154001" y="227548"/>
                </a:lnTo>
                <a:lnTo>
                  <a:pt x="152842" y="220257"/>
                </a:lnTo>
                <a:lnTo>
                  <a:pt x="151732" y="218412"/>
                </a:lnTo>
                <a:close/>
              </a:path>
              <a:path w="263525" h="452755">
                <a:moveTo>
                  <a:pt x="173810" y="150331"/>
                </a:moveTo>
                <a:lnTo>
                  <a:pt x="157311" y="150331"/>
                </a:lnTo>
                <a:lnTo>
                  <a:pt x="158512" y="150933"/>
                </a:lnTo>
                <a:lnTo>
                  <a:pt x="158813" y="150933"/>
                </a:lnTo>
                <a:lnTo>
                  <a:pt x="166337" y="152242"/>
                </a:lnTo>
                <a:lnTo>
                  <a:pt x="173495" y="150557"/>
                </a:lnTo>
                <a:lnTo>
                  <a:pt x="173810" y="150331"/>
                </a:lnTo>
                <a:close/>
              </a:path>
              <a:path w="263525" h="452755">
                <a:moveTo>
                  <a:pt x="182185" y="123819"/>
                </a:moveTo>
                <a:lnTo>
                  <a:pt x="164220" y="123819"/>
                </a:lnTo>
                <a:lnTo>
                  <a:pt x="172631" y="126832"/>
                </a:lnTo>
                <a:lnTo>
                  <a:pt x="174434" y="131351"/>
                </a:lnTo>
                <a:lnTo>
                  <a:pt x="171430" y="139786"/>
                </a:lnTo>
                <a:lnTo>
                  <a:pt x="166924" y="141594"/>
                </a:lnTo>
                <a:lnTo>
                  <a:pt x="182338" y="141594"/>
                </a:lnTo>
                <a:lnTo>
                  <a:pt x="183446" y="139786"/>
                </a:lnTo>
                <a:lnTo>
                  <a:pt x="184751" y="132241"/>
                </a:lnTo>
                <a:lnTo>
                  <a:pt x="183132" y="125326"/>
                </a:lnTo>
                <a:lnTo>
                  <a:pt x="183071" y="125062"/>
                </a:lnTo>
                <a:lnTo>
                  <a:pt x="182185" y="123819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9524365" y="4582283"/>
            <a:ext cx="8763635" cy="5704840"/>
            <a:chOff x="9524365" y="4582283"/>
            <a:chExt cx="8763635" cy="570484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24365" y="4582283"/>
              <a:ext cx="8578723" cy="570471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491836" y="8458453"/>
              <a:ext cx="796290" cy="800100"/>
            </a:xfrm>
            <a:custGeom>
              <a:avLst/>
              <a:gdLst/>
              <a:ahLst/>
              <a:cxnLst/>
              <a:rect l="l" t="t" r="r" b="b"/>
              <a:pathLst>
                <a:path w="796290" h="800100">
                  <a:moveTo>
                    <a:pt x="796163" y="0"/>
                  </a:moveTo>
                  <a:lnTo>
                    <a:pt x="80009" y="0"/>
                  </a:lnTo>
                  <a:lnTo>
                    <a:pt x="64337" y="1543"/>
                  </a:lnTo>
                  <a:lnTo>
                    <a:pt x="23368" y="23368"/>
                  </a:lnTo>
                  <a:lnTo>
                    <a:pt x="1543" y="64337"/>
                  </a:lnTo>
                  <a:lnTo>
                    <a:pt x="0" y="80010"/>
                  </a:lnTo>
                  <a:lnTo>
                    <a:pt x="0" y="719797"/>
                  </a:lnTo>
                  <a:lnTo>
                    <a:pt x="13394" y="764210"/>
                  </a:lnTo>
                  <a:lnTo>
                    <a:pt x="49403" y="793753"/>
                  </a:lnTo>
                  <a:lnTo>
                    <a:pt x="80009" y="799846"/>
                  </a:lnTo>
                  <a:lnTo>
                    <a:pt x="796163" y="799846"/>
                  </a:lnTo>
                  <a:lnTo>
                    <a:pt x="796163" y="0"/>
                  </a:lnTo>
                  <a:close/>
                </a:path>
              </a:pathLst>
            </a:custGeom>
            <a:solidFill>
              <a:srgbClr val="5591A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-40"/>
              <a:t>15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646" y="9819646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1404" y="0"/>
                </a:moveTo>
                <a:lnTo>
                  <a:pt x="13072" y="1686"/>
                </a:lnTo>
                <a:lnTo>
                  <a:pt x="6268" y="6285"/>
                </a:lnTo>
                <a:lnTo>
                  <a:pt x="1681" y="13105"/>
                </a:lnTo>
                <a:lnTo>
                  <a:pt x="0" y="21456"/>
                </a:lnTo>
                <a:lnTo>
                  <a:pt x="1681" y="29805"/>
                </a:lnTo>
                <a:lnTo>
                  <a:pt x="6268" y="36623"/>
                </a:lnTo>
                <a:lnTo>
                  <a:pt x="13072" y="41219"/>
                </a:lnTo>
                <a:lnTo>
                  <a:pt x="21404" y="42905"/>
                </a:lnTo>
                <a:lnTo>
                  <a:pt x="29736" y="41219"/>
                </a:lnTo>
                <a:lnTo>
                  <a:pt x="36539" y="36623"/>
                </a:lnTo>
                <a:lnTo>
                  <a:pt x="41126" y="29805"/>
                </a:lnTo>
                <a:lnTo>
                  <a:pt x="42808" y="21456"/>
                </a:lnTo>
                <a:lnTo>
                  <a:pt x="41126" y="13105"/>
                </a:lnTo>
                <a:lnTo>
                  <a:pt x="36539" y="6285"/>
                </a:lnTo>
                <a:lnTo>
                  <a:pt x="29736" y="1686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40755" y="9819646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11" y="0"/>
                </a:moveTo>
                <a:lnTo>
                  <a:pt x="13078" y="1686"/>
                </a:lnTo>
                <a:lnTo>
                  <a:pt x="6272" y="6285"/>
                </a:lnTo>
                <a:lnTo>
                  <a:pt x="1683" y="13105"/>
                </a:lnTo>
                <a:lnTo>
                  <a:pt x="0" y="21456"/>
                </a:lnTo>
                <a:lnTo>
                  <a:pt x="1683" y="29805"/>
                </a:lnTo>
                <a:lnTo>
                  <a:pt x="6272" y="36623"/>
                </a:lnTo>
                <a:lnTo>
                  <a:pt x="13078" y="41219"/>
                </a:lnTo>
                <a:lnTo>
                  <a:pt x="21411" y="42905"/>
                </a:lnTo>
                <a:lnTo>
                  <a:pt x="29743" y="41219"/>
                </a:lnTo>
                <a:lnTo>
                  <a:pt x="36546" y="36623"/>
                </a:lnTo>
                <a:lnTo>
                  <a:pt x="41133" y="29805"/>
                </a:lnTo>
                <a:lnTo>
                  <a:pt x="42815" y="21456"/>
                </a:lnTo>
                <a:lnTo>
                  <a:pt x="41133" y="13105"/>
                </a:lnTo>
                <a:lnTo>
                  <a:pt x="36546" y="6285"/>
                </a:lnTo>
                <a:lnTo>
                  <a:pt x="29743" y="1686"/>
                </a:lnTo>
                <a:lnTo>
                  <a:pt x="21411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4906" y="9819646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72" y="1686"/>
                </a:lnTo>
                <a:lnTo>
                  <a:pt x="6268" y="6285"/>
                </a:lnTo>
                <a:lnTo>
                  <a:pt x="1681" y="13105"/>
                </a:lnTo>
                <a:lnTo>
                  <a:pt x="0" y="21456"/>
                </a:lnTo>
                <a:lnTo>
                  <a:pt x="1681" y="29805"/>
                </a:lnTo>
                <a:lnTo>
                  <a:pt x="6268" y="36623"/>
                </a:lnTo>
                <a:lnTo>
                  <a:pt x="13072" y="41219"/>
                </a:lnTo>
                <a:lnTo>
                  <a:pt x="21404" y="42905"/>
                </a:lnTo>
                <a:lnTo>
                  <a:pt x="29736" y="41219"/>
                </a:lnTo>
                <a:lnTo>
                  <a:pt x="36539" y="36623"/>
                </a:lnTo>
                <a:lnTo>
                  <a:pt x="41126" y="29805"/>
                </a:lnTo>
                <a:lnTo>
                  <a:pt x="42808" y="21456"/>
                </a:lnTo>
                <a:lnTo>
                  <a:pt x="41126" y="13105"/>
                </a:lnTo>
                <a:lnTo>
                  <a:pt x="36539" y="6285"/>
                </a:lnTo>
                <a:lnTo>
                  <a:pt x="29736" y="1686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8999" y="9819646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93" y="1686"/>
                </a:lnTo>
                <a:lnTo>
                  <a:pt x="6287" y="6285"/>
                </a:lnTo>
                <a:lnTo>
                  <a:pt x="1688" y="13105"/>
                </a:lnTo>
                <a:lnTo>
                  <a:pt x="0" y="21456"/>
                </a:lnTo>
                <a:lnTo>
                  <a:pt x="1688" y="29805"/>
                </a:lnTo>
                <a:lnTo>
                  <a:pt x="6287" y="36623"/>
                </a:lnTo>
                <a:lnTo>
                  <a:pt x="13093" y="41219"/>
                </a:lnTo>
                <a:lnTo>
                  <a:pt x="21404" y="42905"/>
                </a:lnTo>
                <a:lnTo>
                  <a:pt x="29745" y="41219"/>
                </a:lnTo>
                <a:lnTo>
                  <a:pt x="36547" y="36623"/>
                </a:lnTo>
                <a:lnTo>
                  <a:pt x="41129" y="29805"/>
                </a:lnTo>
                <a:lnTo>
                  <a:pt x="42808" y="21456"/>
                </a:lnTo>
                <a:lnTo>
                  <a:pt x="41129" y="13105"/>
                </a:lnTo>
                <a:lnTo>
                  <a:pt x="36547" y="6285"/>
                </a:lnTo>
                <a:lnTo>
                  <a:pt x="29745" y="1686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6646" y="99598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1404" y="0"/>
                </a:moveTo>
                <a:lnTo>
                  <a:pt x="13072" y="1685"/>
                </a:lnTo>
                <a:lnTo>
                  <a:pt x="6268" y="6281"/>
                </a:lnTo>
                <a:lnTo>
                  <a:pt x="1681" y="13099"/>
                </a:lnTo>
                <a:lnTo>
                  <a:pt x="0" y="21449"/>
                </a:lnTo>
                <a:lnTo>
                  <a:pt x="1681" y="29799"/>
                </a:lnTo>
                <a:lnTo>
                  <a:pt x="6268" y="36619"/>
                </a:lnTo>
                <a:lnTo>
                  <a:pt x="13072" y="41218"/>
                </a:lnTo>
                <a:lnTo>
                  <a:pt x="21404" y="42905"/>
                </a:lnTo>
                <a:lnTo>
                  <a:pt x="29736" y="41218"/>
                </a:lnTo>
                <a:lnTo>
                  <a:pt x="36539" y="36619"/>
                </a:lnTo>
                <a:lnTo>
                  <a:pt x="41126" y="29799"/>
                </a:lnTo>
                <a:lnTo>
                  <a:pt x="42808" y="21449"/>
                </a:lnTo>
                <a:lnTo>
                  <a:pt x="41126" y="13099"/>
                </a:lnTo>
                <a:lnTo>
                  <a:pt x="36539" y="6281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40755" y="99598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11" y="0"/>
                </a:moveTo>
                <a:lnTo>
                  <a:pt x="13078" y="1685"/>
                </a:lnTo>
                <a:lnTo>
                  <a:pt x="6272" y="6281"/>
                </a:lnTo>
                <a:lnTo>
                  <a:pt x="1683" y="13099"/>
                </a:lnTo>
                <a:lnTo>
                  <a:pt x="0" y="21449"/>
                </a:lnTo>
                <a:lnTo>
                  <a:pt x="1683" y="29799"/>
                </a:lnTo>
                <a:lnTo>
                  <a:pt x="6272" y="36619"/>
                </a:lnTo>
                <a:lnTo>
                  <a:pt x="13078" y="41218"/>
                </a:lnTo>
                <a:lnTo>
                  <a:pt x="21411" y="42905"/>
                </a:lnTo>
                <a:lnTo>
                  <a:pt x="29743" y="41218"/>
                </a:lnTo>
                <a:lnTo>
                  <a:pt x="36546" y="36619"/>
                </a:lnTo>
                <a:lnTo>
                  <a:pt x="41133" y="29799"/>
                </a:lnTo>
                <a:lnTo>
                  <a:pt x="42815" y="21449"/>
                </a:lnTo>
                <a:lnTo>
                  <a:pt x="41133" y="13099"/>
                </a:lnTo>
                <a:lnTo>
                  <a:pt x="36546" y="6281"/>
                </a:lnTo>
                <a:lnTo>
                  <a:pt x="29743" y="1685"/>
                </a:lnTo>
                <a:lnTo>
                  <a:pt x="21411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4906" y="99598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72" y="1685"/>
                </a:lnTo>
                <a:lnTo>
                  <a:pt x="6268" y="6281"/>
                </a:lnTo>
                <a:lnTo>
                  <a:pt x="1681" y="13099"/>
                </a:lnTo>
                <a:lnTo>
                  <a:pt x="0" y="21449"/>
                </a:lnTo>
                <a:lnTo>
                  <a:pt x="1681" y="29799"/>
                </a:lnTo>
                <a:lnTo>
                  <a:pt x="6268" y="36619"/>
                </a:lnTo>
                <a:lnTo>
                  <a:pt x="13072" y="41218"/>
                </a:lnTo>
                <a:lnTo>
                  <a:pt x="21404" y="42905"/>
                </a:lnTo>
                <a:lnTo>
                  <a:pt x="29736" y="41218"/>
                </a:lnTo>
                <a:lnTo>
                  <a:pt x="36539" y="36619"/>
                </a:lnTo>
                <a:lnTo>
                  <a:pt x="41126" y="29799"/>
                </a:lnTo>
                <a:lnTo>
                  <a:pt x="42808" y="21449"/>
                </a:lnTo>
                <a:lnTo>
                  <a:pt x="41126" y="13099"/>
                </a:lnTo>
                <a:lnTo>
                  <a:pt x="36539" y="6281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28999" y="99598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93" y="1685"/>
                </a:lnTo>
                <a:lnTo>
                  <a:pt x="6287" y="6281"/>
                </a:lnTo>
                <a:lnTo>
                  <a:pt x="1688" y="13099"/>
                </a:lnTo>
                <a:lnTo>
                  <a:pt x="0" y="21449"/>
                </a:lnTo>
                <a:lnTo>
                  <a:pt x="1688" y="29799"/>
                </a:lnTo>
                <a:lnTo>
                  <a:pt x="6287" y="36619"/>
                </a:lnTo>
                <a:lnTo>
                  <a:pt x="13093" y="41218"/>
                </a:lnTo>
                <a:lnTo>
                  <a:pt x="21404" y="42905"/>
                </a:lnTo>
                <a:lnTo>
                  <a:pt x="29745" y="41218"/>
                </a:lnTo>
                <a:lnTo>
                  <a:pt x="36547" y="36619"/>
                </a:lnTo>
                <a:lnTo>
                  <a:pt x="41129" y="29799"/>
                </a:lnTo>
                <a:lnTo>
                  <a:pt x="42808" y="21449"/>
                </a:lnTo>
                <a:lnTo>
                  <a:pt x="41129" y="13099"/>
                </a:lnTo>
                <a:lnTo>
                  <a:pt x="36547" y="6281"/>
                </a:lnTo>
                <a:lnTo>
                  <a:pt x="29745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6646" y="1010002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1404" y="0"/>
                </a:moveTo>
                <a:lnTo>
                  <a:pt x="13072" y="1685"/>
                </a:lnTo>
                <a:lnTo>
                  <a:pt x="6268" y="6281"/>
                </a:lnTo>
                <a:lnTo>
                  <a:pt x="1681" y="13099"/>
                </a:lnTo>
                <a:lnTo>
                  <a:pt x="0" y="21449"/>
                </a:lnTo>
                <a:lnTo>
                  <a:pt x="1681" y="29798"/>
                </a:lnTo>
                <a:lnTo>
                  <a:pt x="6268" y="36616"/>
                </a:lnTo>
                <a:lnTo>
                  <a:pt x="13072" y="41212"/>
                </a:lnTo>
                <a:lnTo>
                  <a:pt x="21404" y="42898"/>
                </a:lnTo>
                <a:lnTo>
                  <a:pt x="29736" y="41212"/>
                </a:lnTo>
                <a:lnTo>
                  <a:pt x="36539" y="36616"/>
                </a:lnTo>
                <a:lnTo>
                  <a:pt x="41126" y="29798"/>
                </a:lnTo>
                <a:lnTo>
                  <a:pt x="42808" y="21449"/>
                </a:lnTo>
                <a:lnTo>
                  <a:pt x="41126" y="13099"/>
                </a:lnTo>
                <a:lnTo>
                  <a:pt x="36539" y="6281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0755" y="1010002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11" y="0"/>
                </a:moveTo>
                <a:lnTo>
                  <a:pt x="13078" y="1685"/>
                </a:lnTo>
                <a:lnTo>
                  <a:pt x="6272" y="6281"/>
                </a:lnTo>
                <a:lnTo>
                  <a:pt x="1683" y="13099"/>
                </a:lnTo>
                <a:lnTo>
                  <a:pt x="0" y="21449"/>
                </a:lnTo>
                <a:lnTo>
                  <a:pt x="1683" y="29798"/>
                </a:lnTo>
                <a:lnTo>
                  <a:pt x="6272" y="36616"/>
                </a:lnTo>
                <a:lnTo>
                  <a:pt x="13078" y="41212"/>
                </a:lnTo>
                <a:lnTo>
                  <a:pt x="21411" y="42898"/>
                </a:lnTo>
                <a:lnTo>
                  <a:pt x="29743" y="41212"/>
                </a:lnTo>
                <a:lnTo>
                  <a:pt x="36546" y="36616"/>
                </a:lnTo>
                <a:lnTo>
                  <a:pt x="41133" y="29798"/>
                </a:lnTo>
                <a:lnTo>
                  <a:pt x="42815" y="21449"/>
                </a:lnTo>
                <a:lnTo>
                  <a:pt x="41133" y="13099"/>
                </a:lnTo>
                <a:lnTo>
                  <a:pt x="36546" y="6281"/>
                </a:lnTo>
                <a:lnTo>
                  <a:pt x="29743" y="1685"/>
                </a:lnTo>
                <a:lnTo>
                  <a:pt x="21411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4906" y="1010002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72" y="1685"/>
                </a:lnTo>
                <a:lnTo>
                  <a:pt x="6268" y="6281"/>
                </a:lnTo>
                <a:lnTo>
                  <a:pt x="1681" y="13099"/>
                </a:lnTo>
                <a:lnTo>
                  <a:pt x="0" y="21449"/>
                </a:lnTo>
                <a:lnTo>
                  <a:pt x="1681" y="29798"/>
                </a:lnTo>
                <a:lnTo>
                  <a:pt x="6268" y="36616"/>
                </a:lnTo>
                <a:lnTo>
                  <a:pt x="13072" y="41212"/>
                </a:lnTo>
                <a:lnTo>
                  <a:pt x="21404" y="42898"/>
                </a:lnTo>
                <a:lnTo>
                  <a:pt x="29736" y="41212"/>
                </a:lnTo>
                <a:lnTo>
                  <a:pt x="36539" y="36616"/>
                </a:lnTo>
                <a:lnTo>
                  <a:pt x="41126" y="29798"/>
                </a:lnTo>
                <a:lnTo>
                  <a:pt x="42808" y="21449"/>
                </a:lnTo>
                <a:lnTo>
                  <a:pt x="41126" y="13099"/>
                </a:lnTo>
                <a:lnTo>
                  <a:pt x="36539" y="6281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28999" y="1010002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93" y="1685"/>
                </a:lnTo>
                <a:lnTo>
                  <a:pt x="6287" y="6281"/>
                </a:lnTo>
                <a:lnTo>
                  <a:pt x="1688" y="13099"/>
                </a:lnTo>
                <a:lnTo>
                  <a:pt x="0" y="21449"/>
                </a:lnTo>
                <a:lnTo>
                  <a:pt x="1688" y="29798"/>
                </a:lnTo>
                <a:lnTo>
                  <a:pt x="6287" y="36616"/>
                </a:lnTo>
                <a:lnTo>
                  <a:pt x="13093" y="41212"/>
                </a:lnTo>
                <a:lnTo>
                  <a:pt x="21404" y="42898"/>
                </a:lnTo>
                <a:lnTo>
                  <a:pt x="29745" y="41212"/>
                </a:lnTo>
                <a:lnTo>
                  <a:pt x="36547" y="36616"/>
                </a:lnTo>
                <a:lnTo>
                  <a:pt x="41129" y="29798"/>
                </a:lnTo>
                <a:lnTo>
                  <a:pt x="42808" y="21449"/>
                </a:lnTo>
                <a:lnTo>
                  <a:pt x="41129" y="13099"/>
                </a:lnTo>
                <a:lnTo>
                  <a:pt x="36547" y="6281"/>
                </a:lnTo>
                <a:lnTo>
                  <a:pt x="29745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6646" y="102402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1404" y="0"/>
                </a:moveTo>
                <a:lnTo>
                  <a:pt x="13072" y="1685"/>
                </a:lnTo>
                <a:lnTo>
                  <a:pt x="6268" y="6282"/>
                </a:lnTo>
                <a:lnTo>
                  <a:pt x="1681" y="13100"/>
                </a:lnTo>
                <a:lnTo>
                  <a:pt x="0" y="21450"/>
                </a:lnTo>
                <a:lnTo>
                  <a:pt x="1681" y="29800"/>
                </a:lnTo>
                <a:lnTo>
                  <a:pt x="6268" y="36618"/>
                </a:lnTo>
                <a:lnTo>
                  <a:pt x="13072" y="41215"/>
                </a:lnTo>
                <a:lnTo>
                  <a:pt x="21404" y="42901"/>
                </a:lnTo>
                <a:lnTo>
                  <a:pt x="29736" y="41215"/>
                </a:lnTo>
                <a:lnTo>
                  <a:pt x="36539" y="36618"/>
                </a:lnTo>
                <a:lnTo>
                  <a:pt x="41126" y="29800"/>
                </a:lnTo>
                <a:lnTo>
                  <a:pt x="42808" y="21450"/>
                </a:lnTo>
                <a:lnTo>
                  <a:pt x="41126" y="13100"/>
                </a:lnTo>
                <a:lnTo>
                  <a:pt x="36539" y="6282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40755" y="102402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11" y="0"/>
                </a:moveTo>
                <a:lnTo>
                  <a:pt x="13078" y="1685"/>
                </a:lnTo>
                <a:lnTo>
                  <a:pt x="6272" y="6282"/>
                </a:lnTo>
                <a:lnTo>
                  <a:pt x="1683" y="13100"/>
                </a:lnTo>
                <a:lnTo>
                  <a:pt x="0" y="21450"/>
                </a:lnTo>
                <a:lnTo>
                  <a:pt x="1683" y="29800"/>
                </a:lnTo>
                <a:lnTo>
                  <a:pt x="6272" y="36618"/>
                </a:lnTo>
                <a:lnTo>
                  <a:pt x="13078" y="41215"/>
                </a:lnTo>
                <a:lnTo>
                  <a:pt x="21411" y="42901"/>
                </a:lnTo>
                <a:lnTo>
                  <a:pt x="29743" y="41215"/>
                </a:lnTo>
                <a:lnTo>
                  <a:pt x="36546" y="36618"/>
                </a:lnTo>
                <a:lnTo>
                  <a:pt x="41133" y="29800"/>
                </a:lnTo>
                <a:lnTo>
                  <a:pt x="42815" y="21450"/>
                </a:lnTo>
                <a:lnTo>
                  <a:pt x="41133" y="13100"/>
                </a:lnTo>
                <a:lnTo>
                  <a:pt x="36546" y="6282"/>
                </a:lnTo>
                <a:lnTo>
                  <a:pt x="29743" y="1685"/>
                </a:lnTo>
                <a:lnTo>
                  <a:pt x="21411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84906" y="102402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72" y="1685"/>
                </a:lnTo>
                <a:lnTo>
                  <a:pt x="6268" y="6282"/>
                </a:lnTo>
                <a:lnTo>
                  <a:pt x="1681" y="13100"/>
                </a:lnTo>
                <a:lnTo>
                  <a:pt x="0" y="21450"/>
                </a:lnTo>
                <a:lnTo>
                  <a:pt x="1681" y="29800"/>
                </a:lnTo>
                <a:lnTo>
                  <a:pt x="6268" y="36618"/>
                </a:lnTo>
                <a:lnTo>
                  <a:pt x="13072" y="41215"/>
                </a:lnTo>
                <a:lnTo>
                  <a:pt x="21404" y="42901"/>
                </a:lnTo>
                <a:lnTo>
                  <a:pt x="29736" y="41215"/>
                </a:lnTo>
                <a:lnTo>
                  <a:pt x="36539" y="36618"/>
                </a:lnTo>
                <a:lnTo>
                  <a:pt x="41126" y="29800"/>
                </a:lnTo>
                <a:lnTo>
                  <a:pt x="42808" y="21450"/>
                </a:lnTo>
                <a:lnTo>
                  <a:pt x="41126" y="13100"/>
                </a:lnTo>
                <a:lnTo>
                  <a:pt x="36539" y="6282"/>
                </a:lnTo>
                <a:lnTo>
                  <a:pt x="29736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28999" y="102402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04" y="0"/>
                </a:moveTo>
                <a:lnTo>
                  <a:pt x="13093" y="1685"/>
                </a:lnTo>
                <a:lnTo>
                  <a:pt x="6287" y="6282"/>
                </a:lnTo>
                <a:lnTo>
                  <a:pt x="1688" y="13100"/>
                </a:lnTo>
                <a:lnTo>
                  <a:pt x="0" y="21450"/>
                </a:lnTo>
                <a:lnTo>
                  <a:pt x="1688" y="29800"/>
                </a:lnTo>
                <a:lnTo>
                  <a:pt x="6287" y="36618"/>
                </a:lnTo>
                <a:lnTo>
                  <a:pt x="13093" y="41215"/>
                </a:lnTo>
                <a:lnTo>
                  <a:pt x="21404" y="42901"/>
                </a:lnTo>
                <a:lnTo>
                  <a:pt x="29745" y="41215"/>
                </a:lnTo>
                <a:lnTo>
                  <a:pt x="36547" y="36618"/>
                </a:lnTo>
                <a:lnTo>
                  <a:pt x="41129" y="29800"/>
                </a:lnTo>
                <a:lnTo>
                  <a:pt x="42808" y="21450"/>
                </a:lnTo>
                <a:lnTo>
                  <a:pt x="41129" y="13100"/>
                </a:lnTo>
                <a:lnTo>
                  <a:pt x="36547" y="6282"/>
                </a:lnTo>
                <a:lnTo>
                  <a:pt x="29745" y="1685"/>
                </a:lnTo>
                <a:lnTo>
                  <a:pt x="21404" y="0"/>
                </a:lnTo>
                <a:close/>
              </a:path>
            </a:pathLst>
          </a:custGeom>
          <a:solidFill>
            <a:srgbClr val="1EB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7491837" y="8458454"/>
            <a:ext cx="796290" cy="800100"/>
          </a:xfrm>
          <a:custGeom>
            <a:avLst/>
            <a:gdLst/>
            <a:ahLst/>
            <a:cxnLst/>
            <a:rect l="l" t="t" r="r" b="b"/>
            <a:pathLst>
              <a:path w="796290" h="800100">
                <a:moveTo>
                  <a:pt x="796163" y="0"/>
                </a:moveTo>
                <a:lnTo>
                  <a:pt x="80009" y="0"/>
                </a:lnTo>
                <a:lnTo>
                  <a:pt x="64337" y="1543"/>
                </a:lnTo>
                <a:lnTo>
                  <a:pt x="23368" y="23368"/>
                </a:lnTo>
                <a:lnTo>
                  <a:pt x="1543" y="64337"/>
                </a:lnTo>
                <a:lnTo>
                  <a:pt x="0" y="80010"/>
                </a:lnTo>
                <a:lnTo>
                  <a:pt x="0" y="719797"/>
                </a:lnTo>
                <a:lnTo>
                  <a:pt x="13394" y="764210"/>
                </a:lnTo>
                <a:lnTo>
                  <a:pt x="49403" y="793753"/>
                </a:lnTo>
                <a:lnTo>
                  <a:pt x="80009" y="799846"/>
                </a:lnTo>
                <a:lnTo>
                  <a:pt x="796163" y="799846"/>
                </a:lnTo>
                <a:lnTo>
                  <a:pt x="796163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09108" y="392164"/>
            <a:ext cx="13335" cy="536575"/>
          </a:xfrm>
          <a:custGeom>
            <a:avLst/>
            <a:gdLst/>
            <a:ahLst/>
            <a:cxnLst/>
            <a:rect l="l" t="t" r="r" b="b"/>
            <a:pathLst>
              <a:path w="13334" h="536575">
                <a:moveTo>
                  <a:pt x="12864" y="0"/>
                </a:moveTo>
                <a:lnTo>
                  <a:pt x="0" y="0"/>
                </a:lnTo>
                <a:lnTo>
                  <a:pt x="0" y="536202"/>
                </a:lnTo>
                <a:lnTo>
                  <a:pt x="12864" y="536202"/>
                </a:lnTo>
                <a:lnTo>
                  <a:pt x="12864" y="0"/>
                </a:lnTo>
                <a:close/>
              </a:path>
            </a:pathLst>
          </a:custGeom>
          <a:solidFill>
            <a:srgbClr val="276A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661" y="534419"/>
            <a:ext cx="1009376" cy="266384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304800" y="444188"/>
            <a:ext cx="17153890" cy="9652635"/>
            <a:chOff x="304800" y="444188"/>
            <a:chExt cx="17153890" cy="9652635"/>
          </a:xfrm>
        </p:grpSpPr>
        <p:sp>
          <p:nvSpPr>
            <p:cNvPr id="22" name="object 22"/>
            <p:cNvSpPr/>
            <p:nvPr/>
          </p:nvSpPr>
          <p:spPr>
            <a:xfrm>
              <a:off x="652747" y="444188"/>
              <a:ext cx="263525" cy="452755"/>
            </a:xfrm>
            <a:custGeom>
              <a:avLst/>
              <a:gdLst/>
              <a:ahLst/>
              <a:cxnLst/>
              <a:rect l="l" t="t" r="r" b="b"/>
              <a:pathLst>
                <a:path w="263525" h="452755">
                  <a:moveTo>
                    <a:pt x="132977" y="206963"/>
                  </a:moveTo>
                  <a:lnTo>
                    <a:pt x="123364" y="210579"/>
                  </a:lnTo>
                  <a:lnTo>
                    <a:pt x="119459" y="214194"/>
                  </a:lnTo>
                  <a:lnTo>
                    <a:pt x="117356" y="218713"/>
                  </a:lnTo>
                  <a:lnTo>
                    <a:pt x="114052" y="225943"/>
                  </a:lnTo>
                  <a:lnTo>
                    <a:pt x="115387" y="233173"/>
                  </a:lnTo>
                  <a:lnTo>
                    <a:pt x="115498" y="233776"/>
                  </a:lnTo>
                  <a:lnTo>
                    <a:pt x="115554" y="234077"/>
                  </a:lnTo>
                  <a:lnTo>
                    <a:pt x="120661" y="239500"/>
                  </a:lnTo>
                  <a:lnTo>
                    <a:pt x="93727" y="288404"/>
                  </a:lnTo>
                  <a:lnTo>
                    <a:pt x="73271" y="334963"/>
                  </a:lnTo>
                  <a:lnTo>
                    <a:pt x="59912" y="377399"/>
                  </a:lnTo>
                  <a:lnTo>
                    <a:pt x="54270" y="413932"/>
                  </a:lnTo>
                  <a:lnTo>
                    <a:pt x="47962" y="414836"/>
                  </a:lnTo>
                  <a:lnTo>
                    <a:pt x="42554" y="418753"/>
                  </a:lnTo>
                  <a:lnTo>
                    <a:pt x="39550" y="424778"/>
                  </a:lnTo>
                  <a:lnTo>
                    <a:pt x="37801" y="432008"/>
                  </a:lnTo>
                  <a:lnTo>
                    <a:pt x="37752" y="432211"/>
                  </a:lnTo>
                  <a:lnTo>
                    <a:pt x="38912" y="439502"/>
                  </a:lnTo>
                  <a:lnTo>
                    <a:pt x="42719" y="445834"/>
                  </a:lnTo>
                  <a:lnTo>
                    <a:pt x="48863" y="450386"/>
                  </a:lnTo>
                  <a:lnTo>
                    <a:pt x="49163" y="450687"/>
                  </a:lnTo>
                  <a:lnTo>
                    <a:pt x="49764" y="450687"/>
                  </a:lnTo>
                  <a:lnTo>
                    <a:pt x="50065" y="450988"/>
                  </a:lnTo>
                  <a:lnTo>
                    <a:pt x="57204" y="452273"/>
                  </a:lnTo>
                  <a:lnTo>
                    <a:pt x="63585" y="450988"/>
                  </a:lnTo>
                  <a:lnTo>
                    <a:pt x="63970" y="450988"/>
                  </a:lnTo>
                  <a:lnTo>
                    <a:pt x="70131" y="447048"/>
                  </a:lnTo>
                  <a:lnTo>
                    <a:pt x="73969" y="441649"/>
                  </a:lnTo>
                  <a:lnTo>
                    <a:pt x="57575" y="441649"/>
                  </a:lnTo>
                  <a:lnTo>
                    <a:pt x="49764" y="438034"/>
                  </a:lnTo>
                  <a:lnTo>
                    <a:pt x="47962" y="433214"/>
                  </a:lnTo>
                  <a:lnTo>
                    <a:pt x="51567" y="425380"/>
                  </a:lnTo>
                  <a:lnTo>
                    <a:pt x="55772" y="423874"/>
                  </a:lnTo>
                  <a:lnTo>
                    <a:pt x="73439" y="423874"/>
                  </a:lnTo>
                  <a:lnTo>
                    <a:pt x="71314" y="420245"/>
                  </a:lnTo>
                  <a:lnTo>
                    <a:pt x="65385" y="415740"/>
                  </a:lnTo>
                  <a:lnTo>
                    <a:pt x="67235" y="397706"/>
                  </a:lnTo>
                  <a:lnTo>
                    <a:pt x="71394" y="377668"/>
                  </a:lnTo>
                  <a:lnTo>
                    <a:pt x="77805" y="355878"/>
                  </a:lnTo>
                  <a:lnTo>
                    <a:pt x="86364" y="332727"/>
                  </a:lnTo>
                  <a:lnTo>
                    <a:pt x="86414" y="332591"/>
                  </a:lnTo>
                  <a:lnTo>
                    <a:pt x="121265" y="332591"/>
                  </a:lnTo>
                  <a:lnTo>
                    <a:pt x="150937" y="322047"/>
                  </a:lnTo>
                  <a:lnTo>
                    <a:pt x="90620" y="322047"/>
                  </a:lnTo>
                  <a:lnTo>
                    <a:pt x="99012" y="303524"/>
                  </a:lnTo>
                  <a:lnTo>
                    <a:pt x="108304" y="284807"/>
                  </a:lnTo>
                  <a:lnTo>
                    <a:pt x="118839" y="265235"/>
                  </a:lnTo>
                  <a:lnTo>
                    <a:pt x="130274" y="245525"/>
                  </a:lnTo>
                  <a:lnTo>
                    <a:pt x="138351" y="245525"/>
                  </a:lnTo>
                  <a:lnTo>
                    <a:pt x="143041" y="244207"/>
                  </a:lnTo>
                  <a:lnTo>
                    <a:pt x="148355" y="240484"/>
                  </a:lnTo>
                  <a:lnTo>
                    <a:pt x="152204" y="234981"/>
                  </a:lnTo>
                  <a:lnTo>
                    <a:pt x="152276" y="234680"/>
                  </a:lnTo>
                  <a:lnTo>
                    <a:pt x="133278" y="234680"/>
                  </a:lnTo>
                  <a:lnTo>
                    <a:pt x="131475" y="233776"/>
                  </a:lnTo>
                  <a:lnTo>
                    <a:pt x="127570" y="231968"/>
                  </a:lnTo>
                  <a:lnTo>
                    <a:pt x="125768" y="227148"/>
                  </a:lnTo>
                  <a:lnTo>
                    <a:pt x="127570" y="223232"/>
                  </a:lnTo>
                  <a:lnTo>
                    <a:pt x="128471" y="221123"/>
                  </a:lnTo>
                  <a:lnTo>
                    <a:pt x="129973" y="219918"/>
                  </a:lnTo>
                  <a:lnTo>
                    <a:pt x="132076" y="219014"/>
                  </a:lnTo>
                  <a:lnTo>
                    <a:pt x="133879" y="218412"/>
                  </a:lnTo>
                  <a:lnTo>
                    <a:pt x="151732" y="218412"/>
                  </a:lnTo>
                  <a:lnTo>
                    <a:pt x="149035" y="213926"/>
                  </a:lnTo>
                  <a:lnTo>
                    <a:pt x="142891" y="209374"/>
                  </a:lnTo>
                  <a:lnTo>
                    <a:pt x="138632" y="207380"/>
                  </a:lnTo>
                  <a:lnTo>
                    <a:pt x="140458" y="207380"/>
                  </a:lnTo>
                  <a:lnTo>
                    <a:pt x="132977" y="206963"/>
                  </a:lnTo>
                  <a:close/>
                </a:path>
                <a:path w="263525" h="452755">
                  <a:moveTo>
                    <a:pt x="73439" y="423874"/>
                  </a:moveTo>
                  <a:lnTo>
                    <a:pt x="55772" y="423874"/>
                  </a:lnTo>
                  <a:lnTo>
                    <a:pt x="59678" y="425079"/>
                  </a:lnTo>
                  <a:lnTo>
                    <a:pt x="59978" y="425079"/>
                  </a:lnTo>
                  <a:lnTo>
                    <a:pt x="60278" y="425380"/>
                  </a:lnTo>
                  <a:lnTo>
                    <a:pt x="64184" y="427188"/>
                  </a:lnTo>
                  <a:lnTo>
                    <a:pt x="65986" y="432009"/>
                  </a:lnTo>
                  <a:lnTo>
                    <a:pt x="62381" y="439841"/>
                  </a:lnTo>
                  <a:lnTo>
                    <a:pt x="57575" y="441649"/>
                  </a:lnTo>
                  <a:lnTo>
                    <a:pt x="73969" y="441649"/>
                  </a:lnTo>
                  <a:lnTo>
                    <a:pt x="74398" y="441047"/>
                  </a:lnTo>
                  <a:lnTo>
                    <a:pt x="76073" y="433661"/>
                  </a:lnTo>
                  <a:lnTo>
                    <a:pt x="75072" y="427188"/>
                  </a:lnTo>
                  <a:lnTo>
                    <a:pt x="74961" y="426473"/>
                  </a:lnTo>
                  <a:lnTo>
                    <a:pt x="73439" y="423874"/>
                  </a:lnTo>
                  <a:close/>
                </a:path>
                <a:path w="263525" h="452755">
                  <a:moveTo>
                    <a:pt x="121265" y="332591"/>
                  </a:moveTo>
                  <a:lnTo>
                    <a:pt x="86414" y="332591"/>
                  </a:lnTo>
                  <a:lnTo>
                    <a:pt x="120881" y="332727"/>
                  </a:lnTo>
                  <a:lnTo>
                    <a:pt x="121265" y="332591"/>
                  </a:lnTo>
                  <a:close/>
                </a:path>
                <a:path w="263525" h="452755">
                  <a:moveTo>
                    <a:pt x="223750" y="26812"/>
                  </a:moveTo>
                  <a:lnTo>
                    <a:pt x="210783" y="26812"/>
                  </a:lnTo>
                  <a:lnTo>
                    <a:pt x="242184" y="89793"/>
                  </a:lnTo>
                  <a:lnTo>
                    <a:pt x="251826" y="145210"/>
                  </a:lnTo>
                  <a:lnTo>
                    <a:pt x="246532" y="190897"/>
                  </a:lnTo>
                  <a:lnTo>
                    <a:pt x="246429" y="191791"/>
                  </a:lnTo>
                  <a:lnTo>
                    <a:pt x="232711" y="228265"/>
                  </a:lnTo>
                  <a:lnTo>
                    <a:pt x="188544" y="284808"/>
                  </a:lnTo>
                  <a:lnTo>
                    <a:pt x="155358" y="307925"/>
                  </a:lnTo>
                  <a:lnTo>
                    <a:pt x="90620" y="322047"/>
                  </a:lnTo>
                  <a:lnTo>
                    <a:pt x="150937" y="322047"/>
                  </a:lnTo>
                  <a:lnTo>
                    <a:pt x="194772" y="294589"/>
                  </a:lnTo>
                  <a:lnTo>
                    <a:pt x="226705" y="259986"/>
                  </a:lnTo>
                  <a:lnTo>
                    <a:pt x="253704" y="207380"/>
                  </a:lnTo>
                  <a:lnTo>
                    <a:pt x="263160" y="152242"/>
                  </a:lnTo>
                  <a:lnTo>
                    <a:pt x="263275" y="150933"/>
                  </a:lnTo>
                  <a:lnTo>
                    <a:pt x="251038" y="80174"/>
                  </a:lnTo>
                  <a:lnTo>
                    <a:pt x="235389" y="45260"/>
                  </a:lnTo>
                  <a:lnTo>
                    <a:pt x="223750" y="26812"/>
                  </a:lnTo>
                  <a:close/>
                </a:path>
                <a:path w="263525" h="452755">
                  <a:moveTo>
                    <a:pt x="205977" y="0"/>
                  </a:moveTo>
                  <a:lnTo>
                    <a:pt x="172894" y="54378"/>
                  </a:lnTo>
                  <a:lnTo>
                    <a:pt x="88545" y="100725"/>
                  </a:lnTo>
                  <a:lnTo>
                    <a:pt x="61555" y="116815"/>
                  </a:lnTo>
                  <a:lnTo>
                    <a:pt x="20024" y="158766"/>
                  </a:lnTo>
                  <a:lnTo>
                    <a:pt x="272" y="216192"/>
                  </a:lnTo>
                  <a:lnTo>
                    <a:pt x="251" y="218411"/>
                  </a:lnTo>
                  <a:lnTo>
                    <a:pt x="125" y="231667"/>
                  </a:lnTo>
                  <a:lnTo>
                    <a:pt x="6205" y="272036"/>
                  </a:lnTo>
                  <a:lnTo>
                    <a:pt x="33960" y="310758"/>
                  </a:lnTo>
                  <a:lnTo>
                    <a:pt x="46460" y="317528"/>
                  </a:lnTo>
                  <a:lnTo>
                    <a:pt x="46760" y="317829"/>
                  </a:lnTo>
                  <a:lnTo>
                    <a:pt x="47361" y="317829"/>
                  </a:lnTo>
                  <a:lnTo>
                    <a:pt x="47661" y="318130"/>
                  </a:lnTo>
                  <a:lnTo>
                    <a:pt x="53069" y="319938"/>
                  </a:lnTo>
                  <a:lnTo>
                    <a:pt x="54871" y="314515"/>
                  </a:lnTo>
                  <a:lnTo>
                    <a:pt x="58767" y="305176"/>
                  </a:lnTo>
                  <a:lnTo>
                    <a:pt x="46159" y="305176"/>
                  </a:lnTo>
                  <a:lnTo>
                    <a:pt x="16719" y="268421"/>
                  </a:lnTo>
                  <a:lnTo>
                    <a:pt x="11130" y="244207"/>
                  </a:lnTo>
                  <a:lnTo>
                    <a:pt x="11239" y="225943"/>
                  </a:lnTo>
                  <a:lnTo>
                    <a:pt x="29637" y="164791"/>
                  </a:lnTo>
                  <a:lnTo>
                    <a:pt x="68878" y="126003"/>
                  </a:lnTo>
                  <a:lnTo>
                    <a:pt x="150246" y="82141"/>
                  </a:lnTo>
                  <a:lnTo>
                    <a:pt x="175898" y="66504"/>
                  </a:lnTo>
                  <a:lnTo>
                    <a:pt x="196763" y="48494"/>
                  </a:lnTo>
                  <a:lnTo>
                    <a:pt x="210783" y="26812"/>
                  </a:lnTo>
                  <a:lnTo>
                    <a:pt x="223750" y="26812"/>
                  </a:lnTo>
                  <a:lnTo>
                    <a:pt x="213487" y="10544"/>
                  </a:lnTo>
                  <a:lnTo>
                    <a:pt x="205977" y="0"/>
                  </a:lnTo>
                  <a:close/>
                </a:path>
                <a:path w="263525" h="452755">
                  <a:moveTo>
                    <a:pt x="164807" y="113774"/>
                  </a:moveTo>
                  <a:lnTo>
                    <a:pt x="145653" y="132241"/>
                  </a:lnTo>
                  <a:lnTo>
                    <a:pt x="146195" y="137678"/>
                  </a:lnTo>
                  <a:lnTo>
                    <a:pt x="148899" y="142498"/>
                  </a:lnTo>
                  <a:lnTo>
                    <a:pt x="122285" y="170416"/>
                  </a:lnTo>
                  <a:lnTo>
                    <a:pt x="94150" y="209037"/>
                  </a:lnTo>
                  <a:lnTo>
                    <a:pt x="67704" y="255058"/>
                  </a:lnTo>
                  <a:lnTo>
                    <a:pt x="46159" y="305176"/>
                  </a:lnTo>
                  <a:lnTo>
                    <a:pt x="58767" y="305176"/>
                  </a:lnTo>
                  <a:lnTo>
                    <a:pt x="75947" y="263993"/>
                  </a:lnTo>
                  <a:lnTo>
                    <a:pt x="102486" y="217171"/>
                  </a:lnTo>
                  <a:lnTo>
                    <a:pt x="130828" y="177976"/>
                  </a:lnTo>
                  <a:lnTo>
                    <a:pt x="157311" y="150331"/>
                  </a:lnTo>
                  <a:lnTo>
                    <a:pt x="173810" y="150331"/>
                  </a:lnTo>
                  <a:lnTo>
                    <a:pt x="179470" y="146273"/>
                  </a:lnTo>
                  <a:lnTo>
                    <a:pt x="182338" y="141594"/>
                  </a:lnTo>
                  <a:lnTo>
                    <a:pt x="166924" y="141594"/>
                  </a:lnTo>
                  <a:lnTo>
                    <a:pt x="158512" y="138581"/>
                  </a:lnTo>
                  <a:lnTo>
                    <a:pt x="156710" y="134062"/>
                  </a:lnTo>
                  <a:lnTo>
                    <a:pt x="158212" y="129845"/>
                  </a:lnTo>
                  <a:lnTo>
                    <a:pt x="159598" y="126229"/>
                  </a:lnTo>
                  <a:lnTo>
                    <a:pt x="159685" y="126004"/>
                  </a:lnTo>
                  <a:lnTo>
                    <a:pt x="159553" y="126004"/>
                  </a:lnTo>
                  <a:lnTo>
                    <a:pt x="164220" y="123819"/>
                  </a:lnTo>
                  <a:lnTo>
                    <a:pt x="182185" y="123819"/>
                  </a:lnTo>
                  <a:lnTo>
                    <a:pt x="178799" y="119070"/>
                  </a:lnTo>
                  <a:lnTo>
                    <a:pt x="172430" y="115144"/>
                  </a:lnTo>
                  <a:lnTo>
                    <a:pt x="172683" y="115144"/>
                  </a:lnTo>
                  <a:lnTo>
                    <a:pt x="164807" y="113774"/>
                  </a:lnTo>
                  <a:close/>
                </a:path>
                <a:path w="263525" h="452755">
                  <a:moveTo>
                    <a:pt x="138351" y="245525"/>
                  </a:moveTo>
                  <a:lnTo>
                    <a:pt x="130274" y="245525"/>
                  </a:lnTo>
                  <a:lnTo>
                    <a:pt x="136826" y="245954"/>
                  </a:lnTo>
                  <a:lnTo>
                    <a:pt x="138351" y="245525"/>
                  </a:lnTo>
                  <a:close/>
                </a:path>
                <a:path w="263525" h="452755">
                  <a:moveTo>
                    <a:pt x="151732" y="218412"/>
                  </a:moveTo>
                  <a:lnTo>
                    <a:pt x="135681" y="218412"/>
                  </a:lnTo>
                  <a:lnTo>
                    <a:pt x="137484" y="219014"/>
                  </a:lnTo>
                  <a:lnTo>
                    <a:pt x="137784" y="219014"/>
                  </a:lnTo>
                  <a:lnTo>
                    <a:pt x="138084" y="219315"/>
                  </a:lnTo>
                  <a:lnTo>
                    <a:pt x="141990" y="221123"/>
                  </a:lnTo>
                  <a:lnTo>
                    <a:pt x="143792" y="225943"/>
                  </a:lnTo>
                  <a:lnTo>
                    <a:pt x="141990" y="229860"/>
                  </a:lnTo>
                  <a:lnTo>
                    <a:pt x="141088" y="231667"/>
                  </a:lnTo>
                  <a:lnTo>
                    <a:pt x="139586" y="233174"/>
                  </a:lnTo>
                  <a:lnTo>
                    <a:pt x="137484" y="234077"/>
                  </a:lnTo>
                  <a:lnTo>
                    <a:pt x="135381" y="234680"/>
                  </a:lnTo>
                  <a:lnTo>
                    <a:pt x="152276" y="234680"/>
                  </a:lnTo>
                  <a:lnTo>
                    <a:pt x="154001" y="227548"/>
                  </a:lnTo>
                  <a:lnTo>
                    <a:pt x="152842" y="220257"/>
                  </a:lnTo>
                  <a:lnTo>
                    <a:pt x="151732" y="218412"/>
                  </a:lnTo>
                  <a:close/>
                </a:path>
                <a:path w="263525" h="452755">
                  <a:moveTo>
                    <a:pt x="173810" y="150331"/>
                  </a:moveTo>
                  <a:lnTo>
                    <a:pt x="157311" y="150331"/>
                  </a:lnTo>
                  <a:lnTo>
                    <a:pt x="158512" y="150933"/>
                  </a:lnTo>
                  <a:lnTo>
                    <a:pt x="158813" y="150933"/>
                  </a:lnTo>
                  <a:lnTo>
                    <a:pt x="166337" y="152242"/>
                  </a:lnTo>
                  <a:lnTo>
                    <a:pt x="173495" y="150557"/>
                  </a:lnTo>
                  <a:lnTo>
                    <a:pt x="173810" y="150331"/>
                  </a:lnTo>
                  <a:close/>
                </a:path>
                <a:path w="263525" h="452755">
                  <a:moveTo>
                    <a:pt x="182185" y="123819"/>
                  </a:moveTo>
                  <a:lnTo>
                    <a:pt x="164220" y="123819"/>
                  </a:lnTo>
                  <a:lnTo>
                    <a:pt x="172631" y="126832"/>
                  </a:lnTo>
                  <a:lnTo>
                    <a:pt x="174434" y="131351"/>
                  </a:lnTo>
                  <a:lnTo>
                    <a:pt x="171430" y="139786"/>
                  </a:lnTo>
                  <a:lnTo>
                    <a:pt x="166924" y="141594"/>
                  </a:lnTo>
                  <a:lnTo>
                    <a:pt x="182338" y="141594"/>
                  </a:lnTo>
                  <a:lnTo>
                    <a:pt x="183446" y="139786"/>
                  </a:lnTo>
                  <a:lnTo>
                    <a:pt x="184751" y="132241"/>
                  </a:lnTo>
                  <a:lnTo>
                    <a:pt x="183132" y="125326"/>
                  </a:lnTo>
                  <a:lnTo>
                    <a:pt x="183071" y="125062"/>
                  </a:lnTo>
                  <a:lnTo>
                    <a:pt x="182185" y="123819"/>
                  </a:lnTo>
                  <a:close/>
                </a:path>
              </a:pathLst>
            </a:custGeom>
            <a:solidFill>
              <a:srgbClr val="276A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877951"/>
              <a:ext cx="17153890" cy="9218549"/>
            </a:xfrm>
            <a:prstGeom prst="rect">
              <a:avLst/>
            </a:prstGeom>
          </p:spPr>
        </p:pic>
      </p:grp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773170">
              <a:lnSpc>
                <a:spcPct val="100000"/>
              </a:lnSpc>
              <a:spcBef>
                <a:spcPts val="100"/>
              </a:spcBef>
            </a:pPr>
            <a:r>
              <a:rPr dirty="0" spc="-400"/>
              <a:t>BPMN</a:t>
            </a:r>
            <a:r>
              <a:rPr dirty="0" spc="-660"/>
              <a:t> </a:t>
            </a:r>
            <a:r>
              <a:rPr dirty="0" spc="-100"/>
              <a:t>Diagram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-40"/>
              <a:t>15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Techleaf</dc:title>
  <dcterms:created xsi:type="dcterms:W3CDTF">2026-09-22T08:05:34Z</dcterms:created>
  <dcterms:modified xsi:type="dcterms:W3CDTF">2026-09-22T08:05:34Z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2026-09-16T00:00:00Z</vt:filetime>
  </property>
  <property fmtid="{D5CDD505-2E9C-101B-9397-08002B2CF9AE}" pid="4" name="Creator">
    <vt:lpwstr>Microsoft® PowerPoint® LTSC</vt:lpwstr>
  </property>
  <property fmtid="{D5CDD505-2E9C-101B-9397-08002B2CF9AE}" pid="5" name="LastSaved">
    <vt:filetime>2026-09-22T00:00:00Z</vt:filetime>
  </property>
  <property fmtid="{D5CDD505-2E9C-101B-9397-08002B2CF9AE}" pid="6" name="Producer">
    <vt:lpwstr>Microsoft® PowerPoint® LTSC</vt:lpwstr>
  </property>
</Properties>
</file>